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6"/>
  </p:notesMasterIdLst>
  <p:sldIdLst>
    <p:sldId id="256" r:id="rId2"/>
    <p:sldId id="258" r:id="rId3"/>
    <p:sldId id="259" r:id="rId4"/>
    <p:sldId id="308" r:id="rId5"/>
    <p:sldId id="266" r:id="rId6"/>
    <p:sldId id="307" r:id="rId7"/>
    <p:sldId id="313" r:id="rId8"/>
    <p:sldId id="310" r:id="rId9"/>
    <p:sldId id="271" r:id="rId10"/>
    <p:sldId id="315" r:id="rId11"/>
    <p:sldId id="268" r:id="rId12"/>
    <p:sldId id="314" r:id="rId13"/>
    <p:sldId id="316" r:id="rId14"/>
    <p:sldId id="284" r:id="rId15"/>
  </p:sldIdLst>
  <p:sldSz cx="9144000" cy="5143500" type="screen16x9"/>
  <p:notesSz cx="6858000" cy="9144000"/>
  <p:embeddedFontLst>
    <p:embeddedFont>
      <p:font typeface="Anaheim" panose="020B0604020202020204" charset="-18"/>
      <p:regular r:id="rId17"/>
      <p:bold r:id="rId18"/>
    </p:embeddedFont>
    <p:embeddedFont>
      <p:font typeface="Bebas Neue" panose="020B0606020202050201" pitchFamily="34" charset="-18"/>
      <p:regular r:id="rId19"/>
    </p:embeddedFont>
    <p:embeddedFont>
      <p:font typeface="Montserrat" panose="00000500000000000000" pitchFamily="2" charset="-18"/>
      <p:regular r:id="rId20"/>
      <p:bold r:id="rId21"/>
      <p:italic r:id="rId22"/>
      <p:boldItalic r:id="rId23"/>
    </p:embeddedFont>
    <p:embeddedFont>
      <p:font typeface="Montserrat Black" panose="00000A00000000000000" pitchFamily="2" charset="-18"/>
      <p:bold r:id="rId24"/>
      <p:boldItalic r:id="rId25"/>
    </p:embeddedFont>
    <p:embeddedFont>
      <p:font typeface="Nunito Light" pitchFamily="2" charset="-18"/>
      <p:regular r:id="rId26"/>
      <p:italic r:id="rId27"/>
    </p:embeddedFont>
    <p:embeddedFont>
      <p:font typeface="PT Sans" panose="020B0503020203020204" pitchFamily="34" charset="-18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493181-E44E-4412-962E-43CA6ED57605}">
  <a:tblStyle styleId="{DF493181-E44E-4412-962E-43CA6ED576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>
          <a:extLst>
            <a:ext uri="{FF2B5EF4-FFF2-40B4-BE49-F238E27FC236}">
              <a16:creationId xmlns:a16="http://schemas.microsoft.com/office/drawing/2014/main" id="{949B3B11-8FFC-E6B9-E52C-E6F54F99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14d33840f0f_0_110:notes">
            <a:extLst>
              <a:ext uri="{FF2B5EF4-FFF2-40B4-BE49-F238E27FC236}">
                <a16:creationId xmlns:a16="http://schemas.microsoft.com/office/drawing/2014/main" id="{EBFEA763-8852-F484-AD28-28E31897F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14d33840f0f_0_110:notes">
            <a:extLst>
              <a:ext uri="{FF2B5EF4-FFF2-40B4-BE49-F238E27FC236}">
                <a16:creationId xmlns:a16="http://schemas.microsoft.com/office/drawing/2014/main" id="{AF641405-40B8-A6B7-0A5E-44BADFFF5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188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1734a882cf6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1734a882cf6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>
          <a:extLst>
            <a:ext uri="{FF2B5EF4-FFF2-40B4-BE49-F238E27FC236}">
              <a16:creationId xmlns:a16="http://schemas.microsoft.com/office/drawing/2014/main" id="{F9423E60-41C9-16D2-1983-8319BEDB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1734a882cf6_0_580:notes">
            <a:extLst>
              <a:ext uri="{FF2B5EF4-FFF2-40B4-BE49-F238E27FC236}">
                <a16:creationId xmlns:a16="http://schemas.microsoft.com/office/drawing/2014/main" id="{B37997E1-02E3-8C47-86AB-A197F538A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1734a882cf6_0_580:notes">
            <a:extLst>
              <a:ext uri="{FF2B5EF4-FFF2-40B4-BE49-F238E27FC236}">
                <a16:creationId xmlns:a16="http://schemas.microsoft.com/office/drawing/2014/main" id="{B8C25B4E-FE9D-0368-5195-8628068B0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12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>
          <a:extLst>
            <a:ext uri="{FF2B5EF4-FFF2-40B4-BE49-F238E27FC236}">
              <a16:creationId xmlns:a16="http://schemas.microsoft.com/office/drawing/2014/main" id="{2624FC72-3426-1D01-71CE-BF252040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1734a882cf6_0_558:notes">
            <a:extLst>
              <a:ext uri="{FF2B5EF4-FFF2-40B4-BE49-F238E27FC236}">
                <a16:creationId xmlns:a16="http://schemas.microsoft.com/office/drawing/2014/main" id="{C8DEAB85-9720-A987-26E0-39E6A4724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1734a882cf6_0_558:notes">
            <a:extLst>
              <a:ext uri="{FF2B5EF4-FFF2-40B4-BE49-F238E27FC236}">
                <a16:creationId xmlns:a16="http://schemas.microsoft.com/office/drawing/2014/main" id="{8E673C62-569E-1D92-75A4-99B60A39C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163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>
          <a:extLst>
            <a:ext uri="{FF2B5EF4-FFF2-40B4-BE49-F238E27FC236}">
              <a16:creationId xmlns:a16="http://schemas.microsoft.com/office/drawing/2014/main" id="{C7F0A898-99DA-B8B7-7FBE-3EB1E0E7D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>
            <a:extLst>
              <a:ext uri="{FF2B5EF4-FFF2-40B4-BE49-F238E27FC236}">
                <a16:creationId xmlns:a16="http://schemas.microsoft.com/office/drawing/2014/main" id="{43284FD9-51A2-7265-1CF5-635EBD754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4dda1946d_6_344:notes">
            <a:extLst>
              <a:ext uri="{FF2B5EF4-FFF2-40B4-BE49-F238E27FC236}">
                <a16:creationId xmlns:a16="http://schemas.microsoft.com/office/drawing/2014/main" id="{56CE71C7-7E30-8A09-F86E-D0EAABA10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149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734a882cf6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734a882cf6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3FD6C273-1CB0-0F1F-4296-E1433D27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1734a882cf6_0_422:notes">
            <a:extLst>
              <a:ext uri="{FF2B5EF4-FFF2-40B4-BE49-F238E27FC236}">
                <a16:creationId xmlns:a16="http://schemas.microsoft.com/office/drawing/2014/main" id="{4060E117-BB75-B8DD-1FED-EF441479F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1734a882cf6_0_422:notes">
            <a:extLst>
              <a:ext uri="{FF2B5EF4-FFF2-40B4-BE49-F238E27FC236}">
                <a16:creationId xmlns:a16="http://schemas.microsoft.com/office/drawing/2014/main" id="{DD6D8A2A-CBEA-6005-41C5-CF429E9EF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708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734a882cf6_0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734a882cf6_0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>
          <a:extLst>
            <a:ext uri="{FF2B5EF4-FFF2-40B4-BE49-F238E27FC236}">
              <a16:creationId xmlns:a16="http://schemas.microsoft.com/office/drawing/2014/main" id="{1C8645E1-E8E0-86F4-2281-ECD40B13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734a882cf6_0_811:notes">
            <a:extLst>
              <a:ext uri="{FF2B5EF4-FFF2-40B4-BE49-F238E27FC236}">
                <a16:creationId xmlns:a16="http://schemas.microsoft.com/office/drawing/2014/main" id="{A19A26C0-FB05-DA8D-EFCD-BACC2A457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1734a882cf6_0_811:notes">
            <a:extLst>
              <a:ext uri="{FF2B5EF4-FFF2-40B4-BE49-F238E27FC236}">
                <a16:creationId xmlns:a16="http://schemas.microsoft.com/office/drawing/2014/main" id="{5CAE070A-5436-9DFA-3845-C047231FE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970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>
          <a:extLst>
            <a:ext uri="{FF2B5EF4-FFF2-40B4-BE49-F238E27FC236}">
              <a16:creationId xmlns:a16="http://schemas.microsoft.com/office/drawing/2014/main" id="{1044EACE-E77D-E6E8-229B-11A5B2B9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734a882cf6_0_805:notes">
            <a:extLst>
              <a:ext uri="{FF2B5EF4-FFF2-40B4-BE49-F238E27FC236}">
                <a16:creationId xmlns:a16="http://schemas.microsoft.com/office/drawing/2014/main" id="{C9A85998-8255-E940-5876-01E7C835B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734a882cf6_0_805:notes">
            <a:extLst>
              <a:ext uri="{FF2B5EF4-FFF2-40B4-BE49-F238E27FC236}">
                <a16:creationId xmlns:a16="http://schemas.microsoft.com/office/drawing/2014/main" id="{789B0DB8-AABF-13E6-9595-F467746A9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841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3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>
            <a:spLocks noGrp="1"/>
          </p:cNvSpPr>
          <p:nvPr>
            <p:ph type="title" hasCustomPrompt="1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>
            <a:spLocks noGrp="1"/>
          </p:cNvSpPr>
          <p:nvPr>
            <p:ph type="subTitle" idx="1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8" name="Google Shape;978;p28"/>
          <p:cNvSpPr txBox="1">
            <a:spLocks noGrp="1"/>
          </p:cNvSpPr>
          <p:nvPr>
            <p:ph type="subTitle" idx="2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9" name="Google Shape;979;p28"/>
          <p:cNvSpPr txBox="1">
            <a:spLocks noGrp="1"/>
          </p:cNvSpPr>
          <p:nvPr>
            <p:ph type="title" idx="3" hasCustomPrompt="1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>
            <a:spLocks noGrp="1"/>
          </p:cNvSpPr>
          <p:nvPr>
            <p:ph type="subTitle" idx="4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1" name="Google Shape;981;p28"/>
          <p:cNvSpPr txBox="1">
            <a:spLocks noGrp="1"/>
          </p:cNvSpPr>
          <p:nvPr>
            <p:ph type="subTitle" idx="5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2" name="Google Shape;982;p28"/>
          <p:cNvSpPr txBox="1">
            <a:spLocks noGrp="1"/>
          </p:cNvSpPr>
          <p:nvPr>
            <p:ph type="title" idx="6" hasCustomPrompt="1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>
            <a:spLocks noGrp="1"/>
          </p:cNvSpPr>
          <p:nvPr>
            <p:ph type="subTitle" idx="7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4" name="Google Shape;984;p28"/>
          <p:cNvSpPr txBox="1">
            <a:spLocks noGrp="1"/>
          </p:cNvSpPr>
          <p:nvPr>
            <p:ph type="subTitle" idx="8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5" name="Google Shape;985;p28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7" r:id="rId5"/>
    <p:sldLayoutId id="2147483658" r:id="rId6"/>
    <p:sldLayoutId id="2147483659" r:id="rId7"/>
    <p:sldLayoutId id="2147483665" r:id="rId8"/>
    <p:sldLayoutId id="2147483668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864973" y="1475250"/>
            <a:ext cx="6882052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dirty="0" err="1">
                <a:latin typeface="Montserrat" panose="00000500000000000000" pitchFamily="2" charset="-18"/>
                <a:sym typeface="Montserrat Black"/>
              </a:rPr>
              <a:t>Insurance</a:t>
            </a:r>
            <a:r>
              <a:rPr lang="pl-PL" sz="5200" dirty="0">
                <a:latin typeface="Montserrat" panose="00000500000000000000" pitchFamily="2" charset="-18"/>
                <a:sym typeface="Montserrat Black"/>
              </a:rPr>
              <a:t> </a:t>
            </a:r>
            <a:r>
              <a:rPr lang="pl-PL" sz="5200" dirty="0" err="1">
                <a:latin typeface="Montserrat" panose="00000500000000000000" pitchFamily="2" charset="-18"/>
                <a:sym typeface="Montserrat Black"/>
              </a:rPr>
              <a:t>Classification</a:t>
            </a:r>
            <a:br>
              <a:rPr lang="pl-PL" sz="5200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br>
              <a:rPr lang="pl-PL" sz="2800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pl-PL" sz="2800" dirty="0">
                <a:latin typeface="Montserrat"/>
                <a:ea typeface="Montserrat"/>
                <a:cs typeface="Montserrat"/>
                <a:sym typeface="Montserrat"/>
              </a:rPr>
              <a:t>Machine Learning 1 - </a:t>
            </a:r>
            <a:r>
              <a:rPr lang="en" sz="2800" dirty="0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pl-PL" sz="2800" dirty="0" err="1">
                <a:latin typeface="Montserrat"/>
                <a:ea typeface="Montserrat"/>
                <a:cs typeface="Montserrat"/>
                <a:sym typeface="Montserrat"/>
              </a:rPr>
              <a:t>roject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864973" y="3735950"/>
            <a:ext cx="4979772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Wojciech Hrycenko	Cezary </a:t>
            </a:r>
            <a:r>
              <a:rPr lang="pl-PL" dirty="0" err="1"/>
              <a:t>Kuźmowicz</a:t>
            </a:r>
            <a:endParaRPr dirty="0"/>
          </a:p>
        </p:txBody>
      </p:sp>
      <p:sp>
        <p:nvSpPr>
          <p:cNvPr id="2" name="Google Shape;1252;p35">
            <a:extLst>
              <a:ext uri="{FF2B5EF4-FFF2-40B4-BE49-F238E27FC236}">
                <a16:creationId xmlns:a16="http://schemas.microsoft.com/office/drawing/2014/main" id="{114A00ED-9E5A-EAB6-F04F-9DEF058D62B5}"/>
              </a:ext>
            </a:extLst>
          </p:cNvPr>
          <p:cNvSpPr txBox="1">
            <a:spLocks/>
          </p:cNvSpPr>
          <p:nvPr/>
        </p:nvSpPr>
        <p:spPr>
          <a:xfrm>
            <a:off x="864973" y="4101650"/>
            <a:ext cx="4979772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pl-PL" dirty="0"/>
              <a:t>473173			473169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78" name="Google Shape;1278;p37"/>
          <p:cNvSpPr txBox="1">
            <a:spLocks noGrp="1"/>
          </p:cNvSpPr>
          <p:nvPr>
            <p:ph type="title" idx="2"/>
          </p:nvPr>
        </p:nvSpPr>
        <p:spPr>
          <a:xfrm>
            <a:off x="890575" y="152095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General </a:t>
            </a:r>
            <a:r>
              <a:rPr lang="pl-PL" dirty="0" err="1"/>
              <a:t>Informations</a:t>
            </a:r>
            <a:endParaRPr dirty="0"/>
          </a:p>
        </p:txBody>
      </p:sp>
      <p:sp>
        <p:nvSpPr>
          <p:cNvPr id="1281" name="Google Shape;1281;p37"/>
          <p:cNvSpPr txBox="1">
            <a:spLocks noGrp="1"/>
          </p:cNvSpPr>
          <p:nvPr>
            <p:ph type="title" idx="5"/>
          </p:nvPr>
        </p:nvSpPr>
        <p:spPr>
          <a:xfrm>
            <a:off x="890575" y="215403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82" name="Google Shape;1282;p37"/>
          <p:cNvSpPr txBox="1">
            <a:spLocks noGrp="1"/>
          </p:cNvSpPr>
          <p:nvPr>
            <p:ph type="subTitle" idx="6"/>
          </p:nvPr>
        </p:nvSpPr>
        <p:spPr>
          <a:xfrm>
            <a:off x="1954643" y="2154035"/>
            <a:ext cx="4291697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Exploratory</a:t>
            </a:r>
            <a:r>
              <a:rPr lang="pl-PL" dirty="0"/>
              <a:t> Data Analysis</a:t>
            </a:r>
            <a:endParaRPr dirty="0"/>
          </a:p>
        </p:txBody>
      </p:sp>
      <p:sp>
        <p:nvSpPr>
          <p:cNvPr id="1284" name="Google Shape;1284;p37"/>
          <p:cNvSpPr txBox="1">
            <a:spLocks noGrp="1"/>
          </p:cNvSpPr>
          <p:nvPr>
            <p:ph type="title" idx="8"/>
          </p:nvPr>
        </p:nvSpPr>
        <p:spPr>
          <a:xfrm>
            <a:off x="890575" y="278712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85" name="Google Shape;1285;p37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Feature</a:t>
            </a:r>
            <a:r>
              <a:rPr lang="pl-PL" dirty="0"/>
              <a:t> Engineering</a:t>
            </a:r>
            <a:endParaRPr dirty="0"/>
          </a:p>
        </p:txBody>
      </p:sp>
      <p:sp>
        <p:nvSpPr>
          <p:cNvPr id="1287" name="Google Shape;1287;p37"/>
          <p:cNvSpPr txBox="1">
            <a:spLocks noGrp="1"/>
          </p:cNvSpPr>
          <p:nvPr>
            <p:ph type="title" idx="14"/>
          </p:nvPr>
        </p:nvSpPr>
        <p:spPr>
          <a:xfrm>
            <a:off x="890575" y="342020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88" name="Google Shape;1288;p37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Modeling</a:t>
            </a:r>
            <a:endParaRPr dirty="0"/>
          </a:p>
        </p:txBody>
      </p:sp>
      <p:sp>
        <p:nvSpPr>
          <p:cNvPr id="1290" name="Google Shape;1290;p37"/>
          <p:cNvSpPr txBox="1">
            <a:spLocks noGrp="1"/>
          </p:cNvSpPr>
          <p:nvPr>
            <p:ph type="title" idx="17"/>
          </p:nvPr>
        </p:nvSpPr>
        <p:spPr>
          <a:xfrm>
            <a:off x="890575" y="405329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91" name="Google Shape;1291;p37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Predictions</a:t>
            </a:r>
            <a:endParaRPr dirty="0"/>
          </a:p>
        </p:txBody>
      </p:sp>
      <p:grpSp>
        <p:nvGrpSpPr>
          <p:cNvPr id="1292" name="Google Shape;1292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6" name="Google Shape;1296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8" name="Google Shape;1298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38"/>
          <p:cNvSpPr txBox="1">
            <a:spLocks noGrp="1"/>
          </p:cNvSpPr>
          <p:nvPr>
            <p:ph type="title"/>
          </p:nvPr>
        </p:nvSpPr>
        <p:spPr>
          <a:xfrm>
            <a:off x="4169163" y="1249494"/>
            <a:ext cx="472999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General Information</a:t>
            </a:r>
            <a:endParaRPr dirty="0"/>
          </a:p>
        </p:txBody>
      </p:sp>
      <p:sp>
        <p:nvSpPr>
          <p:cNvPr id="1305" name="Google Shape;1305;p38"/>
          <p:cNvSpPr txBox="1">
            <a:spLocks noGrp="1"/>
          </p:cNvSpPr>
          <p:nvPr>
            <p:ph type="subTitle" idx="1"/>
          </p:nvPr>
        </p:nvSpPr>
        <p:spPr>
          <a:xfrm>
            <a:off x="4169163" y="1900036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Our</a:t>
            </a:r>
            <a:r>
              <a:rPr lang="en-US" dirty="0"/>
              <a:t> task </a:t>
            </a:r>
            <a:r>
              <a:rPr lang="pl-PL" dirty="0" err="1"/>
              <a:t>wa</a:t>
            </a:r>
            <a:r>
              <a:rPr lang="en-US" dirty="0"/>
              <a:t>s to apply various ML algorithms to build a model explaining travel insurance claim outcomes based on the training sample and generate predictions for all observations from the test sample.</a:t>
            </a:r>
            <a:endParaRPr dirty="0"/>
          </a:p>
        </p:txBody>
      </p:sp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6" r="10474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>
          <a:extLst>
            <a:ext uri="{FF2B5EF4-FFF2-40B4-BE49-F238E27FC236}">
              <a16:creationId xmlns:a16="http://schemas.microsoft.com/office/drawing/2014/main" id="{D3E78CF3-901A-390F-1D3D-5D9FB8DA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7" name="Google Shape;1937;p56">
            <a:extLst>
              <a:ext uri="{FF2B5EF4-FFF2-40B4-BE49-F238E27FC236}">
                <a16:creationId xmlns:a16="http://schemas.microsoft.com/office/drawing/2014/main" id="{D096FBD5-32C3-89C3-2BBD-EAF152875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-44978" y="2636636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56">
            <a:extLst>
              <a:ext uri="{FF2B5EF4-FFF2-40B4-BE49-F238E27FC236}">
                <a16:creationId xmlns:a16="http://schemas.microsoft.com/office/drawing/2014/main" id="{C485580A-D24E-C5C9-00CD-855CFBD90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6925" y="1460384"/>
            <a:ext cx="5104648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dirty="0" err="1"/>
              <a:t>Exploratory</a:t>
            </a:r>
            <a:r>
              <a:rPr lang="pl-PL" sz="2800" dirty="0"/>
              <a:t> Data Analysis</a:t>
            </a:r>
          </a:p>
        </p:txBody>
      </p:sp>
      <p:sp>
        <p:nvSpPr>
          <p:cNvPr id="1939" name="Google Shape;1939;p56">
            <a:extLst>
              <a:ext uri="{FF2B5EF4-FFF2-40B4-BE49-F238E27FC236}">
                <a16:creationId xmlns:a16="http://schemas.microsoft.com/office/drawing/2014/main" id="{FAAB801C-FFF7-8616-F6BD-95C45630E6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1379" y="1976734"/>
            <a:ext cx="4625223" cy="1596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/>
              <a:t>Highly </a:t>
            </a:r>
            <a:r>
              <a:rPr lang="pl-PL" dirty="0" err="1"/>
              <a:t>imbalanced</a:t>
            </a:r>
            <a:r>
              <a:rPr lang="pl-PL" dirty="0"/>
              <a:t> target </a:t>
            </a:r>
            <a:r>
              <a:rPr lang="pl-PL" dirty="0" err="1"/>
              <a:t>variable</a:t>
            </a:r>
            <a:endParaRPr lang="pl-PL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dirty="0"/>
              <a:t>Separated plotting for </a:t>
            </a:r>
            <a:r>
              <a:rPr lang="en-US" dirty="0" err="1"/>
              <a:t>claim_status</a:t>
            </a:r>
            <a:r>
              <a:rPr lang="en-US" dirty="0"/>
              <a:t> 1 &amp; 0</a:t>
            </a:r>
          </a:p>
          <a:p>
            <a:pPr marL="285750" lvl="0" indent="-285750"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 err="1"/>
              <a:t>Weak</a:t>
            </a:r>
            <a:r>
              <a:rPr lang="pl-PL" dirty="0"/>
              <a:t> </a:t>
            </a:r>
            <a:r>
              <a:rPr lang="pl-PL" dirty="0" err="1"/>
              <a:t>correlations</a:t>
            </a:r>
            <a:r>
              <a:rPr lang="pl-PL" dirty="0"/>
              <a:t> with </a:t>
            </a:r>
            <a:r>
              <a:rPr lang="pl-PL" dirty="0" err="1"/>
              <a:t>claim</a:t>
            </a:r>
            <a:r>
              <a:rPr lang="pl-PL" dirty="0"/>
              <a:t> status</a:t>
            </a:r>
          </a:p>
          <a:p>
            <a:pPr marL="285750" lvl="0" indent="-285750"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 err="1"/>
              <a:t>Skewed</a:t>
            </a:r>
            <a:r>
              <a:rPr lang="pl-PL" dirty="0"/>
              <a:t> </a:t>
            </a:r>
            <a:r>
              <a:rPr lang="pl-PL" dirty="0" err="1"/>
              <a:t>Distributions</a:t>
            </a:r>
            <a:endParaRPr lang="pl-PL" dirty="0"/>
          </a:p>
          <a:p>
            <a:pPr marL="285750" lvl="0" indent="-285750"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 err="1"/>
              <a:t>Outliers</a:t>
            </a:r>
            <a:endParaRPr lang="pl-PL" dirty="0"/>
          </a:p>
          <a:p>
            <a:pPr marL="285750" lvl="0" indent="-285750"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 err="1"/>
              <a:t>Need</a:t>
            </a:r>
            <a:r>
              <a:rPr lang="pl-PL" dirty="0"/>
              <a:t> of </a:t>
            </a:r>
            <a:r>
              <a:rPr lang="pl-PL" dirty="0" err="1"/>
              <a:t>logaritmisation</a:t>
            </a:r>
            <a:endParaRPr lang="pl-PL" dirty="0"/>
          </a:p>
        </p:txBody>
      </p:sp>
      <p:grpSp>
        <p:nvGrpSpPr>
          <p:cNvPr id="1940" name="Google Shape;1940;p56">
            <a:extLst>
              <a:ext uri="{FF2B5EF4-FFF2-40B4-BE49-F238E27FC236}">
                <a16:creationId xmlns:a16="http://schemas.microsoft.com/office/drawing/2014/main" id="{1D82F38A-C2ED-C781-A37E-A66E521B87D1}"/>
              </a:ext>
            </a:extLst>
          </p:cNvPr>
          <p:cNvGrpSpPr/>
          <p:nvPr/>
        </p:nvGrpSpPr>
        <p:grpSpPr>
          <a:xfrm>
            <a:off x="117226" y="185389"/>
            <a:ext cx="3125874" cy="2073612"/>
            <a:chOff x="5132202" y="929275"/>
            <a:chExt cx="3246461" cy="2819752"/>
          </a:xfrm>
        </p:grpSpPr>
        <p:grpSp>
          <p:nvGrpSpPr>
            <p:cNvPr id="1941" name="Google Shape;1941;p56">
              <a:extLst>
                <a:ext uri="{FF2B5EF4-FFF2-40B4-BE49-F238E27FC236}">
                  <a16:creationId xmlns:a16="http://schemas.microsoft.com/office/drawing/2014/main" id="{0273905A-F16D-9F81-4556-92B9D7B28287}"/>
                </a:ext>
              </a:extLst>
            </p:cNvPr>
            <p:cNvGrpSpPr/>
            <p:nvPr/>
          </p:nvGrpSpPr>
          <p:grpSpPr>
            <a:xfrm>
              <a:off x="5132202" y="929275"/>
              <a:ext cx="3246461" cy="2819752"/>
              <a:chOff x="5132202" y="929275"/>
              <a:chExt cx="3246461" cy="2819752"/>
            </a:xfrm>
          </p:grpSpPr>
          <p:sp>
            <p:nvSpPr>
              <p:cNvPr id="1942" name="Google Shape;1942;p56">
                <a:extLst>
                  <a:ext uri="{FF2B5EF4-FFF2-40B4-BE49-F238E27FC236}">
                    <a16:creationId xmlns:a16="http://schemas.microsoft.com/office/drawing/2014/main" id="{82E66BCC-14B9-0FEA-DD32-2182E3283CB4}"/>
                  </a:ext>
                </a:extLst>
              </p:cNvPr>
              <p:cNvSpPr/>
              <p:nvPr/>
            </p:nvSpPr>
            <p:spPr>
              <a:xfrm>
                <a:off x="5132202" y="929275"/>
                <a:ext cx="3246461" cy="2819752"/>
              </a:xfrm>
              <a:custGeom>
                <a:avLst/>
                <a:gdLst/>
                <a:ahLst/>
                <a:cxnLst/>
                <a:rect l="l" t="t" r="r" b="b"/>
                <a:pathLst>
                  <a:path w="168254" h="146139" extrusionOk="0">
                    <a:moveTo>
                      <a:pt x="4437" y="1"/>
                    </a:moveTo>
                    <a:cubicBezTo>
                      <a:pt x="2002" y="1"/>
                      <a:pt x="0" y="1969"/>
                      <a:pt x="0" y="4437"/>
                    </a:cubicBezTo>
                    <a:lnTo>
                      <a:pt x="0" y="141702"/>
                    </a:lnTo>
                    <a:cubicBezTo>
                      <a:pt x="0" y="144137"/>
                      <a:pt x="2002" y="146139"/>
                      <a:pt x="4437" y="146139"/>
                    </a:cubicBezTo>
                    <a:lnTo>
                      <a:pt x="163817" y="146139"/>
                    </a:lnTo>
                    <a:cubicBezTo>
                      <a:pt x="166252" y="146139"/>
                      <a:pt x="168254" y="144137"/>
                      <a:pt x="168254" y="141702"/>
                    </a:cubicBezTo>
                    <a:lnTo>
                      <a:pt x="168254" y="4437"/>
                    </a:lnTo>
                    <a:cubicBezTo>
                      <a:pt x="168254" y="1969"/>
                      <a:pt x="166252" y="1"/>
                      <a:pt x="163817" y="1"/>
                    </a:cubicBezTo>
                    <a:close/>
                  </a:path>
                </a:pathLst>
              </a:custGeom>
              <a:solidFill>
                <a:srgbClr val="733C9B">
                  <a:alpha val="33020"/>
                </a:srgbClr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56">
                <a:extLst>
                  <a:ext uri="{FF2B5EF4-FFF2-40B4-BE49-F238E27FC236}">
                    <a16:creationId xmlns:a16="http://schemas.microsoft.com/office/drawing/2014/main" id="{F54F17AA-D55F-A344-5C0C-CAF0C45D4547}"/>
                  </a:ext>
                </a:extLst>
              </p:cNvPr>
              <p:cNvSpPr/>
              <p:nvPr/>
            </p:nvSpPr>
            <p:spPr>
              <a:xfrm>
                <a:off x="5369582" y="1106294"/>
                <a:ext cx="39285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5" extrusionOk="0">
                    <a:moveTo>
                      <a:pt x="1035" y="0"/>
                    </a:moveTo>
                    <a:cubicBezTo>
                      <a:pt x="468" y="0"/>
                      <a:pt x="1" y="467"/>
                      <a:pt x="1" y="1034"/>
                    </a:cubicBezTo>
                    <a:cubicBezTo>
                      <a:pt x="1" y="1601"/>
                      <a:pt x="468" y="2035"/>
                      <a:pt x="1035" y="2035"/>
                    </a:cubicBezTo>
                    <a:cubicBezTo>
                      <a:pt x="1602" y="2035"/>
                      <a:pt x="2035" y="1601"/>
                      <a:pt x="2035" y="1034"/>
                    </a:cubicBezTo>
                    <a:cubicBezTo>
                      <a:pt x="2035" y="467"/>
                      <a:pt x="1602" y="0"/>
                      <a:pt x="10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56">
                <a:extLst>
                  <a:ext uri="{FF2B5EF4-FFF2-40B4-BE49-F238E27FC236}">
                    <a16:creationId xmlns:a16="http://schemas.microsoft.com/office/drawing/2014/main" id="{AB30CE3C-F00C-47F3-5C71-375622031F33}"/>
                  </a:ext>
                </a:extLst>
              </p:cNvPr>
              <p:cNvSpPr/>
              <p:nvPr/>
            </p:nvSpPr>
            <p:spPr>
              <a:xfrm>
                <a:off x="5347466" y="32753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2169" y="1"/>
                    </a:moveTo>
                    <a:cubicBezTo>
                      <a:pt x="1969" y="1"/>
                      <a:pt x="1835" y="134"/>
                      <a:pt x="1802" y="334"/>
                    </a:cubicBezTo>
                    <a:cubicBezTo>
                      <a:pt x="1769" y="735"/>
                      <a:pt x="1669" y="1135"/>
                      <a:pt x="1502" y="1535"/>
                    </a:cubicBezTo>
                    <a:cubicBezTo>
                      <a:pt x="1402" y="1735"/>
                      <a:pt x="1202" y="1902"/>
                      <a:pt x="968" y="1902"/>
                    </a:cubicBezTo>
                    <a:lnTo>
                      <a:pt x="568" y="1902"/>
                    </a:lnTo>
                    <a:cubicBezTo>
                      <a:pt x="234" y="1902"/>
                      <a:pt x="1" y="2136"/>
                      <a:pt x="1" y="2436"/>
                    </a:cubicBezTo>
                    <a:lnTo>
                      <a:pt x="1" y="5038"/>
                    </a:lnTo>
                    <a:cubicBezTo>
                      <a:pt x="1" y="5305"/>
                      <a:pt x="201" y="5505"/>
                      <a:pt x="468" y="5505"/>
                    </a:cubicBezTo>
                    <a:lnTo>
                      <a:pt x="3770" y="5505"/>
                    </a:lnTo>
                    <a:cubicBezTo>
                      <a:pt x="3970" y="5505"/>
                      <a:pt x="4170" y="5338"/>
                      <a:pt x="4170" y="5105"/>
                    </a:cubicBezTo>
                    <a:cubicBezTo>
                      <a:pt x="4170" y="4938"/>
                      <a:pt x="4070" y="4804"/>
                      <a:pt x="3903" y="4738"/>
                    </a:cubicBezTo>
                    <a:cubicBezTo>
                      <a:pt x="3903" y="4738"/>
                      <a:pt x="3903" y="4704"/>
                      <a:pt x="3903" y="4704"/>
                    </a:cubicBezTo>
                    <a:lnTo>
                      <a:pt x="4037" y="4704"/>
                    </a:lnTo>
                    <a:cubicBezTo>
                      <a:pt x="4304" y="4704"/>
                      <a:pt x="4504" y="4504"/>
                      <a:pt x="4504" y="4237"/>
                    </a:cubicBezTo>
                    <a:cubicBezTo>
                      <a:pt x="4504" y="4037"/>
                      <a:pt x="4370" y="3870"/>
                      <a:pt x="4204" y="3804"/>
                    </a:cubicBezTo>
                    <a:cubicBezTo>
                      <a:pt x="4204" y="3804"/>
                      <a:pt x="4204" y="3804"/>
                      <a:pt x="4204" y="3770"/>
                    </a:cubicBezTo>
                    <a:lnTo>
                      <a:pt x="4337" y="3770"/>
                    </a:lnTo>
                    <a:cubicBezTo>
                      <a:pt x="4604" y="3770"/>
                      <a:pt x="4804" y="3570"/>
                      <a:pt x="4804" y="3303"/>
                    </a:cubicBezTo>
                    <a:cubicBezTo>
                      <a:pt x="4804" y="3103"/>
                      <a:pt x="4704" y="2936"/>
                      <a:pt x="4504" y="2870"/>
                    </a:cubicBezTo>
                    <a:cubicBezTo>
                      <a:pt x="4504" y="2870"/>
                      <a:pt x="4504" y="2836"/>
                      <a:pt x="4504" y="2836"/>
                    </a:cubicBezTo>
                    <a:lnTo>
                      <a:pt x="4571" y="2836"/>
                    </a:lnTo>
                    <a:cubicBezTo>
                      <a:pt x="4837" y="2836"/>
                      <a:pt x="5071" y="2603"/>
                      <a:pt x="5038" y="2336"/>
                    </a:cubicBezTo>
                    <a:cubicBezTo>
                      <a:pt x="5038" y="2069"/>
                      <a:pt x="4837" y="1902"/>
                      <a:pt x="4571" y="1902"/>
                    </a:cubicBezTo>
                    <a:lnTo>
                      <a:pt x="3136" y="1902"/>
                    </a:lnTo>
                    <a:cubicBezTo>
                      <a:pt x="2969" y="1902"/>
                      <a:pt x="2869" y="1769"/>
                      <a:pt x="2869" y="1602"/>
                    </a:cubicBezTo>
                    <a:lnTo>
                      <a:pt x="2903" y="1302"/>
                    </a:lnTo>
                    <a:cubicBezTo>
                      <a:pt x="2936" y="1002"/>
                      <a:pt x="2969" y="635"/>
                      <a:pt x="2803" y="368"/>
                    </a:cubicBezTo>
                    <a:cubicBezTo>
                      <a:pt x="2669" y="168"/>
                      <a:pt x="2436" y="1"/>
                      <a:pt x="2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56">
                <a:extLst>
                  <a:ext uri="{FF2B5EF4-FFF2-40B4-BE49-F238E27FC236}">
                    <a16:creationId xmlns:a16="http://schemas.microsoft.com/office/drawing/2014/main" id="{035F0269-0C72-3565-F953-5B6B54276773}"/>
                  </a:ext>
                </a:extLst>
              </p:cNvPr>
              <p:cNvSpPr/>
              <p:nvPr/>
            </p:nvSpPr>
            <p:spPr>
              <a:xfrm>
                <a:off x="5308856" y="3312083"/>
                <a:ext cx="34770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3603" extrusionOk="0">
                    <a:moveTo>
                      <a:pt x="401" y="0"/>
                    </a:moveTo>
                    <a:cubicBezTo>
                      <a:pt x="167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167" y="3603"/>
                      <a:pt x="401" y="3603"/>
                    </a:cubicBezTo>
                    <a:lnTo>
                      <a:pt x="1401" y="3603"/>
                    </a:lnTo>
                    <a:cubicBezTo>
                      <a:pt x="1635" y="3603"/>
                      <a:pt x="1802" y="3436"/>
                      <a:pt x="1802" y="3203"/>
                    </a:cubicBezTo>
                    <a:lnTo>
                      <a:pt x="1802" y="434"/>
                    </a:lnTo>
                    <a:cubicBezTo>
                      <a:pt x="1802" y="200"/>
                      <a:pt x="1601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56">
                <a:extLst>
                  <a:ext uri="{FF2B5EF4-FFF2-40B4-BE49-F238E27FC236}">
                    <a16:creationId xmlns:a16="http://schemas.microsoft.com/office/drawing/2014/main" id="{EC6E87B6-A3FB-A30F-5197-BB51CB20A7A2}"/>
                  </a:ext>
                </a:extLst>
              </p:cNvPr>
              <p:cNvSpPr/>
              <p:nvPr/>
            </p:nvSpPr>
            <p:spPr>
              <a:xfrm>
                <a:off x="5536061" y="33120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1301" y="0"/>
                    </a:moveTo>
                    <a:cubicBezTo>
                      <a:pt x="1068" y="0"/>
                      <a:pt x="901" y="200"/>
                      <a:pt x="901" y="401"/>
                    </a:cubicBezTo>
                    <a:cubicBezTo>
                      <a:pt x="901" y="567"/>
                      <a:pt x="1001" y="734"/>
                      <a:pt x="1134" y="801"/>
                    </a:cubicBezTo>
                    <a:cubicBezTo>
                      <a:pt x="1134" y="801"/>
                      <a:pt x="1168" y="801"/>
                      <a:pt x="1168" y="834"/>
                    </a:cubicBezTo>
                    <a:lnTo>
                      <a:pt x="1001" y="834"/>
                    </a:lnTo>
                    <a:cubicBezTo>
                      <a:pt x="768" y="834"/>
                      <a:pt x="534" y="1034"/>
                      <a:pt x="534" y="1301"/>
                    </a:cubicBezTo>
                    <a:cubicBezTo>
                      <a:pt x="534" y="1501"/>
                      <a:pt x="667" y="1668"/>
                      <a:pt x="834" y="1735"/>
                    </a:cubicBezTo>
                    <a:cubicBezTo>
                      <a:pt x="834" y="1735"/>
                      <a:pt x="834" y="1768"/>
                      <a:pt x="834" y="1768"/>
                    </a:cubicBezTo>
                    <a:lnTo>
                      <a:pt x="701" y="1768"/>
                    </a:lnTo>
                    <a:cubicBezTo>
                      <a:pt x="434" y="1768"/>
                      <a:pt x="234" y="1968"/>
                      <a:pt x="234" y="2235"/>
                    </a:cubicBezTo>
                    <a:cubicBezTo>
                      <a:pt x="234" y="2435"/>
                      <a:pt x="367" y="2602"/>
                      <a:pt x="534" y="2669"/>
                    </a:cubicBezTo>
                    <a:cubicBezTo>
                      <a:pt x="534" y="2702"/>
                      <a:pt x="534" y="2702"/>
                      <a:pt x="534" y="2702"/>
                    </a:cubicBezTo>
                    <a:lnTo>
                      <a:pt x="467" y="2702"/>
                    </a:lnTo>
                    <a:cubicBezTo>
                      <a:pt x="200" y="2702"/>
                      <a:pt x="0" y="2936"/>
                      <a:pt x="0" y="3203"/>
                    </a:cubicBezTo>
                    <a:cubicBezTo>
                      <a:pt x="0" y="3436"/>
                      <a:pt x="234" y="3636"/>
                      <a:pt x="467" y="3636"/>
                    </a:cubicBezTo>
                    <a:lnTo>
                      <a:pt x="1935" y="3636"/>
                    </a:lnTo>
                    <a:cubicBezTo>
                      <a:pt x="2068" y="3636"/>
                      <a:pt x="2202" y="3770"/>
                      <a:pt x="2169" y="3903"/>
                    </a:cubicBezTo>
                    <a:lnTo>
                      <a:pt x="2135" y="4237"/>
                    </a:lnTo>
                    <a:cubicBezTo>
                      <a:pt x="2102" y="4503"/>
                      <a:pt x="2068" y="4870"/>
                      <a:pt x="2235" y="5137"/>
                    </a:cubicBezTo>
                    <a:cubicBezTo>
                      <a:pt x="2369" y="5371"/>
                      <a:pt x="2636" y="5504"/>
                      <a:pt x="2902" y="5504"/>
                    </a:cubicBezTo>
                    <a:cubicBezTo>
                      <a:pt x="3069" y="5504"/>
                      <a:pt x="3236" y="5371"/>
                      <a:pt x="3236" y="5204"/>
                    </a:cubicBezTo>
                    <a:cubicBezTo>
                      <a:pt x="3269" y="4770"/>
                      <a:pt x="3369" y="4370"/>
                      <a:pt x="3536" y="4003"/>
                    </a:cubicBezTo>
                    <a:cubicBezTo>
                      <a:pt x="3636" y="3770"/>
                      <a:pt x="3870" y="3636"/>
                      <a:pt x="4103" y="3636"/>
                    </a:cubicBezTo>
                    <a:lnTo>
                      <a:pt x="4504" y="3636"/>
                    </a:lnTo>
                    <a:cubicBezTo>
                      <a:pt x="4804" y="3636"/>
                      <a:pt x="5071" y="3369"/>
                      <a:pt x="5071" y="3069"/>
                    </a:cubicBezTo>
                    <a:lnTo>
                      <a:pt x="5071" y="467"/>
                    </a:lnTo>
                    <a:cubicBezTo>
                      <a:pt x="5071" y="200"/>
                      <a:pt x="4837" y="0"/>
                      <a:pt x="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56">
                <a:extLst>
                  <a:ext uri="{FF2B5EF4-FFF2-40B4-BE49-F238E27FC236}">
                    <a16:creationId xmlns:a16="http://schemas.microsoft.com/office/drawing/2014/main" id="{C4D76A5B-7720-387D-AFD1-6365823756C5}"/>
                  </a:ext>
                </a:extLst>
              </p:cNvPr>
              <p:cNvSpPr/>
              <p:nvPr/>
            </p:nvSpPr>
            <p:spPr>
              <a:xfrm>
                <a:off x="5637111" y="3312083"/>
                <a:ext cx="35426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603" extrusionOk="0">
                    <a:moveTo>
                      <a:pt x="434" y="0"/>
                    </a:moveTo>
                    <a:cubicBezTo>
                      <a:pt x="201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201" y="3603"/>
                      <a:pt x="434" y="3603"/>
                    </a:cubicBezTo>
                    <a:lnTo>
                      <a:pt x="1401" y="3603"/>
                    </a:lnTo>
                    <a:cubicBezTo>
                      <a:pt x="1635" y="3603"/>
                      <a:pt x="1835" y="3436"/>
                      <a:pt x="1835" y="3203"/>
                    </a:cubicBezTo>
                    <a:lnTo>
                      <a:pt x="1835" y="434"/>
                    </a:lnTo>
                    <a:cubicBezTo>
                      <a:pt x="1835" y="200"/>
                      <a:pt x="1635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56">
                <a:extLst>
                  <a:ext uri="{FF2B5EF4-FFF2-40B4-BE49-F238E27FC236}">
                    <a16:creationId xmlns:a16="http://schemas.microsoft.com/office/drawing/2014/main" id="{6F357D85-8C87-654E-B0A7-E1B14E0C1A9E}"/>
                  </a:ext>
                </a:extLst>
              </p:cNvPr>
              <p:cNvSpPr/>
              <p:nvPr/>
            </p:nvSpPr>
            <p:spPr>
              <a:xfrm>
                <a:off x="6005926" y="3312083"/>
                <a:ext cx="105563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5471" y="434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56">
                <a:extLst>
                  <a:ext uri="{FF2B5EF4-FFF2-40B4-BE49-F238E27FC236}">
                    <a16:creationId xmlns:a16="http://schemas.microsoft.com/office/drawing/2014/main" id="{1CF36F97-1E36-EF3D-AC01-99186673E2E6}"/>
                  </a:ext>
                </a:extLst>
              </p:cNvPr>
              <p:cNvSpPr/>
              <p:nvPr/>
            </p:nvSpPr>
            <p:spPr>
              <a:xfrm>
                <a:off x="6005926" y="3324953"/>
                <a:ext cx="105563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01" extrusionOk="0">
                    <a:moveTo>
                      <a:pt x="0" y="0"/>
                    </a:moveTo>
                    <a:lnTo>
                      <a:pt x="0" y="401"/>
                    </a:lnTo>
                    <a:lnTo>
                      <a:pt x="5471" y="401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56">
                <a:extLst>
                  <a:ext uri="{FF2B5EF4-FFF2-40B4-BE49-F238E27FC236}">
                    <a16:creationId xmlns:a16="http://schemas.microsoft.com/office/drawing/2014/main" id="{33863CFC-2457-8574-5248-DF71C0AA7B54}"/>
                  </a:ext>
                </a:extLst>
              </p:cNvPr>
              <p:cNvSpPr/>
              <p:nvPr/>
            </p:nvSpPr>
            <p:spPr>
              <a:xfrm>
                <a:off x="6005926" y="3337187"/>
                <a:ext cx="32840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1701" y="434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56">
                <a:extLst>
                  <a:ext uri="{FF2B5EF4-FFF2-40B4-BE49-F238E27FC236}">
                    <a16:creationId xmlns:a16="http://schemas.microsoft.com/office/drawing/2014/main" id="{5F7CC7D6-7570-D1B3-52B5-864B0CD9695A}"/>
                  </a:ext>
                </a:extLst>
              </p:cNvPr>
              <p:cNvSpPr/>
              <p:nvPr/>
            </p:nvSpPr>
            <p:spPr>
              <a:xfrm>
                <a:off x="6005926" y="3349401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56">
                <a:extLst>
                  <a:ext uri="{FF2B5EF4-FFF2-40B4-BE49-F238E27FC236}">
                    <a16:creationId xmlns:a16="http://schemas.microsoft.com/office/drawing/2014/main" id="{1B662175-3AFE-5D91-D398-E2EEA6D9B557}"/>
                  </a:ext>
                </a:extLst>
              </p:cNvPr>
              <p:cNvSpPr/>
              <p:nvPr/>
            </p:nvSpPr>
            <p:spPr>
              <a:xfrm>
                <a:off x="6005926" y="3362291"/>
                <a:ext cx="32840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01" extrusionOk="0">
                    <a:moveTo>
                      <a:pt x="0" y="0"/>
                    </a:moveTo>
                    <a:lnTo>
                      <a:pt x="0" y="400"/>
                    </a:lnTo>
                    <a:lnTo>
                      <a:pt x="1701" y="400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56">
                <a:extLst>
                  <a:ext uri="{FF2B5EF4-FFF2-40B4-BE49-F238E27FC236}">
                    <a16:creationId xmlns:a16="http://schemas.microsoft.com/office/drawing/2014/main" id="{38E4B475-A768-EA18-BF34-70776EF62B1E}"/>
                  </a:ext>
                </a:extLst>
              </p:cNvPr>
              <p:cNvSpPr/>
              <p:nvPr/>
            </p:nvSpPr>
            <p:spPr>
              <a:xfrm>
                <a:off x="6005926" y="3374505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56">
                <a:extLst>
                  <a:ext uri="{FF2B5EF4-FFF2-40B4-BE49-F238E27FC236}">
                    <a16:creationId xmlns:a16="http://schemas.microsoft.com/office/drawing/2014/main" id="{57437043-D4B1-B767-14E3-02BCC08BA3C5}"/>
                  </a:ext>
                </a:extLst>
              </p:cNvPr>
              <p:cNvSpPr/>
              <p:nvPr/>
            </p:nvSpPr>
            <p:spPr>
              <a:xfrm>
                <a:off x="6058043" y="3337187"/>
                <a:ext cx="44436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302" extrusionOk="0">
                    <a:moveTo>
                      <a:pt x="1002" y="0"/>
                    </a:moveTo>
                    <a:cubicBezTo>
                      <a:pt x="868" y="0"/>
                      <a:pt x="768" y="100"/>
                      <a:pt x="768" y="234"/>
                    </a:cubicBezTo>
                    <a:lnTo>
                      <a:pt x="768" y="534"/>
                    </a:lnTo>
                    <a:cubicBezTo>
                      <a:pt x="768" y="667"/>
                      <a:pt x="668" y="767"/>
                      <a:pt x="535" y="767"/>
                    </a:cubicBezTo>
                    <a:lnTo>
                      <a:pt x="234" y="767"/>
                    </a:lnTo>
                    <a:cubicBezTo>
                      <a:pt x="101" y="767"/>
                      <a:pt x="1" y="867"/>
                      <a:pt x="1" y="1001"/>
                    </a:cubicBezTo>
                    <a:lnTo>
                      <a:pt x="1" y="1301"/>
                    </a:lnTo>
                    <a:cubicBezTo>
                      <a:pt x="1" y="1435"/>
                      <a:pt x="101" y="1535"/>
                      <a:pt x="234" y="1535"/>
                    </a:cubicBezTo>
                    <a:lnTo>
                      <a:pt x="535" y="1535"/>
                    </a:lnTo>
                    <a:cubicBezTo>
                      <a:pt x="668" y="1535"/>
                      <a:pt x="768" y="1668"/>
                      <a:pt x="768" y="1801"/>
                    </a:cubicBezTo>
                    <a:lnTo>
                      <a:pt x="768" y="2068"/>
                    </a:lnTo>
                    <a:cubicBezTo>
                      <a:pt x="768" y="2202"/>
                      <a:pt x="868" y="2302"/>
                      <a:pt x="1002" y="2302"/>
                    </a:cubicBezTo>
                    <a:lnTo>
                      <a:pt x="1302" y="2302"/>
                    </a:lnTo>
                    <a:cubicBezTo>
                      <a:pt x="1435" y="2302"/>
                      <a:pt x="1535" y="2202"/>
                      <a:pt x="1535" y="2068"/>
                    </a:cubicBezTo>
                    <a:lnTo>
                      <a:pt x="1535" y="1801"/>
                    </a:lnTo>
                    <a:cubicBezTo>
                      <a:pt x="1535" y="1668"/>
                      <a:pt x="1635" y="1535"/>
                      <a:pt x="1802" y="1535"/>
                    </a:cubicBezTo>
                    <a:lnTo>
                      <a:pt x="2069" y="1535"/>
                    </a:lnTo>
                    <a:cubicBezTo>
                      <a:pt x="2203" y="1535"/>
                      <a:pt x="2303" y="1435"/>
                      <a:pt x="2303" y="1301"/>
                    </a:cubicBezTo>
                    <a:lnTo>
                      <a:pt x="2303" y="1001"/>
                    </a:lnTo>
                    <a:cubicBezTo>
                      <a:pt x="2303" y="867"/>
                      <a:pt x="2203" y="767"/>
                      <a:pt x="2069" y="767"/>
                    </a:cubicBezTo>
                    <a:lnTo>
                      <a:pt x="1802" y="767"/>
                    </a:lnTo>
                    <a:cubicBezTo>
                      <a:pt x="1669" y="767"/>
                      <a:pt x="1535" y="667"/>
                      <a:pt x="1535" y="534"/>
                    </a:cubicBezTo>
                    <a:lnTo>
                      <a:pt x="1535" y="234"/>
                    </a:lnTo>
                    <a:cubicBezTo>
                      <a:pt x="1535" y="100"/>
                      <a:pt x="1435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56">
                <a:extLst>
                  <a:ext uri="{FF2B5EF4-FFF2-40B4-BE49-F238E27FC236}">
                    <a16:creationId xmlns:a16="http://schemas.microsoft.com/office/drawing/2014/main" id="{1682598E-E63A-CEB3-169A-51C9F9E80936}"/>
                  </a:ext>
                </a:extLst>
              </p:cNvPr>
              <p:cNvSpPr/>
              <p:nvPr/>
            </p:nvSpPr>
            <p:spPr>
              <a:xfrm>
                <a:off x="6244708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1" y="1"/>
                      <a:pt x="1" y="167"/>
                      <a:pt x="1" y="401"/>
                    </a:cubicBezTo>
                    <a:cubicBezTo>
                      <a:pt x="1" y="634"/>
                      <a:pt x="201" y="835"/>
                      <a:pt x="434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56">
                <a:extLst>
                  <a:ext uri="{FF2B5EF4-FFF2-40B4-BE49-F238E27FC236}">
                    <a16:creationId xmlns:a16="http://schemas.microsoft.com/office/drawing/2014/main" id="{569FA591-657F-F1CD-89F8-7B1D3FAFD3FE}"/>
                  </a:ext>
                </a:extLst>
              </p:cNvPr>
              <p:cNvSpPr/>
              <p:nvPr/>
            </p:nvSpPr>
            <p:spPr>
              <a:xfrm>
                <a:off x="6278186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00" y="1"/>
                    </a:moveTo>
                    <a:cubicBezTo>
                      <a:pt x="167" y="1"/>
                      <a:pt x="0" y="167"/>
                      <a:pt x="0" y="401"/>
                    </a:cubicBezTo>
                    <a:cubicBezTo>
                      <a:pt x="0" y="634"/>
                      <a:pt x="167" y="835"/>
                      <a:pt x="400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56">
                <a:extLst>
                  <a:ext uri="{FF2B5EF4-FFF2-40B4-BE49-F238E27FC236}">
                    <a16:creationId xmlns:a16="http://schemas.microsoft.com/office/drawing/2014/main" id="{0F9DDDDA-51FF-507A-260D-C28A48F3CDDE}"/>
                  </a:ext>
                </a:extLst>
              </p:cNvPr>
              <p:cNvSpPr/>
              <p:nvPr/>
            </p:nvSpPr>
            <p:spPr>
              <a:xfrm>
                <a:off x="6311007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0" y="1"/>
                      <a:pt x="0" y="167"/>
                      <a:pt x="0" y="401"/>
                    </a:cubicBezTo>
                    <a:cubicBezTo>
                      <a:pt x="0" y="634"/>
                      <a:pt x="200" y="835"/>
                      <a:pt x="434" y="835"/>
                    </a:cubicBezTo>
                    <a:cubicBezTo>
                      <a:pt x="667" y="835"/>
                      <a:pt x="834" y="634"/>
                      <a:pt x="834" y="401"/>
                    </a:cubicBezTo>
                    <a:cubicBezTo>
                      <a:pt x="834" y="167"/>
                      <a:pt x="667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3" name="Google Shape;1963;p56">
              <a:extLst>
                <a:ext uri="{FF2B5EF4-FFF2-40B4-BE49-F238E27FC236}">
                  <a16:creationId xmlns:a16="http://schemas.microsoft.com/office/drawing/2014/main" id="{18ECD079-88A3-8ADD-C433-E9E3BFD9DEE4}"/>
                </a:ext>
              </a:extLst>
            </p:cNvPr>
            <p:cNvSpPr/>
            <p:nvPr/>
          </p:nvSpPr>
          <p:spPr>
            <a:xfrm>
              <a:off x="5250638" y="1371475"/>
              <a:ext cx="3004463" cy="1813113"/>
            </a:xfrm>
            <a:custGeom>
              <a:avLst/>
              <a:gdLst/>
              <a:ahLst/>
              <a:cxnLst/>
              <a:rect l="l" t="t" r="r" b="b"/>
              <a:pathLst>
                <a:path w="155712" h="93968" extrusionOk="0">
                  <a:moveTo>
                    <a:pt x="0" y="0"/>
                  </a:moveTo>
                  <a:lnTo>
                    <a:pt x="0" y="93968"/>
                  </a:lnTo>
                  <a:lnTo>
                    <a:pt x="155711" y="93968"/>
                  </a:lnTo>
                  <a:lnTo>
                    <a:pt x="155711" y="0"/>
                  </a:lnTo>
                  <a:close/>
                </a:path>
              </a:pathLst>
            </a:custGeom>
            <a:solidFill>
              <a:srgbClr val="F1F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65" name="Google Shape;1965;p56">
            <a:extLst>
              <a:ext uri="{FF2B5EF4-FFF2-40B4-BE49-F238E27FC236}">
                <a16:creationId xmlns:a16="http://schemas.microsoft.com/office/drawing/2014/main" id="{2B3A391F-3714-7CAD-A66A-B1F1B019BD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6">
            <a:off x="4469080" y="58397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56">
            <a:extLst>
              <a:ext uri="{FF2B5EF4-FFF2-40B4-BE49-F238E27FC236}">
                <a16:creationId xmlns:a16="http://schemas.microsoft.com/office/drawing/2014/main" id="{6D2004B1-8E61-C502-F0FB-D3922B0D28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406513">
            <a:off x="4543282" y="4014147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7" name="Google Shape;1967;p56">
            <a:extLst>
              <a:ext uri="{FF2B5EF4-FFF2-40B4-BE49-F238E27FC236}">
                <a16:creationId xmlns:a16="http://schemas.microsoft.com/office/drawing/2014/main" id="{DAAB5598-1F0A-7DD0-3127-CA784290B9AE}"/>
              </a:ext>
            </a:extLst>
          </p:cNvPr>
          <p:cNvGrpSpPr/>
          <p:nvPr/>
        </p:nvGrpSpPr>
        <p:grpSpPr>
          <a:xfrm>
            <a:off x="864100" y="4424850"/>
            <a:ext cx="76825" cy="76800"/>
            <a:chOff x="3104875" y="1099400"/>
            <a:chExt cx="76825" cy="76800"/>
          </a:xfrm>
        </p:grpSpPr>
        <p:sp>
          <p:nvSpPr>
            <p:cNvPr id="1968" name="Google Shape;1968;p56">
              <a:extLst>
                <a:ext uri="{FF2B5EF4-FFF2-40B4-BE49-F238E27FC236}">
                  <a16:creationId xmlns:a16="http://schemas.microsoft.com/office/drawing/2014/main" id="{45F08C8A-0958-F1DE-E3C3-22F361BA27B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6">
              <a:extLst>
                <a:ext uri="{FF2B5EF4-FFF2-40B4-BE49-F238E27FC236}">
                  <a16:creationId xmlns:a16="http://schemas.microsoft.com/office/drawing/2014/main" id="{731027DD-2DAE-900D-9E27-FC285179933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1970;p56">
            <a:extLst>
              <a:ext uri="{FF2B5EF4-FFF2-40B4-BE49-F238E27FC236}">
                <a16:creationId xmlns:a16="http://schemas.microsoft.com/office/drawing/2014/main" id="{DDC85CFC-A9D9-47AC-1FB9-B8A7C0F7EA16}"/>
              </a:ext>
            </a:extLst>
          </p:cNvPr>
          <p:cNvGrpSpPr/>
          <p:nvPr/>
        </p:nvGrpSpPr>
        <p:grpSpPr>
          <a:xfrm>
            <a:off x="3191534" y="2206666"/>
            <a:ext cx="107533" cy="100328"/>
            <a:chOff x="3104875" y="1099400"/>
            <a:chExt cx="76825" cy="76800"/>
          </a:xfrm>
        </p:grpSpPr>
        <p:sp>
          <p:nvSpPr>
            <p:cNvPr id="1971" name="Google Shape;1971;p56">
              <a:extLst>
                <a:ext uri="{FF2B5EF4-FFF2-40B4-BE49-F238E27FC236}">
                  <a16:creationId xmlns:a16="http://schemas.microsoft.com/office/drawing/2014/main" id="{BA52A58E-FD81-C603-3A20-2DCC680AE23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6">
              <a:extLst>
                <a:ext uri="{FF2B5EF4-FFF2-40B4-BE49-F238E27FC236}">
                  <a16:creationId xmlns:a16="http://schemas.microsoft.com/office/drawing/2014/main" id="{3910E41E-9811-EE5C-B09A-C3E0E16FA46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3" name="Google Shape;1973;p56">
            <a:extLst>
              <a:ext uri="{FF2B5EF4-FFF2-40B4-BE49-F238E27FC236}">
                <a16:creationId xmlns:a16="http://schemas.microsoft.com/office/drawing/2014/main" id="{C92397B4-87C1-B981-781C-0AAF5D1675C5}"/>
              </a:ext>
            </a:extLst>
          </p:cNvPr>
          <p:cNvGrpSpPr/>
          <p:nvPr/>
        </p:nvGrpSpPr>
        <p:grpSpPr>
          <a:xfrm>
            <a:off x="6158550" y="3879375"/>
            <a:ext cx="76825" cy="76800"/>
            <a:chOff x="3104875" y="1099400"/>
            <a:chExt cx="76825" cy="76800"/>
          </a:xfrm>
        </p:grpSpPr>
        <p:sp>
          <p:nvSpPr>
            <p:cNvPr id="1974" name="Google Shape;1974;p56">
              <a:extLst>
                <a:ext uri="{FF2B5EF4-FFF2-40B4-BE49-F238E27FC236}">
                  <a16:creationId xmlns:a16="http://schemas.microsoft.com/office/drawing/2014/main" id="{3EF229AA-7778-0DE4-042D-B76B1B2F468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6">
              <a:extLst>
                <a:ext uri="{FF2B5EF4-FFF2-40B4-BE49-F238E27FC236}">
                  <a16:creationId xmlns:a16="http://schemas.microsoft.com/office/drawing/2014/main" id="{295CCE29-5B5B-562F-4F4D-82F215A7E8F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940;p56">
            <a:extLst>
              <a:ext uri="{FF2B5EF4-FFF2-40B4-BE49-F238E27FC236}">
                <a16:creationId xmlns:a16="http://schemas.microsoft.com/office/drawing/2014/main" id="{DE54599A-3013-E026-B13B-C3FC30333130}"/>
              </a:ext>
            </a:extLst>
          </p:cNvPr>
          <p:cNvGrpSpPr/>
          <p:nvPr/>
        </p:nvGrpSpPr>
        <p:grpSpPr>
          <a:xfrm>
            <a:off x="123909" y="2953124"/>
            <a:ext cx="2532925" cy="2079094"/>
            <a:chOff x="5132202" y="929275"/>
            <a:chExt cx="3246461" cy="2819752"/>
          </a:xfrm>
        </p:grpSpPr>
        <p:grpSp>
          <p:nvGrpSpPr>
            <p:cNvPr id="3" name="Google Shape;1941;p56">
              <a:extLst>
                <a:ext uri="{FF2B5EF4-FFF2-40B4-BE49-F238E27FC236}">
                  <a16:creationId xmlns:a16="http://schemas.microsoft.com/office/drawing/2014/main" id="{C7B45AD4-861B-0AA2-2D4D-0592E76BE724}"/>
                </a:ext>
              </a:extLst>
            </p:cNvPr>
            <p:cNvGrpSpPr/>
            <p:nvPr/>
          </p:nvGrpSpPr>
          <p:grpSpPr>
            <a:xfrm>
              <a:off x="5132202" y="929275"/>
              <a:ext cx="3246461" cy="2819752"/>
              <a:chOff x="5132202" y="929275"/>
              <a:chExt cx="3246461" cy="2819752"/>
            </a:xfrm>
          </p:grpSpPr>
          <p:sp>
            <p:nvSpPr>
              <p:cNvPr id="5" name="Google Shape;1942;p56">
                <a:extLst>
                  <a:ext uri="{FF2B5EF4-FFF2-40B4-BE49-F238E27FC236}">
                    <a16:creationId xmlns:a16="http://schemas.microsoft.com/office/drawing/2014/main" id="{22EACCB1-4A12-0FDB-48AA-0E24C02D2FD9}"/>
                  </a:ext>
                </a:extLst>
              </p:cNvPr>
              <p:cNvSpPr/>
              <p:nvPr/>
            </p:nvSpPr>
            <p:spPr>
              <a:xfrm>
                <a:off x="5132202" y="929275"/>
                <a:ext cx="3246461" cy="2819752"/>
              </a:xfrm>
              <a:custGeom>
                <a:avLst/>
                <a:gdLst/>
                <a:ahLst/>
                <a:cxnLst/>
                <a:rect l="l" t="t" r="r" b="b"/>
                <a:pathLst>
                  <a:path w="168254" h="146139" extrusionOk="0">
                    <a:moveTo>
                      <a:pt x="4437" y="1"/>
                    </a:moveTo>
                    <a:cubicBezTo>
                      <a:pt x="2002" y="1"/>
                      <a:pt x="0" y="1969"/>
                      <a:pt x="0" y="4437"/>
                    </a:cubicBezTo>
                    <a:lnTo>
                      <a:pt x="0" y="141702"/>
                    </a:lnTo>
                    <a:cubicBezTo>
                      <a:pt x="0" y="144137"/>
                      <a:pt x="2002" y="146139"/>
                      <a:pt x="4437" y="146139"/>
                    </a:cubicBezTo>
                    <a:lnTo>
                      <a:pt x="163817" y="146139"/>
                    </a:lnTo>
                    <a:cubicBezTo>
                      <a:pt x="166252" y="146139"/>
                      <a:pt x="168254" y="144137"/>
                      <a:pt x="168254" y="141702"/>
                    </a:cubicBezTo>
                    <a:lnTo>
                      <a:pt x="168254" y="4437"/>
                    </a:lnTo>
                    <a:cubicBezTo>
                      <a:pt x="168254" y="1969"/>
                      <a:pt x="166252" y="1"/>
                      <a:pt x="163817" y="1"/>
                    </a:cubicBezTo>
                    <a:close/>
                  </a:path>
                </a:pathLst>
              </a:custGeom>
              <a:solidFill>
                <a:srgbClr val="733C9B">
                  <a:alpha val="33020"/>
                </a:srgbClr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1944;p56">
                <a:extLst>
                  <a:ext uri="{FF2B5EF4-FFF2-40B4-BE49-F238E27FC236}">
                    <a16:creationId xmlns:a16="http://schemas.microsoft.com/office/drawing/2014/main" id="{960DD417-DEA4-AFF2-A4D7-29F568F040A0}"/>
                  </a:ext>
                </a:extLst>
              </p:cNvPr>
              <p:cNvSpPr/>
              <p:nvPr/>
            </p:nvSpPr>
            <p:spPr>
              <a:xfrm>
                <a:off x="5369582" y="1106294"/>
                <a:ext cx="39285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5" extrusionOk="0">
                    <a:moveTo>
                      <a:pt x="1035" y="0"/>
                    </a:moveTo>
                    <a:cubicBezTo>
                      <a:pt x="468" y="0"/>
                      <a:pt x="1" y="467"/>
                      <a:pt x="1" y="1034"/>
                    </a:cubicBezTo>
                    <a:cubicBezTo>
                      <a:pt x="1" y="1601"/>
                      <a:pt x="468" y="2035"/>
                      <a:pt x="1035" y="2035"/>
                    </a:cubicBezTo>
                    <a:cubicBezTo>
                      <a:pt x="1602" y="2035"/>
                      <a:pt x="2035" y="1601"/>
                      <a:pt x="2035" y="1034"/>
                    </a:cubicBezTo>
                    <a:cubicBezTo>
                      <a:pt x="2035" y="467"/>
                      <a:pt x="1602" y="0"/>
                      <a:pt x="10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947;p56">
                <a:extLst>
                  <a:ext uri="{FF2B5EF4-FFF2-40B4-BE49-F238E27FC236}">
                    <a16:creationId xmlns:a16="http://schemas.microsoft.com/office/drawing/2014/main" id="{00A26C5A-2C57-4D2C-572C-24B6272A3E27}"/>
                  </a:ext>
                </a:extLst>
              </p:cNvPr>
              <p:cNvSpPr/>
              <p:nvPr/>
            </p:nvSpPr>
            <p:spPr>
              <a:xfrm>
                <a:off x="5347466" y="32753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2169" y="1"/>
                    </a:moveTo>
                    <a:cubicBezTo>
                      <a:pt x="1969" y="1"/>
                      <a:pt x="1835" y="134"/>
                      <a:pt x="1802" y="334"/>
                    </a:cubicBezTo>
                    <a:cubicBezTo>
                      <a:pt x="1769" y="735"/>
                      <a:pt x="1669" y="1135"/>
                      <a:pt x="1502" y="1535"/>
                    </a:cubicBezTo>
                    <a:cubicBezTo>
                      <a:pt x="1402" y="1735"/>
                      <a:pt x="1202" y="1902"/>
                      <a:pt x="968" y="1902"/>
                    </a:cubicBezTo>
                    <a:lnTo>
                      <a:pt x="568" y="1902"/>
                    </a:lnTo>
                    <a:cubicBezTo>
                      <a:pt x="234" y="1902"/>
                      <a:pt x="1" y="2136"/>
                      <a:pt x="1" y="2436"/>
                    </a:cubicBezTo>
                    <a:lnTo>
                      <a:pt x="1" y="5038"/>
                    </a:lnTo>
                    <a:cubicBezTo>
                      <a:pt x="1" y="5305"/>
                      <a:pt x="201" y="5505"/>
                      <a:pt x="468" y="5505"/>
                    </a:cubicBezTo>
                    <a:lnTo>
                      <a:pt x="3770" y="5505"/>
                    </a:lnTo>
                    <a:cubicBezTo>
                      <a:pt x="3970" y="5505"/>
                      <a:pt x="4170" y="5338"/>
                      <a:pt x="4170" y="5105"/>
                    </a:cubicBezTo>
                    <a:cubicBezTo>
                      <a:pt x="4170" y="4938"/>
                      <a:pt x="4070" y="4804"/>
                      <a:pt x="3903" y="4738"/>
                    </a:cubicBezTo>
                    <a:cubicBezTo>
                      <a:pt x="3903" y="4738"/>
                      <a:pt x="3903" y="4704"/>
                      <a:pt x="3903" y="4704"/>
                    </a:cubicBezTo>
                    <a:lnTo>
                      <a:pt x="4037" y="4704"/>
                    </a:lnTo>
                    <a:cubicBezTo>
                      <a:pt x="4304" y="4704"/>
                      <a:pt x="4504" y="4504"/>
                      <a:pt x="4504" y="4237"/>
                    </a:cubicBezTo>
                    <a:cubicBezTo>
                      <a:pt x="4504" y="4037"/>
                      <a:pt x="4370" y="3870"/>
                      <a:pt x="4204" y="3804"/>
                    </a:cubicBezTo>
                    <a:cubicBezTo>
                      <a:pt x="4204" y="3804"/>
                      <a:pt x="4204" y="3804"/>
                      <a:pt x="4204" y="3770"/>
                    </a:cubicBezTo>
                    <a:lnTo>
                      <a:pt x="4337" y="3770"/>
                    </a:lnTo>
                    <a:cubicBezTo>
                      <a:pt x="4604" y="3770"/>
                      <a:pt x="4804" y="3570"/>
                      <a:pt x="4804" y="3303"/>
                    </a:cubicBezTo>
                    <a:cubicBezTo>
                      <a:pt x="4804" y="3103"/>
                      <a:pt x="4704" y="2936"/>
                      <a:pt x="4504" y="2870"/>
                    </a:cubicBezTo>
                    <a:cubicBezTo>
                      <a:pt x="4504" y="2870"/>
                      <a:pt x="4504" y="2836"/>
                      <a:pt x="4504" y="2836"/>
                    </a:cubicBezTo>
                    <a:lnTo>
                      <a:pt x="4571" y="2836"/>
                    </a:lnTo>
                    <a:cubicBezTo>
                      <a:pt x="4837" y="2836"/>
                      <a:pt x="5071" y="2603"/>
                      <a:pt x="5038" y="2336"/>
                    </a:cubicBezTo>
                    <a:cubicBezTo>
                      <a:pt x="5038" y="2069"/>
                      <a:pt x="4837" y="1902"/>
                      <a:pt x="4571" y="1902"/>
                    </a:cubicBezTo>
                    <a:lnTo>
                      <a:pt x="3136" y="1902"/>
                    </a:lnTo>
                    <a:cubicBezTo>
                      <a:pt x="2969" y="1902"/>
                      <a:pt x="2869" y="1769"/>
                      <a:pt x="2869" y="1602"/>
                    </a:cubicBezTo>
                    <a:lnTo>
                      <a:pt x="2903" y="1302"/>
                    </a:lnTo>
                    <a:cubicBezTo>
                      <a:pt x="2936" y="1002"/>
                      <a:pt x="2969" y="635"/>
                      <a:pt x="2803" y="368"/>
                    </a:cubicBezTo>
                    <a:cubicBezTo>
                      <a:pt x="2669" y="168"/>
                      <a:pt x="2436" y="1"/>
                      <a:pt x="2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948;p56">
                <a:extLst>
                  <a:ext uri="{FF2B5EF4-FFF2-40B4-BE49-F238E27FC236}">
                    <a16:creationId xmlns:a16="http://schemas.microsoft.com/office/drawing/2014/main" id="{AF223A68-15C7-C62D-3834-D87A273889ED}"/>
                  </a:ext>
                </a:extLst>
              </p:cNvPr>
              <p:cNvSpPr/>
              <p:nvPr/>
            </p:nvSpPr>
            <p:spPr>
              <a:xfrm>
                <a:off x="5308856" y="3312083"/>
                <a:ext cx="34770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3603" extrusionOk="0">
                    <a:moveTo>
                      <a:pt x="401" y="0"/>
                    </a:moveTo>
                    <a:cubicBezTo>
                      <a:pt x="167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167" y="3603"/>
                      <a:pt x="401" y="3603"/>
                    </a:cubicBezTo>
                    <a:lnTo>
                      <a:pt x="1401" y="3603"/>
                    </a:lnTo>
                    <a:cubicBezTo>
                      <a:pt x="1635" y="3603"/>
                      <a:pt x="1802" y="3436"/>
                      <a:pt x="1802" y="3203"/>
                    </a:cubicBezTo>
                    <a:lnTo>
                      <a:pt x="1802" y="434"/>
                    </a:lnTo>
                    <a:cubicBezTo>
                      <a:pt x="1802" y="200"/>
                      <a:pt x="1601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949;p56">
                <a:extLst>
                  <a:ext uri="{FF2B5EF4-FFF2-40B4-BE49-F238E27FC236}">
                    <a16:creationId xmlns:a16="http://schemas.microsoft.com/office/drawing/2014/main" id="{CEF7A64D-5928-A978-9228-269678AC92DE}"/>
                  </a:ext>
                </a:extLst>
              </p:cNvPr>
              <p:cNvSpPr/>
              <p:nvPr/>
            </p:nvSpPr>
            <p:spPr>
              <a:xfrm>
                <a:off x="5536061" y="33120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1301" y="0"/>
                    </a:moveTo>
                    <a:cubicBezTo>
                      <a:pt x="1068" y="0"/>
                      <a:pt x="901" y="200"/>
                      <a:pt x="901" y="401"/>
                    </a:cubicBezTo>
                    <a:cubicBezTo>
                      <a:pt x="901" y="567"/>
                      <a:pt x="1001" y="734"/>
                      <a:pt x="1134" y="801"/>
                    </a:cubicBezTo>
                    <a:cubicBezTo>
                      <a:pt x="1134" y="801"/>
                      <a:pt x="1168" y="801"/>
                      <a:pt x="1168" y="834"/>
                    </a:cubicBezTo>
                    <a:lnTo>
                      <a:pt x="1001" y="834"/>
                    </a:lnTo>
                    <a:cubicBezTo>
                      <a:pt x="768" y="834"/>
                      <a:pt x="534" y="1034"/>
                      <a:pt x="534" y="1301"/>
                    </a:cubicBezTo>
                    <a:cubicBezTo>
                      <a:pt x="534" y="1501"/>
                      <a:pt x="667" y="1668"/>
                      <a:pt x="834" y="1735"/>
                    </a:cubicBezTo>
                    <a:cubicBezTo>
                      <a:pt x="834" y="1735"/>
                      <a:pt x="834" y="1768"/>
                      <a:pt x="834" y="1768"/>
                    </a:cubicBezTo>
                    <a:lnTo>
                      <a:pt x="701" y="1768"/>
                    </a:lnTo>
                    <a:cubicBezTo>
                      <a:pt x="434" y="1768"/>
                      <a:pt x="234" y="1968"/>
                      <a:pt x="234" y="2235"/>
                    </a:cubicBezTo>
                    <a:cubicBezTo>
                      <a:pt x="234" y="2435"/>
                      <a:pt x="367" y="2602"/>
                      <a:pt x="534" y="2669"/>
                    </a:cubicBezTo>
                    <a:cubicBezTo>
                      <a:pt x="534" y="2702"/>
                      <a:pt x="534" y="2702"/>
                      <a:pt x="534" y="2702"/>
                    </a:cubicBezTo>
                    <a:lnTo>
                      <a:pt x="467" y="2702"/>
                    </a:lnTo>
                    <a:cubicBezTo>
                      <a:pt x="200" y="2702"/>
                      <a:pt x="0" y="2936"/>
                      <a:pt x="0" y="3203"/>
                    </a:cubicBezTo>
                    <a:cubicBezTo>
                      <a:pt x="0" y="3436"/>
                      <a:pt x="234" y="3636"/>
                      <a:pt x="467" y="3636"/>
                    </a:cubicBezTo>
                    <a:lnTo>
                      <a:pt x="1935" y="3636"/>
                    </a:lnTo>
                    <a:cubicBezTo>
                      <a:pt x="2068" y="3636"/>
                      <a:pt x="2202" y="3770"/>
                      <a:pt x="2169" y="3903"/>
                    </a:cubicBezTo>
                    <a:lnTo>
                      <a:pt x="2135" y="4237"/>
                    </a:lnTo>
                    <a:cubicBezTo>
                      <a:pt x="2102" y="4503"/>
                      <a:pt x="2068" y="4870"/>
                      <a:pt x="2235" y="5137"/>
                    </a:cubicBezTo>
                    <a:cubicBezTo>
                      <a:pt x="2369" y="5371"/>
                      <a:pt x="2636" y="5504"/>
                      <a:pt x="2902" y="5504"/>
                    </a:cubicBezTo>
                    <a:cubicBezTo>
                      <a:pt x="3069" y="5504"/>
                      <a:pt x="3236" y="5371"/>
                      <a:pt x="3236" y="5204"/>
                    </a:cubicBezTo>
                    <a:cubicBezTo>
                      <a:pt x="3269" y="4770"/>
                      <a:pt x="3369" y="4370"/>
                      <a:pt x="3536" y="4003"/>
                    </a:cubicBezTo>
                    <a:cubicBezTo>
                      <a:pt x="3636" y="3770"/>
                      <a:pt x="3870" y="3636"/>
                      <a:pt x="4103" y="3636"/>
                    </a:cubicBezTo>
                    <a:lnTo>
                      <a:pt x="4504" y="3636"/>
                    </a:lnTo>
                    <a:cubicBezTo>
                      <a:pt x="4804" y="3636"/>
                      <a:pt x="5071" y="3369"/>
                      <a:pt x="5071" y="3069"/>
                    </a:cubicBezTo>
                    <a:lnTo>
                      <a:pt x="5071" y="467"/>
                    </a:lnTo>
                    <a:cubicBezTo>
                      <a:pt x="5071" y="200"/>
                      <a:pt x="4837" y="0"/>
                      <a:pt x="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950;p56">
                <a:extLst>
                  <a:ext uri="{FF2B5EF4-FFF2-40B4-BE49-F238E27FC236}">
                    <a16:creationId xmlns:a16="http://schemas.microsoft.com/office/drawing/2014/main" id="{36397156-5969-F0CD-9341-5FA54622AF82}"/>
                  </a:ext>
                </a:extLst>
              </p:cNvPr>
              <p:cNvSpPr/>
              <p:nvPr/>
            </p:nvSpPr>
            <p:spPr>
              <a:xfrm>
                <a:off x="5637111" y="3312083"/>
                <a:ext cx="35426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603" extrusionOk="0">
                    <a:moveTo>
                      <a:pt x="434" y="0"/>
                    </a:moveTo>
                    <a:cubicBezTo>
                      <a:pt x="201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201" y="3603"/>
                      <a:pt x="434" y="3603"/>
                    </a:cubicBezTo>
                    <a:lnTo>
                      <a:pt x="1401" y="3603"/>
                    </a:lnTo>
                    <a:cubicBezTo>
                      <a:pt x="1635" y="3603"/>
                      <a:pt x="1835" y="3436"/>
                      <a:pt x="1835" y="3203"/>
                    </a:cubicBezTo>
                    <a:lnTo>
                      <a:pt x="1835" y="434"/>
                    </a:lnTo>
                    <a:cubicBezTo>
                      <a:pt x="1835" y="200"/>
                      <a:pt x="1635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952;p56">
                <a:extLst>
                  <a:ext uri="{FF2B5EF4-FFF2-40B4-BE49-F238E27FC236}">
                    <a16:creationId xmlns:a16="http://schemas.microsoft.com/office/drawing/2014/main" id="{06B6D972-68D2-7B8C-FE54-549DE2C624BC}"/>
                  </a:ext>
                </a:extLst>
              </p:cNvPr>
              <p:cNvSpPr/>
              <p:nvPr/>
            </p:nvSpPr>
            <p:spPr>
              <a:xfrm>
                <a:off x="6005926" y="3312083"/>
                <a:ext cx="105563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5471" y="434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953;p56">
                <a:extLst>
                  <a:ext uri="{FF2B5EF4-FFF2-40B4-BE49-F238E27FC236}">
                    <a16:creationId xmlns:a16="http://schemas.microsoft.com/office/drawing/2014/main" id="{9F3159B5-54BC-FA5D-E2B0-365D8CD1BFB8}"/>
                  </a:ext>
                </a:extLst>
              </p:cNvPr>
              <p:cNvSpPr/>
              <p:nvPr/>
            </p:nvSpPr>
            <p:spPr>
              <a:xfrm>
                <a:off x="6005926" y="3324953"/>
                <a:ext cx="105563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01" extrusionOk="0">
                    <a:moveTo>
                      <a:pt x="0" y="0"/>
                    </a:moveTo>
                    <a:lnTo>
                      <a:pt x="0" y="401"/>
                    </a:lnTo>
                    <a:lnTo>
                      <a:pt x="5471" y="401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954;p56">
                <a:extLst>
                  <a:ext uri="{FF2B5EF4-FFF2-40B4-BE49-F238E27FC236}">
                    <a16:creationId xmlns:a16="http://schemas.microsoft.com/office/drawing/2014/main" id="{CE60F85D-C80C-64FC-DBC5-0D9AC2469B4D}"/>
                  </a:ext>
                </a:extLst>
              </p:cNvPr>
              <p:cNvSpPr/>
              <p:nvPr/>
            </p:nvSpPr>
            <p:spPr>
              <a:xfrm>
                <a:off x="6005926" y="3337187"/>
                <a:ext cx="32840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1701" y="434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955;p56">
                <a:extLst>
                  <a:ext uri="{FF2B5EF4-FFF2-40B4-BE49-F238E27FC236}">
                    <a16:creationId xmlns:a16="http://schemas.microsoft.com/office/drawing/2014/main" id="{2893CC45-E674-7D0D-B34E-40DAADA8977A}"/>
                  </a:ext>
                </a:extLst>
              </p:cNvPr>
              <p:cNvSpPr/>
              <p:nvPr/>
            </p:nvSpPr>
            <p:spPr>
              <a:xfrm>
                <a:off x="6005926" y="3349401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956;p56">
                <a:extLst>
                  <a:ext uri="{FF2B5EF4-FFF2-40B4-BE49-F238E27FC236}">
                    <a16:creationId xmlns:a16="http://schemas.microsoft.com/office/drawing/2014/main" id="{82C5E4A2-8658-3E39-ED44-C7864F9BE439}"/>
                  </a:ext>
                </a:extLst>
              </p:cNvPr>
              <p:cNvSpPr/>
              <p:nvPr/>
            </p:nvSpPr>
            <p:spPr>
              <a:xfrm>
                <a:off x="6005926" y="3362291"/>
                <a:ext cx="32840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01" extrusionOk="0">
                    <a:moveTo>
                      <a:pt x="0" y="0"/>
                    </a:moveTo>
                    <a:lnTo>
                      <a:pt x="0" y="400"/>
                    </a:lnTo>
                    <a:lnTo>
                      <a:pt x="1701" y="400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957;p56">
                <a:extLst>
                  <a:ext uri="{FF2B5EF4-FFF2-40B4-BE49-F238E27FC236}">
                    <a16:creationId xmlns:a16="http://schemas.microsoft.com/office/drawing/2014/main" id="{2D35C81D-5407-A704-71DB-FACDE04C945D}"/>
                  </a:ext>
                </a:extLst>
              </p:cNvPr>
              <p:cNvSpPr/>
              <p:nvPr/>
            </p:nvSpPr>
            <p:spPr>
              <a:xfrm>
                <a:off x="6005926" y="3374505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958;p56">
                <a:extLst>
                  <a:ext uri="{FF2B5EF4-FFF2-40B4-BE49-F238E27FC236}">
                    <a16:creationId xmlns:a16="http://schemas.microsoft.com/office/drawing/2014/main" id="{0F1F2BD5-1340-39E5-8AC1-F7DCAF45CA55}"/>
                  </a:ext>
                </a:extLst>
              </p:cNvPr>
              <p:cNvSpPr/>
              <p:nvPr/>
            </p:nvSpPr>
            <p:spPr>
              <a:xfrm>
                <a:off x="6058043" y="3337187"/>
                <a:ext cx="44436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302" extrusionOk="0">
                    <a:moveTo>
                      <a:pt x="1002" y="0"/>
                    </a:moveTo>
                    <a:cubicBezTo>
                      <a:pt x="868" y="0"/>
                      <a:pt x="768" y="100"/>
                      <a:pt x="768" y="234"/>
                    </a:cubicBezTo>
                    <a:lnTo>
                      <a:pt x="768" y="534"/>
                    </a:lnTo>
                    <a:cubicBezTo>
                      <a:pt x="768" y="667"/>
                      <a:pt x="668" y="767"/>
                      <a:pt x="535" y="767"/>
                    </a:cubicBezTo>
                    <a:lnTo>
                      <a:pt x="234" y="767"/>
                    </a:lnTo>
                    <a:cubicBezTo>
                      <a:pt x="101" y="767"/>
                      <a:pt x="1" y="867"/>
                      <a:pt x="1" y="1001"/>
                    </a:cubicBezTo>
                    <a:lnTo>
                      <a:pt x="1" y="1301"/>
                    </a:lnTo>
                    <a:cubicBezTo>
                      <a:pt x="1" y="1435"/>
                      <a:pt x="101" y="1535"/>
                      <a:pt x="234" y="1535"/>
                    </a:cubicBezTo>
                    <a:lnTo>
                      <a:pt x="535" y="1535"/>
                    </a:lnTo>
                    <a:cubicBezTo>
                      <a:pt x="668" y="1535"/>
                      <a:pt x="768" y="1668"/>
                      <a:pt x="768" y="1801"/>
                    </a:cubicBezTo>
                    <a:lnTo>
                      <a:pt x="768" y="2068"/>
                    </a:lnTo>
                    <a:cubicBezTo>
                      <a:pt x="768" y="2202"/>
                      <a:pt x="868" y="2302"/>
                      <a:pt x="1002" y="2302"/>
                    </a:cubicBezTo>
                    <a:lnTo>
                      <a:pt x="1302" y="2302"/>
                    </a:lnTo>
                    <a:cubicBezTo>
                      <a:pt x="1435" y="2302"/>
                      <a:pt x="1535" y="2202"/>
                      <a:pt x="1535" y="2068"/>
                    </a:cubicBezTo>
                    <a:lnTo>
                      <a:pt x="1535" y="1801"/>
                    </a:lnTo>
                    <a:cubicBezTo>
                      <a:pt x="1535" y="1668"/>
                      <a:pt x="1635" y="1535"/>
                      <a:pt x="1802" y="1535"/>
                    </a:cubicBezTo>
                    <a:lnTo>
                      <a:pt x="2069" y="1535"/>
                    </a:lnTo>
                    <a:cubicBezTo>
                      <a:pt x="2203" y="1535"/>
                      <a:pt x="2303" y="1435"/>
                      <a:pt x="2303" y="1301"/>
                    </a:cubicBezTo>
                    <a:lnTo>
                      <a:pt x="2303" y="1001"/>
                    </a:lnTo>
                    <a:cubicBezTo>
                      <a:pt x="2303" y="867"/>
                      <a:pt x="2203" y="767"/>
                      <a:pt x="2069" y="767"/>
                    </a:cubicBezTo>
                    <a:lnTo>
                      <a:pt x="1802" y="767"/>
                    </a:lnTo>
                    <a:cubicBezTo>
                      <a:pt x="1669" y="767"/>
                      <a:pt x="1535" y="667"/>
                      <a:pt x="1535" y="534"/>
                    </a:cubicBezTo>
                    <a:lnTo>
                      <a:pt x="1535" y="234"/>
                    </a:lnTo>
                    <a:cubicBezTo>
                      <a:pt x="1535" y="100"/>
                      <a:pt x="1435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959;p56">
                <a:extLst>
                  <a:ext uri="{FF2B5EF4-FFF2-40B4-BE49-F238E27FC236}">
                    <a16:creationId xmlns:a16="http://schemas.microsoft.com/office/drawing/2014/main" id="{47A068BD-B842-DF1D-4895-BACE1070AAC7}"/>
                  </a:ext>
                </a:extLst>
              </p:cNvPr>
              <p:cNvSpPr/>
              <p:nvPr/>
            </p:nvSpPr>
            <p:spPr>
              <a:xfrm>
                <a:off x="6244708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1" y="1"/>
                      <a:pt x="1" y="167"/>
                      <a:pt x="1" y="401"/>
                    </a:cubicBezTo>
                    <a:cubicBezTo>
                      <a:pt x="1" y="634"/>
                      <a:pt x="201" y="835"/>
                      <a:pt x="434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60;p56">
                <a:extLst>
                  <a:ext uri="{FF2B5EF4-FFF2-40B4-BE49-F238E27FC236}">
                    <a16:creationId xmlns:a16="http://schemas.microsoft.com/office/drawing/2014/main" id="{1D05FB6F-8C40-2952-54F0-6E9AA2026C04}"/>
                  </a:ext>
                </a:extLst>
              </p:cNvPr>
              <p:cNvSpPr/>
              <p:nvPr/>
            </p:nvSpPr>
            <p:spPr>
              <a:xfrm>
                <a:off x="6278186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00" y="1"/>
                    </a:moveTo>
                    <a:cubicBezTo>
                      <a:pt x="167" y="1"/>
                      <a:pt x="0" y="167"/>
                      <a:pt x="0" y="401"/>
                    </a:cubicBezTo>
                    <a:cubicBezTo>
                      <a:pt x="0" y="634"/>
                      <a:pt x="167" y="835"/>
                      <a:pt x="400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961;p56">
                <a:extLst>
                  <a:ext uri="{FF2B5EF4-FFF2-40B4-BE49-F238E27FC236}">
                    <a16:creationId xmlns:a16="http://schemas.microsoft.com/office/drawing/2014/main" id="{733F4259-518B-842C-5998-B023FCA27647}"/>
                  </a:ext>
                </a:extLst>
              </p:cNvPr>
              <p:cNvSpPr/>
              <p:nvPr/>
            </p:nvSpPr>
            <p:spPr>
              <a:xfrm>
                <a:off x="6311007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0" y="1"/>
                      <a:pt x="0" y="167"/>
                      <a:pt x="0" y="401"/>
                    </a:cubicBezTo>
                    <a:cubicBezTo>
                      <a:pt x="0" y="634"/>
                      <a:pt x="200" y="835"/>
                      <a:pt x="434" y="835"/>
                    </a:cubicBezTo>
                    <a:cubicBezTo>
                      <a:pt x="667" y="835"/>
                      <a:pt x="834" y="634"/>
                      <a:pt x="834" y="401"/>
                    </a:cubicBezTo>
                    <a:cubicBezTo>
                      <a:pt x="834" y="167"/>
                      <a:pt x="667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1963;p56">
              <a:extLst>
                <a:ext uri="{FF2B5EF4-FFF2-40B4-BE49-F238E27FC236}">
                  <a16:creationId xmlns:a16="http://schemas.microsoft.com/office/drawing/2014/main" id="{ADB61CF7-F22E-6738-62CA-A8D6359BE901}"/>
                </a:ext>
              </a:extLst>
            </p:cNvPr>
            <p:cNvSpPr/>
            <p:nvPr/>
          </p:nvSpPr>
          <p:spPr>
            <a:xfrm>
              <a:off x="5250638" y="1371475"/>
              <a:ext cx="3004463" cy="1813113"/>
            </a:xfrm>
            <a:custGeom>
              <a:avLst/>
              <a:gdLst/>
              <a:ahLst/>
              <a:cxnLst/>
              <a:rect l="l" t="t" r="r" b="b"/>
              <a:pathLst>
                <a:path w="155712" h="93968" extrusionOk="0">
                  <a:moveTo>
                    <a:pt x="0" y="0"/>
                  </a:moveTo>
                  <a:lnTo>
                    <a:pt x="0" y="93968"/>
                  </a:lnTo>
                  <a:lnTo>
                    <a:pt x="155711" y="93968"/>
                  </a:lnTo>
                  <a:lnTo>
                    <a:pt x="155711" y="0"/>
                  </a:lnTo>
                  <a:close/>
                </a:path>
              </a:pathLst>
            </a:custGeom>
            <a:solidFill>
              <a:srgbClr val="F1F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Obraz 22">
            <a:extLst>
              <a:ext uri="{FF2B5EF4-FFF2-40B4-BE49-F238E27FC236}">
                <a16:creationId xmlns:a16="http://schemas.microsoft.com/office/drawing/2014/main" id="{AA64325C-C8A7-0F1C-7EFB-1DD8CD475C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813" y="3033857"/>
            <a:ext cx="2359076" cy="1879824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A0F76ACC-7913-0E2D-5A95-16435833F5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730" y="244796"/>
            <a:ext cx="3031924" cy="1952375"/>
          </a:xfrm>
          <a:prstGeom prst="rect">
            <a:avLst/>
          </a:prstGeom>
        </p:spPr>
      </p:pic>
      <p:grpSp>
        <p:nvGrpSpPr>
          <p:cNvPr id="27" name="Google Shape;1941;p56">
            <a:extLst>
              <a:ext uri="{FF2B5EF4-FFF2-40B4-BE49-F238E27FC236}">
                <a16:creationId xmlns:a16="http://schemas.microsoft.com/office/drawing/2014/main" id="{4B73DFC6-C990-7E98-4FAC-56600BA7C02B}"/>
              </a:ext>
            </a:extLst>
          </p:cNvPr>
          <p:cNvGrpSpPr/>
          <p:nvPr/>
        </p:nvGrpSpPr>
        <p:grpSpPr>
          <a:xfrm>
            <a:off x="1754840" y="1807849"/>
            <a:ext cx="2470876" cy="2578101"/>
            <a:chOff x="5132202" y="929275"/>
            <a:chExt cx="3246461" cy="2819752"/>
          </a:xfrm>
        </p:grpSpPr>
        <p:sp>
          <p:nvSpPr>
            <p:cNvPr id="29" name="Google Shape;1942;p56">
              <a:extLst>
                <a:ext uri="{FF2B5EF4-FFF2-40B4-BE49-F238E27FC236}">
                  <a16:creationId xmlns:a16="http://schemas.microsoft.com/office/drawing/2014/main" id="{3952342C-8C2F-AE15-0D06-4B2CD3DD1DD9}"/>
                </a:ext>
              </a:extLst>
            </p:cNvPr>
            <p:cNvSpPr/>
            <p:nvPr/>
          </p:nvSpPr>
          <p:spPr>
            <a:xfrm>
              <a:off x="5132202" y="929275"/>
              <a:ext cx="3246461" cy="2819752"/>
            </a:xfrm>
            <a:custGeom>
              <a:avLst/>
              <a:gdLst/>
              <a:ahLst/>
              <a:cxnLst/>
              <a:rect l="l" t="t" r="r" b="b"/>
              <a:pathLst>
                <a:path w="168254" h="146139" extrusionOk="0">
                  <a:moveTo>
                    <a:pt x="4437" y="1"/>
                  </a:moveTo>
                  <a:cubicBezTo>
                    <a:pt x="2002" y="1"/>
                    <a:pt x="0" y="1969"/>
                    <a:pt x="0" y="4437"/>
                  </a:cubicBezTo>
                  <a:lnTo>
                    <a:pt x="0" y="141702"/>
                  </a:lnTo>
                  <a:cubicBezTo>
                    <a:pt x="0" y="144137"/>
                    <a:pt x="2002" y="146139"/>
                    <a:pt x="4437" y="146139"/>
                  </a:cubicBezTo>
                  <a:lnTo>
                    <a:pt x="163817" y="146139"/>
                  </a:lnTo>
                  <a:cubicBezTo>
                    <a:pt x="166252" y="146139"/>
                    <a:pt x="168254" y="144137"/>
                    <a:pt x="168254" y="141702"/>
                  </a:cubicBezTo>
                  <a:lnTo>
                    <a:pt x="168254" y="4437"/>
                  </a:lnTo>
                  <a:cubicBezTo>
                    <a:pt x="168254" y="1969"/>
                    <a:pt x="166252" y="1"/>
                    <a:pt x="163817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944;p56">
              <a:extLst>
                <a:ext uri="{FF2B5EF4-FFF2-40B4-BE49-F238E27FC236}">
                  <a16:creationId xmlns:a16="http://schemas.microsoft.com/office/drawing/2014/main" id="{D269E0B9-E9F0-4450-111F-DFFC7E189B2A}"/>
                </a:ext>
              </a:extLst>
            </p:cNvPr>
            <p:cNvSpPr/>
            <p:nvPr/>
          </p:nvSpPr>
          <p:spPr>
            <a:xfrm>
              <a:off x="5369582" y="1106294"/>
              <a:ext cx="39285" cy="39265"/>
            </a:xfrm>
            <a:custGeom>
              <a:avLst/>
              <a:gdLst/>
              <a:ahLst/>
              <a:cxnLst/>
              <a:rect l="l" t="t" r="r" b="b"/>
              <a:pathLst>
                <a:path w="2036" h="2035" extrusionOk="0">
                  <a:moveTo>
                    <a:pt x="1035" y="0"/>
                  </a:moveTo>
                  <a:cubicBezTo>
                    <a:pt x="468" y="0"/>
                    <a:pt x="1" y="467"/>
                    <a:pt x="1" y="1034"/>
                  </a:cubicBezTo>
                  <a:cubicBezTo>
                    <a:pt x="1" y="1601"/>
                    <a:pt x="468" y="2035"/>
                    <a:pt x="1035" y="2035"/>
                  </a:cubicBezTo>
                  <a:cubicBezTo>
                    <a:pt x="1602" y="2035"/>
                    <a:pt x="2035" y="1601"/>
                    <a:pt x="2035" y="1034"/>
                  </a:cubicBezTo>
                  <a:cubicBezTo>
                    <a:pt x="2035" y="467"/>
                    <a:pt x="1602" y="0"/>
                    <a:pt x="1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47;p56">
              <a:extLst>
                <a:ext uri="{FF2B5EF4-FFF2-40B4-BE49-F238E27FC236}">
                  <a16:creationId xmlns:a16="http://schemas.microsoft.com/office/drawing/2014/main" id="{C5974EC1-F9CF-0338-A1E6-8E5C2F71DD3A}"/>
                </a:ext>
              </a:extLst>
            </p:cNvPr>
            <p:cNvSpPr/>
            <p:nvPr/>
          </p:nvSpPr>
          <p:spPr>
            <a:xfrm>
              <a:off x="5347466" y="3275383"/>
              <a:ext cx="97845" cy="106219"/>
            </a:xfrm>
            <a:custGeom>
              <a:avLst/>
              <a:gdLst/>
              <a:ahLst/>
              <a:cxnLst/>
              <a:rect l="l" t="t" r="r" b="b"/>
              <a:pathLst>
                <a:path w="5071" h="5505" extrusionOk="0">
                  <a:moveTo>
                    <a:pt x="2169" y="1"/>
                  </a:moveTo>
                  <a:cubicBezTo>
                    <a:pt x="1969" y="1"/>
                    <a:pt x="1835" y="134"/>
                    <a:pt x="1802" y="334"/>
                  </a:cubicBezTo>
                  <a:cubicBezTo>
                    <a:pt x="1769" y="735"/>
                    <a:pt x="1669" y="1135"/>
                    <a:pt x="1502" y="1535"/>
                  </a:cubicBezTo>
                  <a:cubicBezTo>
                    <a:pt x="1402" y="1735"/>
                    <a:pt x="1202" y="1902"/>
                    <a:pt x="968" y="1902"/>
                  </a:cubicBezTo>
                  <a:lnTo>
                    <a:pt x="568" y="1902"/>
                  </a:lnTo>
                  <a:cubicBezTo>
                    <a:pt x="234" y="1902"/>
                    <a:pt x="1" y="2136"/>
                    <a:pt x="1" y="2436"/>
                  </a:cubicBezTo>
                  <a:lnTo>
                    <a:pt x="1" y="5038"/>
                  </a:lnTo>
                  <a:cubicBezTo>
                    <a:pt x="1" y="5305"/>
                    <a:pt x="201" y="5505"/>
                    <a:pt x="468" y="5505"/>
                  </a:cubicBezTo>
                  <a:lnTo>
                    <a:pt x="3770" y="5505"/>
                  </a:lnTo>
                  <a:cubicBezTo>
                    <a:pt x="3970" y="5505"/>
                    <a:pt x="4170" y="5338"/>
                    <a:pt x="4170" y="5105"/>
                  </a:cubicBezTo>
                  <a:cubicBezTo>
                    <a:pt x="4170" y="4938"/>
                    <a:pt x="4070" y="4804"/>
                    <a:pt x="3903" y="4738"/>
                  </a:cubicBezTo>
                  <a:cubicBezTo>
                    <a:pt x="3903" y="4738"/>
                    <a:pt x="3903" y="4704"/>
                    <a:pt x="3903" y="4704"/>
                  </a:cubicBezTo>
                  <a:lnTo>
                    <a:pt x="4037" y="4704"/>
                  </a:lnTo>
                  <a:cubicBezTo>
                    <a:pt x="4304" y="4704"/>
                    <a:pt x="4504" y="4504"/>
                    <a:pt x="4504" y="4237"/>
                  </a:cubicBezTo>
                  <a:cubicBezTo>
                    <a:pt x="4504" y="4037"/>
                    <a:pt x="4370" y="3870"/>
                    <a:pt x="4204" y="3804"/>
                  </a:cubicBezTo>
                  <a:cubicBezTo>
                    <a:pt x="4204" y="3804"/>
                    <a:pt x="4204" y="3804"/>
                    <a:pt x="4204" y="3770"/>
                  </a:cubicBezTo>
                  <a:lnTo>
                    <a:pt x="4337" y="3770"/>
                  </a:lnTo>
                  <a:cubicBezTo>
                    <a:pt x="4604" y="3770"/>
                    <a:pt x="4804" y="3570"/>
                    <a:pt x="4804" y="3303"/>
                  </a:cubicBezTo>
                  <a:cubicBezTo>
                    <a:pt x="4804" y="3103"/>
                    <a:pt x="4704" y="2936"/>
                    <a:pt x="4504" y="2870"/>
                  </a:cubicBezTo>
                  <a:cubicBezTo>
                    <a:pt x="4504" y="2870"/>
                    <a:pt x="4504" y="2836"/>
                    <a:pt x="4504" y="2836"/>
                  </a:cubicBezTo>
                  <a:lnTo>
                    <a:pt x="4571" y="2836"/>
                  </a:lnTo>
                  <a:cubicBezTo>
                    <a:pt x="4837" y="2836"/>
                    <a:pt x="5071" y="2603"/>
                    <a:pt x="5038" y="2336"/>
                  </a:cubicBezTo>
                  <a:cubicBezTo>
                    <a:pt x="5038" y="2069"/>
                    <a:pt x="4837" y="1902"/>
                    <a:pt x="4571" y="1902"/>
                  </a:cubicBezTo>
                  <a:lnTo>
                    <a:pt x="3136" y="1902"/>
                  </a:lnTo>
                  <a:cubicBezTo>
                    <a:pt x="2969" y="1902"/>
                    <a:pt x="2869" y="1769"/>
                    <a:pt x="2869" y="1602"/>
                  </a:cubicBezTo>
                  <a:lnTo>
                    <a:pt x="2903" y="1302"/>
                  </a:lnTo>
                  <a:cubicBezTo>
                    <a:pt x="2936" y="1002"/>
                    <a:pt x="2969" y="635"/>
                    <a:pt x="2803" y="368"/>
                  </a:cubicBezTo>
                  <a:cubicBezTo>
                    <a:pt x="2669" y="168"/>
                    <a:pt x="2436" y="1"/>
                    <a:pt x="2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48;p56">
              <a:extLst>
                <a:ext uri="{FF2B5EF4-FFF2-40B4-BE49-F238E27FC236}">
                  <a16:creationId xmlns:a16="http://schemas.microsoft.com/office/drawing/2014/main" id="{A8A34CF0-E027-089C-184A-F9C5130890F2}"/>
                </a:ext>
              </a:extLst>
            </p:cNvPr>
            <p:cNvSpPr/>
            <p:nvPr/>
          </p:nvSpPr>
          <p:spPr>
            <a:xfrm>
              <a:off x="5308856" y="3312083"/>
              <a:ext cx="34770" cy="69520"/>
            </a:xfrm>
            <a:custGeom>
              <a:avLst/>
              <a:gdLst/>
              <a:ahLst/>
              <a:cxnLst/>
              <a:rect l="l" t="t" r="r" b="b"/>
              <a:pathLst>
                <a:path w="1802" h="3603" extrusionOk="0">
                  <a:moveTo>
                    <a:pt x="401" y="0"/>
                  </a:moveTo>
                  <a:cubicBezTo>
                    <a:pt x="167" y="0"/>
                    <a:pt x="0" y="200"/>
                    <a:pt x="0" y="434"/>
                  </a:cubicBezTo>
                  <a:lnTo>
                    <a:pt x="0" y="3203"/>
                  </a:lnTo>
                  <a:cubicBezTo>
                    <a:pt x="0" y="3436"/>
                    <a:pt x="167" y="3603"/>
                    <a:pt x="401" y="3603"/>
                  </a:cubicBezTo>
                  <a:lnTo>
                    <a:pt x="1401" y="3603"/>
                  </a:lnTo>
                  <a:cubicBezTo>
                    <a:pt x="1635" y="3603"/>
                    <a:pt x="1802" y="3436"/>
                    <a:pt x="1802" y="3203"/>
                  </a:cubicBezTo>
                  <a:lnTo>
                    <a:pt x="1802" y="434"/>
                  </a:lnTo>
                  <a:cubicBezTo>
                    <a:pt x="1802" y="200"/>
                    <a:pt x="1601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49;p56">
              <a:extLst>
                <a:ext uri="{FF2B5EF4-FFF2-40B4-BE49-F238E27FC236}">
                  <a16:creationId xmlns:a16="http://schemas.microsoft.com/office/drawing/2014/main" id="{D6F1D55B-9504-14AF-DDEF-F950B965614C}"/>
                </a:ext>
              </a:extLst>
            </p:cNvPr>
            <p:cNvSpPr/>
            <p:nvPr/>
          </p:nvSpPr>
          <p:spPr>
            <a:xfrm>
              <a:off x="5536061" y="3312083"/>
              <a:ext cx="97845" cy="106219"/>
            </a:xfrm>
            <a:custGeom>
              <a:avLst/>
              <a:gdLst/>
              <a:ahLst/>
              <a:cxnLst/>
              <a:rect l="l" t="t" r="r" b="b"/>
              <a:pathLst>
                <a:path w="5071" h="5505" extrusionOk="0">
                  <a:moveTo>
                    <a:pt x="1301" y="0"/>
                  </a:moveTo>
                  <a:cubicBezTo>
                    <a:pt x="1068" y="0"/>
                    <a:pt x="901" y="200"/>
                    <a:pt x="901" y="401"/>
                  </a:cubicBezTo>
                  <a:cubicBezTo>
                    <a:pt x="901" y="567"/>
                    <a:pt x="1001" y="734"/>
                    <a:pt x="1134" y="801"/>
                  </a:cubicBezTo>
                  <a:cubicBezTo>
                    <a:pt x="1134" y="801"/>
                    <a:pt x="1168" y="801"/>
                    <a:pt x="1168" y="834"/>
                  </a:cubicBezTo>
                  <a:lnTo>
                    <a:pt x="1001" y="834"/>
                  </a:lnTo>
                  <a:cubicBezTo>
                    <a:pt x="768" y="834"/>
                    <a:pt x="534" y="1034"/>
                    <a:pt x="534" y="1301"/>
                  </a:cubicBezTo>
                  <a:cubicBezTo>
                    <a:pt x="534" y="1501"/>
                    <a:pt x="667" y="1668"/>
                    <a:pt x="834" y="1735"/>
                  </a:cubicBezTo>
                  <a:cubicBezTo>
                    <a:pt x="834" y="1735"/>
                    <a:pt x="834" y="1768"/>
                    <a:pt x="834" y="1768"/>
                  </a:cubicBezTo>
                  <a:lnTo>
                    <a:pt x="701" y="1768"/>
                  </a:lnTo>
                  <a:cubicBezTo>
                    <a:pt x="434" y="1768"/>
                    <a:pt x="234" y="1968"/>
                    <a:pt x="234" y="2235"/>
                  </a:cubicBezTo>
                  <a:cubicBezTo>
                    <a:pt x="234" y="2435"/>
                    <a:pt x="367" y="2602"/>
                    <a:pt x="534" y="2669"/>
                  </a:cubicBezTo>
                  <a:cubicBezTo>
                    <a:pt x="534" y="2702"/>
                    <a:pt x="534" y="2702"/>
                    <a:pt x="534" y="2702"/>
                  </a:cubicBezTo>
                  <a:lnTo>
                    <a:pt x="467" y="2702"/>
                  </a:lnTo>
                  <a:cubicBezTo>
                    <a:pt x="200" y="2702"/>
                    <a:pt x="0" y="2936"/>
                    <a:pt x="0" y="3203"/>
                  </a:cubicBezTo>
                  <a:cubicBezTo>
                    <a:pt x="0" y="3436"/>
                    <a:pt x="234" y="3636"/>
                    <a:pt x="467" y="3636"/>
                  </a:cubicBezTo>
                  <a:lnTo>
                    <a:pt x="1935" y="3636"/>
                  </a:lnTo>
                  <a:cubicBezTo>
                    <a:pt x="2068" y="3636"/>
                    <a:pt x="2202" y="3770"/>
                    <a:pt x="2169" y="3903"/>
                  </a:cubicBezTo>
                  <a:lnTo>
                    <a:pt x="2135" y="4237"/>
                  </a:lnTo>
                  <a:cubicBezTo>
                    <a:pt x="2102" y="4503"/>
                    <a:pt x="2068" y="4870"/>
                    <a:pt x="2235" y="5137"/>
                  </a:cubicBezTo>
                  <a:cubicBezTo>
                    <a:pt x="2369" y="5371"/>
                    <a:pt x="2636" y="5504"/>
                    <a:pt x="2902" y="5504"/>
                  </a:cubicBezTo>
                  <a:cubicBezTo>
                    <a:pt x="3069" y="5504"/>
                    <a:pt x="3236" y="5371"/>
                    <a:pt x="3236" y="5204"/>
                  </a:cubicBezTo>
                  <a:cubicBezTo>
                    <a:pt x="3269" y="4770"/>
                    <a:pt x="3369" y="4370"/>
                    <a:pt x="3536" y="4003"/>
                  </a:cubicBezTo>
                  <a:cubicBezTo>
                    <a:pt x="3636" y="3770"/>
                    <a:pt x="3870" y="3636"/>
                    <a:pt x="4103" y="3636"/>
                  </a:cubicBezTo>
                  <a:lnTo>
                    <a:pt x="4504" y="3636"/>
                  </a:lnTo>
                  <a:cubicBezTo>
                    <a:pt x="4804" y="3636"/>
                    <a:pt x="5071" y="3369"/>
                    <a:pt x="5071" y="3069"/>
                  </a:cubicBezTo>
                  <a:lnTo>
                    <a:pt x="5071" y="467"/>
                  </a:lnTo>
                  <a:cubicBezTo>
                    <a:pt x="5071" y="200"/>
                    <a:pt x="4837" y="0"/>
                    <a:pt x="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50;p56">
              <a:extLst>
                <a:ext uri="{FF2B5EF4-FFF2-40B4-BE49-F238E27FC236}">
                  <a16:creationId xmlns:a16="http://schemas.microsoft.com/office/drawing/2014/main" id="{056A2594-244D-6B6B-5FB3-EF7033468D7B}"/>
                </a:ext>
              </a:extLst>
            </p:cNvPr>
            <p:cNvSpPr/>
            <p:nvPr/>
          </p:nvSpPr>
          <p:spPr>
            <a:xfrm>
              <a:off x="5637111" y="3312083"/>
              <a:ext cx="35426" cy="69520"/>
            </a:xfrm>
            <a:custGeom>
              <a:avLst/>
              <a:gdLst/>
              <a:ahLst/>
              <a:cxnLst/>
              <a:rect l="l" t="t" r="r" b="b"/>
              <a:pathLst>
                <a:path w="1836" h="3603" extrusionOk="0">
                  <a:moveTo>
                    <a:pt x="434" y="0"/>
                  </a:moveTo>
                  <a:cubicBezTo>
                    <a:pt x="201" y="0"/>
                    <a:pt x="0" y="200"/>
                    <a:pt x="0" y="434"/>
                  </a:cubicBezTo>
                  <a:lnTo>
                    <a:pt x="0" y="3203"/>
                  </a:lnTo>
                  <a:cubicBezTo>
                    <a:pt x="0" y="3436"/>
                    <a:pt x="201" y="3603"/>
                    <a:pt x="434" y="3603"/>
                  </a:cubicBezTo>
                  <a:lnTo>
                    <a:pt x="1401" y="3603"/>
                  </a:lnTo>
                  <a:cubicBezTo>
                    <a:pt x="1635" y="3603"/>
                    <a:pt x="1835" y="3436"/>
                    <a:pt x="1835" y="3203"/>
                  </a:cubicBezTo>
                  <a:lnTo>
                    <a:pt x="1835" y="434"/>
                  </a:lnTo>
                  <a:cubicBezTo>
                    <a:pt x="1835" y="200"/>
                    <a:pt x="1635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52;p56">
              <a:extLst>
                <a:ext uri="{FF2B5EF4-FFF2-40B4-BE49-F238E27FC236}">
                  <a16:creationId xmlns:a16="http://schemas.microsoft.com/office/drawing/2014/main" id="{4C5AC99A-29A6-D5B0-94A0-D05BFE379361}"/>
                </a:ext>
              </a:extLst>
            </p:cNvPr>
            <p:cNvSpPr/>
            <p:nvPr/>
          </p:nvSpPr>
          <p:spPr>
            <a:xfrm>
              <a:off x="6005926" y="3312083"/>
              <a:ext cx="105563" cy="8374"/>
            </a:xfrm>
            <a:custGeom>
              <a:avLst/>
              <a:gdLst/>
              <a:ahLst/>
              <a:cxnLst/>
              <a:rect l="l" t="t" r="r" b="b"/>
              <a:pathLst>
                <a:path w="5471" h="434" extrusionOk="0">
                  <a:moveTo>
                    <a:pt x="0" y="0"/>
                  </a:moveTo>
                  <a:lnTo>
                    <a:pt x="0" y="434"/>
                  </a:lnTo>
                  <a:lnTo>
                    <a:pt x="5471" y="434"/>
                  </a:lnTo>
                  <a:lnTo>
                    <a:pt x="5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53;p56">
              <a:extLst>
                <a:ext uri="{FF2B5EF4-FFF2-40B4-BE49-F238E27FC236}">
                  <a16:creationId xmlns:a16="http://schemas.microsoft.com/office/drawing/2014/main" id="{01393C68-D5AB-128D-8C1A-BFF6DFC97812}"/>
                </a:ext>
              </a:extLst>
            </p:cNvPr>
            <p:cNvSpPr/>
            <p:nvPr/>
          </p:nvSpPr>
          <p:spPr>
            <a:xfrm>
              <a:off x="6005926" y="3324953"/>
              <a:ext cx="105563" cy="7737"/>
            </a:xfrm>
            <a:custGeom>
              <a:avLst/>
              <a:gdLst/>
              <a:ahLst/>
              <a:cxnLst/>
              <a:rect l="l" t="t" r="r" b="b"/>
              <a:pathLst>
                <a:path w="5471" h="401" extrusionOk="0">
                  <a:moveTo>
                    <a:pt x="0" y="0"/>
                  </a:moveTo>
                  <a:lnTo>
                    <a:pt x="0" y="401"/>
                  </a:lnTo>
                  <a:lnTo>
                    <a:pt x="5471" y="401"/>
                  </a:lnTo>
                  <a:lnTo>
                    <a:pt x="5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54;p56">
              <a:extLst>
                <a:ext uri="{FF2B5EF4-FFF2-40B4-BE49-F238E27FC236}">
                  <a16:creationId xmlns:a16="http://schemas.microsoft.com/office/drawing/2014/main" id="{FD2407E6-AC97-48EF-7561-A4E0D8F6F1B4}"/>
                </a:ext>
              </a:extLst>
            </p:cNvPr>
            <p:cNvSpPr/>
            <p:nvPr/>
          </p:nvSpPr>
          <p:spPr>
            <a:xfrm>
              <a:off x="6005926" y="3337187"/>
              <a:ext cx="32840" cy="8374"/>
            </a:xfrm>
            <a:custGeom>
              <a:avLst/>
              <a:gdLst/>
              <a:ahLst/>
              <a:cxnLst/>
              <a:rect l="l" t="t" r="r" b="b"/>
              <a:pathLst>
                <a:path w="1702" h="434" extrusionOk="0">
                  <a:moveTo>
                    <a:pt x="0" y="0"/>
                  </a:moveTo>
                  <a:lnTo>
                    <a:pt x="0" y="434"/>
                  </a:lnTo>
                  <a:lnTo>
                    <a:pt x="1701" y="434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55;p56">
              <a:extLst>
                <a:ext uri="{FF2B5EF4-FFF2-40B4-BE49-F238E27FC236}">
                  <a16:creationId xmlns:a16="http://schemas.microsoft.com/office/drawing/2014/main" id="{314443DF-F89D-9BBE-1BD0-4A6E38352924}"/>
                </a:ext>
              </a:extLst>
            </p:cNvPr>
            <p:cNvSpPr/>
            <p:nvPr/>
          </p:nvSpPr>
          <p:spPr>
            <a:xfrm>
              <a:off x="6005926" y="3349401"/>
              <a:ext cx="32840" cy="8393"/>
            </a:xfrm>
            <a:custGeom>
              <a:avLst/>
              <a:gdLst/>
              <a:ahLst/>
              <a:cxnLst/>
              <a:rect l="l" t="t" r="r" b="b"/>
              <a:pathLst>
                <a:path w="1702" h="435" extrusionOk="0">
                  <a:moveTo>
                    <a:pt x="0" y="1"/>
                  </a:moveTo>
                  <a:lnTo>
                    <a:pt x="0" y="435"/>
                  </a:lnTo>
                  <a:lnTo>
                    <a:pt x="1701" y="435"/>
                  </a:lnTo>
                  <a:lnTo>
                    <a:pt x="17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56;p56">
              <a:extLst>
                <a:ext uri="{FF2B5EF4-FFF2-40B4-BE49-F238E27FC236}">
                  <a16:creationId xmlns:a16="http://schemas.microsoft.com/office/drawing/2014/main" id="{CEEC93A4-32D6-DE6E-7ECD-EAC0824717DD}"/>
                </a:ext>
              </a:extLst>
            </p:cNvPr>
            <p:cNvSpPr/>
            <p:nvPr/>
          </p:nvSpPr>
          <p:spPr>
            <a:xfrm>
              <a:off x="6005926" y="3362291"/>
              <a:ext cx="32840" cy="7737"/>
            </a:xfrm>
            <a:custGeom>
              <a:avLst/>
              <a:gdLst/>
              <a:ahLst/>
              <a:cxnLst/>
              <a:rect l="l" t="t" r="r" b="b"/>
              <a:pathLst>
                <a:path w="1702" h="401" extrusionOk="0">
                  <a:moveTo>
                    <a:pt x="0" y="0"/>
                  </a:moveTo>
                  <a:lnTo>
                    <a:pt x="0" y="400"/>
                  </a:lnTo>
                  <a:lnTo>
                    <a:pt x="1701" y="400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57;p56">
              <a:extLst>
                <a:ext uri="{FF2B5EF4-FFF2-40B4-BE49-F238E27FC236}">
                  <a16:creationId xmlns:a16="http://schemas.microsoft.com/office/drawing/2014/main" id="{B2BDAFF5-7B83-E8DB-0BD3-97C21494B7AD}"/>
                </a:ext>
              </a:extLst>
            </p:cNvPr>
            <p:cNvSpPr/>
            <p:nvPr/>
          </p:nvSpPr>
          <p:spPr>
            <a:xfrm>
              <a:off x="6005926" y="3374505"/>
              <a:ext cx="32840" cy="8393"/>
            </a:xfrm>
            <a:custGeom>
              <a:avLst/>
              <a:gdLst/>
              <a:ahLst/>
              <a:cxnLst/>
              <a:rect l="l" t="t" r="r" b="b"/>
              <a:pathLst>
                <a:path w="1702" h="435" extrusionOk="0">
                  <a:moveTo>
                    <a:pt x="0" y="1"/>
                  </a:moveTo>
                  <a:lnTo>
                    <a:pt x="0" y="435"/>
                  </a:lnTo>
                  <a:lnTo>
                    <a:pt x="1701" y="435"/>
                  </a:lnTo>
                  <a:lnTo>
                    <a:pt x="17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58;p56">
              <a:extLst>
                <a:ext uri="{FF2B5EF4-FFF2-40B4-BE49-F238E27FC236}">
                  <a16:creationId xmlns:a16="http://schemas.microsoft.com/office/drawing/2014/main" id="{79CA3C7E-81BF-BE68-F572-8CD32D3D6DC7}"/>
                </a:ext>
              </a:extLst>
            </p:cNvPr>
            <p:cNvSpPr/>
            <p:nvPr/>
          </p:nvSpPr>
          <p:spPr>
            <a:xfrm>
              <a:off x="6058043" y="3337187"/>
              <a:ext cx="44436" cy="44417"/>
            </a:xfrm>
            <a:custGeom>
              <a:avLst/>
              <a:gdLst/>
              <a:ahLst/>
              <a:cxnLst/>
              <a:rect l="l" t="t" r="r" b="b"/>
              <a:pathLst>
                <a:path w="2303" h="2302" extrusionOk="0">
                  <a:moveTo>
                    <a:pt x="1002" y="0"/>
                  </a:moveTo>
                  <a:cubicBezTo>
                    <a:pt x="868" y="0"/>
                    <a:pt x="768" y="100"/>
                    <a:pt x="768" y="234"/>
                  </a:cubicBezTo>
                  <a:lnTo>
                    <a:pt x="768" y="534"/>
                  </a:lnTo>
                  <a:cubicBezTo>
                    <a:pt x="768" y="667"/>
                    <a:pt x="668" y="767"/>
                    <a:pt x="535" y="767"/>
                  </a:cubicBezTo>
                  <a:lnTo>
                    <a:pt x="234" y="767"/>
                  </a:lnTo>
                  <a:cubicBezTo>
                    <a:pt x="101" y="767"/>
                    <a:pt x="1" y="867"/>
                    <a:pt x="1" y="1001"/>
                  </a:cubicBezTo>
                  <a:lnTo>
                    <a:pt x="1" y="1301"/>
                  </a:lnTo>
                  <a:cubicBezTo>
                    <a:pt x="1" y="1435"/>
                    <a:pt x="101" y="1535"/>
                    <a:pt x="234" y="1535"/>
                  </a:cubicBezTo>
                  <a:lnTo>
                    <a:pt x="535" y="1535"/>
                  </a:lnTo>
                  <a:cubicBezTo>
                    <a:pt x="668" y="1535"/>
                    <a:pt x="768" y="1668"/>
                    <a:pt x="768" y="1801"/>
                  </a:cubicBezTo>
                  <a:lnTo>
                    <a:pt x="768" y="2068"/>
                  </a:lnTo>
                  <a:cubicBezTo>
                    <a:pt x="768" y="2202"/>
                    <a:pt x="868" y="2302"/>
                    <a:pt x="1002" y="2302"/>
                  </a:cubicBezTo>
                  <a:lnTo>
                    <a:pt x="1302" y="2302"/>
                  </a:lnTo>
                  <a:cubicBezTo>
                    <a:pt x="1435" y="2302"/>
                    <a:pt x="1535" y="2202"/>
                    <a:pt x="1535" y="2068"/>
                  </a:cubicBezTo>
                  <a:lnTo>
                    <a:pt x="1535" y="1801"/>
                  </a:lnTo>
                  <a:cubicBezTo>
                    <a:pt x="1535" y="1668"/>
                    <a:pt x="1635" y="1535"/>
                    <a:pt x="1802" y="1535"/>
                  </a:cubicBezTo>
                  <a:lnTo>
                    <a:pt x="2069" y="1535"/>
                  </a:lnTo>
                  <a:cubicBezTo>
                    <a:pt x="2203" y="1535"/>
                    <a:pt x="2303" y="1435"/>
                    <a:pt x="2303" y="1301"/>
                  </a:cubicBezTo>
                  <a:lnTo>
                    <a:pt x="2303" y="1001"/>
                  </a:lnTo>
                  <a:cubicBezTo>
                    <a:pt x="2303" y="867"/>
                    <a:pt x="2203" y="767"/>
                    <a:pt x="2069" y="767"/>
                  </a:cubicBezTo>
                  <a:lnTo>
                    <a:pt x="1802" y="767"/>
                  </a:lnTo>
                  <a:cubicBezTo>
                    <a:pt x="1669" y="767"/>
                    <a:pt x="1535" y="667"/>
                    <a:pt x="1535" y="534"/>
                  </a:cubicBezTo>
                  <a:lnTo>
                    <a:pt x="1535" y="234"/>
                  </a:lnTo>
                  <a:cubicBezTo>
                    <a:pt x="1535" y="100"/>
                    <a:pt x="1435" y="0"/>
                    <a:pt x="1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59;p56">
              <a:extLst>
                <a:ext uri="{FF2B5EF4-FFF2-40B4-BE49-F238E27FC236}">
                  <a16:creationId xmlns:a16="http://schemas.microsoft.com/office/drawing/2014/main" id="{F322D371-52FE-82D8-B02C-E81BB1C9290E}"/>
                </a:ext>
              </a:extLst>
            </p:cNvPr>
            <p:cNvSpPr/>
            <p:nvPr/>
          </p:nvSpPr>
          <p:spPr>
            <a:xfrm>
              <a:off x="6244708" y="3339753"/>
              <a:ext cx="16111" cy="16111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34" y="1"/>
                  </a:moveTo>
                  <a:cubicBezTo>
                    <a:pt x="201" y="1"/>
                    <a:pt x="1" y="167"/>
                    <a:pt x="1" y="401"/>
                  </a:cubicBezTo>
                  <a:cubicBezTo>
                    <a:pt x="1" y="634"/>
                    <a:pt x="201" y="835"/>
                    <a:pt x="434" y="835"/>
                  </a:cubicBezTo>
                  <a:cubicBezTo>
                    <a:pt x="634" y="835"/>
                    <a:pt x="834" y="634"/>
                    <a:pt x="834" y="401"/>
                  </a:cubicBezTo>
                  <a:cubicBezTo>
                    <a:pt x="834" y="167"/>
                    <a:pt x="634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60;p56">
              <a:extLst>
                <a:ext uri="{FF2B5EF4-FFF2-40B4-BE49-F238E27FC236}">
                  <a16:creationId xmlns:a16="http://schemas.microsoft.com/office/drawing/2014/main" id="{B092ADE1-9DC2-BE26-5DE8-1B7ACC9AA313}"/>
                </a:ext>
              </a:extLst>
            </p:cNvPr>
            <p:cNvSpPr/>
            <p:nvPr/>
          </p:nvSpPr>
          <p:spPr>
            <a:xfrm>
              <a:off x="6278186" y="3339753"/>
              <a:ext cx="16111" cy="16111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00" y="1"/>
                  </a:moveTo>
                  <a:cubicBezTo>
                    <a:pt x="167" y="1"/>
                    <a:pt x="0" y="167"/>
                    <a:pt x="0" y="401"/>
                  </a:cubicBezTo>
                  <a:cubicBezTo>
                    <a:pt x="0" y="634"/>
                    <a:pt x="167" y="835"/>
                    <a:pt x="400" y="835"/>
                  </a:cubicBezTo>
                  <a:cubicBezTo>
                    <a:pt x="634" y="835"/>
                    <a:pt x="834" y="634"/>
                    <a:pt x="834" y="401"/>
                  </a:cubicBezTo>
                  <a:cubicBezTo>
                    <a:pt x="834" y="167"/>
                    <a:pt x="634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61;p56">
              <a:extLst>
                <a:ext uri="{FF2B5EF4-FFF2-40B4-BE49-F238E27FC236}">
                  <a16:creationId xmlns:a16="http://schemas.microsoft.com/office/drawing/2014/main" id="{97E2A28A-AB8B-D261-7134-8B6E7D1181EC}"/>
                </a:ext>
              </a:extLst>
            </p:cNvPr>
            <p:cNvSpPr/>
            <p:nvPr/>
          </p:nvSpPr>
          <p:spPr>
            <a:xfrm>
              <a:off x="6311007" y="3339753"/>
              <a:ext cx="16111" cy="16111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34" y="1"/>
                  </a:moveTo>
                  <a:cubicBezTo>
                    <a:pt x="200" y="1"/>
                    <a:pt x="0" y="167"/>
                    <a:pt x="0" y="401"/>
                  </a:cubicBezTo>
                  <a:cubicBezTo>
                    <a:pt x="0" y="634"/>
                    <a:pt x="200" y="835"/>
                    <a:pt x="434" y="835"/>
                  </a:cubicBezTo>
                  <a:cubicBezTo>
                    <a:pt x="667" y="835"/>
                    <a:pt x="834" y="634"/>
                    <a:pt x="834" y="401"/>
                  </a:cubicBezTo>
                  <a:cubicBezTo>
                    <a:pt x="834" y="167"/>
                    <a:pt x="667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" name="Obraz 46">
            <a:extLst>
              <a:ext uri="{FF2B5EF4-FFF2-40B4-BE49-F238E27FC236}">
                <a16:creationId xmlns:a16="http://schemas.microsoft.com/office/drawing/2014/main" id="{6183B465-232C-1EA4-0BE7-06273F7D49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144" y="1838956"/>
            <a:ext cx="2344751" cy="248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5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45"/>
          <p:cNvSpPr/>
          <p:nvPr/>
        </p:nvSpPr>
        <p:spPr>
          <a:xfrm rot="5400000">
            <a:off x="727875" y="3579751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45"/>
          <p:cNvSpPr/>
          <p:nvPr/>
        </p:nvSpPr>
        <p:spPr>
          <a:xfrm rot="5400000">
            <a:off x="3276446" y="3579751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45"/>
          <p:cNvSpPr/>
          <p:nvPr/>
        </p:nvSpPr>
        <p:spPr>
          <a:xfrm rot="5400000">
            <a:off x="5825017" y="3579751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3" name="Google Shape;1553;p45"/>
          <p:cNvSpPr txBox="1">
            <a:spLocks noGrp="1"/>
          </p:cNvSpPr>
          <p:nvPr>
            <p:ph type="title"/>
          </p:nvPr>
        </p:nvSpPr>
        <p:spPr>
          <a:xfrm>
            <a:off x="0" y="539500"/>
            <a:ext cx="91439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100" dirty="0"/>
              <a:t>Training Data </a:t>
            </a:r>
            <a:r>
              <a:rPr lang="pl-PL" sz="3100" dirty="0" err="1"/>
              <a:t>Division</a:t>
            </a:r>
            <a:endParaRPr sz="3100" dirty="0"/>
          </a:p>
        </p:txBody>
      </p:sp>
      <p:sp>
        <p:nvSpPr>
          <p:cNvPr id="1555" name="Google Shape;1555;p45"/>
          <p:cNvSpPr txBox="1"/>
          <p:nvPr/>
        </p:nvSpPr>
        <p:spPr>
          <a:xfrm>
            <a:off x="3819263" y="1621500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70</a:t>
            </a:r>
            <a:r>
              <a:rPr lang="en" sz="210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%</a:t>
            </a:r>
            <a:endParaRPr sz="21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6" name="Google Shape;1556;p45"/>
          <p:cNvSpPr txBox="1"/>
          <p:nvPr/>
        </p:nvSpPr>
        <p:spPr>
          <a:xfrm>
            <a:off x="3819263" y="2196451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dirty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15</a:t>
            </a:r>
            <a:r>
              <a:rPr lang="en" sz="2100" dirty="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%</a:t>
            </a:r>
            <a:endParaRPr sz="1300" dirty="0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7" name="Google Shape;1557;p45"/>
          <p:cNvSpPr txBox="1"/>
          <p:nvPr/>
        </p:nvSpPr>
        <p:spPr>
          <a:xfrm>
            <a:off x="3819263" y="2771403"/>
            <a:ext cx="856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15%</a:t>
            </a:r>
            <a:endParaRPr sz="21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8" name="Google Shape;1558;p45"/>
          <p:cNvSpPr txBox="1"/>
          <p:nvPr/>
        </p:nvSpPr>
        <p:spPr>
          <a:xfrm>
            <a:off x="4532556" y="1621496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Training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59" name="Google Shape;1559;p45"/>
          <p:cNvSpPr txBox="1"/>
          <p:nvPr/>
        </p:nvSpPr>
        <p:spPr>
          <a:xfrm>
            <a:off x="4532556" y="2196451"/>
            <a:ext cx="17245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</a:t>
            </a:r>
            <a:r>
              <a:rPr lang="pl-PL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alidation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60" name="Google Shape;1560;p45"/>
          <p:cNvSpPr txBox="1"/>
          <p:nvPr/>
        </p:nvSpPr>
        <p:spPr>
          <a:xfrm>
            <a:off x="4532556" y="2771406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Test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61" name="Google Shape;1561;p45"/>
          <p:cNvSpPr txBox="1"/>
          <p:nvPr/>
        </p:nvSpPr>
        <p:spPr>
          <a:xfrm>
            <a:off x="5512546" y="2771403"/>
            <a:ext cx="27512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pl-PL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final</a:t>
            </a: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model </a:t>
            </a:r>
            <a:r>
              <a:rPr lang="pl-PL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</a:t>
            </a:r>
            <a:endParaRPr lang="pl-PL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2" name="Google Shape;1562;p45"/>
          <p:cNvSpPr txBox="1"/>
          <p:nvPr/>
        </p:nvSpPr>
        <p:spPr>
          <a:xfrm>
            <a:off x="6221148" y="2210064"/>
            <a:ext cx="29228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pl-PL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tuning</a:t>
            </a: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model </a:t>
            </a:r>
            <a:r>
              <a:rPr lang="pl-PL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3" name="Google Shape;1563;p45"/>
          <p:cNvSpPr txBox="1"/>
          <p:nvPr/>
        </p:nvSpPr>
        <p:spPr>
          <a:xfrm>
            <a:off x="6069275" y="1621497"/>
            <a:ext cx="13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pl-PL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4" name="Google Shape;1564;p45"/>
          <p:cNvSpPr txBox="1">
            <a:spLocks noGrp="1"/>
          </p:cNvSpPr>
          <p:nvPr>
            <p:ph type="title" idx="4294967295"/>
          </p:nvPr>
        </p:nvSpPr>
        <p:spPr>
          <a:xfrm>
            <a:off x="1303077" y="3618151"/>
            <a:ext cx="1974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The model has enough data to learn effectively.</a:t>
            </a:r>
            <a:endParaRPr sz="1200" dirty="0"/>
          </a:p>
        </p:txBody>
      </p:sp>
      <p:sp>
        <p:nvSpPr>
          <p:cNvPr id="1572" name="Google Shape;1572;p45"/>
          <p:cNvSpPr txBox="1"/>
          <p:nvPr/>
        </p:nvSpPr>
        <p:spPr>
          <a:xfrm>
            <a:off x="3851222" y="3618151"/>
            <a:ext cx="197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Evaluation is fair and unbiased.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73" name="Google Shape;1573;p45"/>
          <p:cNvSpPr txBox="1"/>
          <p:nvPr/>
        </p:nvSpPr>
        <p:spPr>
          <a:xfrm>
            <a:off x="6399967" y="3618151"/>
            <a:ext cx="197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-US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odel</a:t>
            </a:r>
            <a:r>
              <a:rPr lang="en-US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is more likely to generalize well to new, unseen data.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574" name="Google Shape;1574;p45"/>
          <p:cNvGrpSpPr/>
          <p:nvPr/>
        </p:nvGrpSpPr>
        <p:grpSpPr>
          <a:xfrm>
            <a:off x="911984" y="3677189"/>
            <a:ext cx="248186" cy="347488"/>
            <a:chOff x="1273600" y="3144712"/>
            <a:chExt cx="423814" cy="602023"/>
          </a:xfrm>
        </p:grpSpPr>
        <p:sp>
          <p:nvSpPr>
            <p:cNvPr id="1575" name="Google Shape;1575;p45"/>
            <p:cNvSpPr/>
            <p:nvPr/>
          </p:nvSpPr>
          <p:spPr>
            <a:xfrm>
              <a:off x="1353932" y="3192705"/>
              <a:ext cx="160398" cy="60796"/>
            </a:xfrm>
            <a:custGeom>
              <a:avLst/>
              <a:gdLst/>
              <a:ahLst/>
              <a:cxnLst/>
              <a:rect l="l" t="t" r="r" b="b"/>
              <a:pathLst>
                <a:path w="4836" h="1833" extrusionOk="0">
                  <a:moveTo>
                    <a:pt x="3124" y="0"/>
                  </a:moveTo>
                  <a:cubicBezTo>
                    <a:pt x="1961" y="0"/>
                    <a:pt x="857" y="507"/>
                    <a:pt x="96" y="1394"/>
                  </a:cubicBezTo>
                  <a:cubicBezTo>
                    <a:pt x="1" y="1505"/>
                    <a:pt x="14" y="1673"/>
                    <a:pt x="125" y="1768"/>
                  </a:cubicBezTo>
                  <a:cubicBezTo>
                    <a:pt x="175" y="1811"/>
                    <a:pt x="237" y="1833"/>
                    <a:pt x="299" y="1833"/>
                  </a:cubicBezTo>
                  <a:cubicBezTo>
                    <a:pt x="374" y="1833"/>
                    <a:pt x="447" y="1801"/>
                    <a:pt x="500" y="1740"/>
                  </a:cubicBezTo>
                  <a:cubicBezTo>
                    <a:pt x="1160" y="972"/>
                    <a:pt x="2116" y="531"/>
                    <a:pt x="3124" y="531"/>
                  </a:cubicBezTo>
                  <a:cubicBezTo>
                    <a:pt x="3577" y="531"/>
                    <a:pt x="4017" y="618"/>
                    <a:pt x="4433" y="789"/>
                  </a:cubicBezTo>
                  <a:cubicBezTo>
                    <a:pt x="4466" y="802"/>
                    <a:pt x="4500" y="809"/>
                    <a:pt x="4534" y="809"/>
                  </a:cubicBezTo>
                  <a:cubicBezTo>
                    <a:pt x="4638" y="809"/>
                    <a:pt x="4738" y="747"/>
                    <a:pt x="4780" y="644"/>
                  </a:cubicBezTo>
                  <a:cubicBezTo>
                    <a:pt x="4836" y="507"/>
                    <a:pt x="4771" y="352"/>
                    <a:pt x="4635" y="297"/>
                  </a:cubicBezTo>
                  <a:cubicBezTo>
                    <a:pt x="4155" y="100"/>
                    <a:pt x="3647" y="0"/>
                    <a:pt x="3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5"/>
            <p:cNvSpPr/>
            <p:nvPr/>
          </p:nvSpPr>
          <p:spPr>
            <a:xfrm>
              <a:off x="1579637" y="3562689"/>
              <a:ext cx="56451" cy="56484"/>
            </a:xfrm>
            <a:custGeom>
              <a:avLst/>
              <a:gdLst/>
              <a:ahLst/>
              <a:cxnLst/>
              <a:rect l="l" t="t" r="r" b="b"/>
              <a:pathLst>
                <a:path w="1702" h="1703" extrusionOk="0">
                  <a:moveTo>
                    <a:pt x="1170" y="532"/>
                  </a:moveTo>
                  <a:lnTo>
                    <a:pt x="1170" y="1170"/>
                  </a:lnTo>
                  <a:lnTo>
                    <a:pt x="531" y="1170"/>
                  </a:lnTo>
                  <a:lnTo>
                    <a:pt x="531" y="53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1436"/>
                  </a:lnTo>
                  <a:cubicBezTo>
                    <a:pt x="0" y="1583"/>
                    <a:pt x="119" y="1702"/>
                    <a:pt x="266" y="1702"/>
                  </a:cubicBezTo>
                  <a:lnTo>
                    <a:pt x="1435" y="1702"/>
                  </a:lnTo>
                  <a:cubicBezTo>
                    <a:pt x="1582" y="1702"/>
                    <a:pt x="1701" y="1583"/>
                    <a:pt x="1701" y="1436"/>
                  </a:cubicBezTo>
                  <a:lnTo>
                    <a:pt x="1701" y="267"/>
                  </a:lnTo>
                  <a:cubicBezTo>
                    <a:pt x="1701" y="120"/>
                    <a:pt x="1582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5"/>
            <p:cNvSpPr/>
            <p:nvPr/>
          </p:nvSpPr>
          <p:spPr>
            <a:xfrm>
              <a:off x="1273600" y="3144712"/>
              <a:ext cx="423814" cy="602023"/>
            </a:xfrm>
            <a:custGeom>
              <a:avLst/>
              <a:gdLst/>
              <a:ahLst/>
              <a:cxnLst/>
              <a:rect l="l" t="t" r="r" b="b"/>
              <a:pathLst>
                <a:path w="12778" h="18151" extrusionOk="0">
                  <a:moveTo>
                    <a:pt x="5541" y="533"/>
                  </a:moveTo>
                  <a:cubicBezTo>
                    <a:pt x="5612" y="533"/>
                    <a:pt x="5684" y="534"/>
                    <a:pt x="5756" y="538"/>
                  </a:cubicBezTo>
                  <a:cubicBezTo>
                    <a:pt x="8457" y="654"/>
                    <a:pt x="10560" y="2945"/>
                    <a:pt x="10444" y="5647"/>
                  </a:cubicBezTo>
                  <a:cubicBezTo>
                    <a:pt x="10407" y="6491"/>
                    <a:pt x="10153" y="7312"/>
                    <a:pt x="9710" y="8024"/>
                  </a:cubicBezTo>
                  <a:cubicBezTo>
                    <a:pt x="9655" y="8017"/>
                    <a:pt x="9601" y="8013"/>
                    <a:pt x="9544" y="8013"/>
                  </a:cubicBezTo>
                  <a:cubicBezTo>
                    <a:pt x="9140" y="8013"/>
                    <a:pt x="8779" y="8204"/>
                    <a:pt x="8548" y="8501"/>
                  </a:cubicBezTo>
                  <a:cubicBezTo>
                    <a:pt x="8486" y="8421"/>
                    <a:pt x="8414" y="8349"/>
                    <a:pt x="8335" y="8285"/>
                  </a:cubicBezTo>
                  <a:cubicBezTo>
                    <a:pt x="9075" y="7562"/>
                    <a:pt x="9535" y="6551"/>
                    <a:pt x="9535" y="5436"/>
                  </a:cubicBezTo>
                  <a:cubicBezTo>
                    <a:pt x="9535" y="4825"/>
                    <a:pt x="9401" y="4239"/>
                    <a:pt x="9135" y="3693"/>
                  </a:cubicBezTo>
                  <a:cubicBezTo>
                    <a:pt x="9088" y="3599"/>
                    <a:pt x="8994" y="3544"/>
                    <a:pt x="8895" y="3544"/>
                  </a:cubicBezTo>
                  <a:cubicBezTo>
                    <a:pt x="8856" y="3544"/>
                    <a:pt x="8816" y="3552"/>
                    <a:pt x="8778" y="3571"/>
                  </a:cubicBezTo>
                  <a:cubicBezTo>
                    <a:pt x="8647" y="3635"/>
                    <a:pt x="8593" y="3794"/>
                    <a:pt x="8656" y="3926"/>
                  </a:cubicBezTo>
                  <a:cubicBezTo>
                    <a:pt x="8887" y="4399"/>
                    <a:pt x="9004" y="4906"/>
                    <a:pt x="9004" y="5436"/>
                  </a:cubicBezTo>
                  <a:cubicBezTo>
                    <a:pt x="9004" y="6474"/>
                    <a:pt x="8543" y="7408"/>
                    <a:pt x="7816" y="8041"/>
                  </a:cubicBezTo>
                  <a:cubicBezTo>
                    <a:pt x="7731" y="8024"/>
                    <a:pt x="7643" y="8013"/>
                    <a:pt x="7552" y="8013"/>
                  </a:cubicBezTo>
                  <a:cubicBezTo>
                    <a:pt x="7302" y="8013"/>
                    <a:pt x="7067" y="8085"/>
                    <a:pt x="6869" y="8213"/>
                  </a:cubicBezTo>
                  <a:lnTo>
                    <a:pt x="6869" y="5483"/>
                  </a:lnTo>
                  <a:cubicBezTo>
                    <a:pt x="6869" y="4774"/>
                    <a:pt x="6291" y="4196"/>
                    <a:pt x="5580" y="4196"/>
                  </a:cubicBezTo>
                  <a:cubicBezTo>
                    <a:pt x="4870" y="4196"/>
                    <a:pt x="4292" y="4773"/>
                    <a:pt x="4292" y="5483"/>
                  </a:cubicBezTo>
                  <a:lnTo>
                    <a:pt x="4292" y="7006"/>
                  </a:lnTo>
                  <a:cubicBezTo>
                    <a:pt x="3830" y="6637"/>
                    <a:pt x="3535" y="6071"/>
                    <a:pt x="3535" y="5436"/>
                  </a:cubicBezTo>
                  <a:cubicBezTo>
                    <a:pt x="3535" y="4327"/>
                    <a:pt x="4437" y="3425"/>
                    <a:pt x="5546" y="3425"/>
                  </a:cubicBezTo>
                  <a:cubicBezTo>
                    <a:pt x="6655" y="3425"/>
                    <a:pt x="7558" y="4327"/>
                    <a:pt x="7558" y="5436"/>
                  </a:cubicBezTo>
                  <a:cubicBezTo>
                    <a:pt x="7558" y="5809"/>
                    <a:pt x="7455" y="6173"/>
                    <a:pt x="7260" y="6490"/>
                  </a:cubicBezTo>
                  <a:cubicBezTo>
                    <a:pt x="7182" y="6615"/>
                    <a:pt x="7221" y="6778"/>
                    <a:pt x="7346" y="6855"/>
                  </a:cubicBezTo>
                  <a:cubicBezTo>
                    <a:pt x="7390" y="6882"/>
                    <a:pt x="7438" y="6895"/>
                    <a:pt x="7485" y="6895"/>
                  </a:cubicBezTo>
                  <a:cubicBezTo>
                    <a:pt x="7574" y="6895"/>
                    <a:pt x="7661" y="6850"/>
                    <a:pt x="7712" y="6769"/>
                  </a:cubicBezTo>
                  <a:cubicBezTo>
                    <a:pt x="7959" y="6368"/>
                    <a:pt x="8089" y="5907"/>
                    <a:pt x="8089" y="5436"/>
                  </a:cubicBezTo>
                  <a:cubicBezTo>
                    <a:pt x="8089" y="4034"/>
                    <a:pt x="6949" y="2893"/>
                    <a:pt x="5546" y="2893"/>
                  </a:cubicBezTo>
                  <a:cubicBezTo>
                    <a:pt x="4144" y="2893"/>
                    <a:pt x="3003" y="4034"/>
                    <a:pt x="3003" y="5436"/>
                  </a:cubicBezTo>
                  <a:cubicBezTo>
                    <a:pt x="3003" y="6383"/>
                    <a:pt x="3522" y="7209"/>
                    <a:pt x="4292" y="7648"/>
                  </a:cubicBezTo>
                  <a:lnTo>
                    <a:pt x="4292" y="8658"/>
                  </a:lnTo>
                  <a:cubicBezTo>
                    <a:pt x="3004" y="8154"/>
                    <a:pt x="2089" y="6900"/>
                    <a:pt x="2089" y="5436"/>
                  </a:cubicBezTo>
                  <a:cubicBezTo>
                    <a:pt x="2089" y="5289"/>
                    <a:pt x="1970" y="5170"/>
                    <a:pt x="1823" y="5170"/>
                  </a:cubicBezTo>
                  <a:cubicBezTo>
                    <a:pt x="1676" y="5170"/>
                    <a:pt x="1557" y="5289"/>
                    <a:pt x="1557" y="5436"/>
                  </a:cubicBezTo>
                  <a:cubicBezTo>
                    <a:pt x="1557" y="7197"/>
                    <a:pt x="2705" y="8695"/>
                    <a:pt x="4292" y="9222"/>
                  </a:cubicBezTo>
                  <a:lnTo>
                    <a:pt x="4292" y="10177"/>
                  </a:lnTo>
                  <a:cubicBezTo>
                    <a:pt x="2113" y="9602"/>
                    <a:pt x="545" y="7568"/>
                    <a:pt x="646" y="5225"/>
                  </a:cubicBezTo>
                  <a:cubicBezTo>
                    <a:pt x="758" y="2595"/>
                    <a:pt x="2934" y="533"/>
                    <a:pt x="5541" y="533"/>
                  </a:cubicBezTo>
                  <a:close/>
                  <a:moveTo>
                    <a:pt x="12246" y="13134"/>
                  </a:moveTo>
                  <a:lnTo>
                    <a:pt x="12246" y="13772"/>
                  </a:lnTo>
                  <a:lnTo>
                    <a:pt x="11607" y="13772"/>
                  </a:lnTo>
                  <a:lnTo>
                    <a:pt x="11607" y="13134"/>
                  </a:lnTo>
                  <a:close/>
                  <a:moveTo>
                    <a:pt x="8132" y="13225"/>
                  </a:moveTo>
                  <a:cubicBezTo>
                    <a:pt x="8288" y="13225"/>
                    <a:pt x="8414" y="13351"/>
                    <a:pt x="8414" y="13508"/>
                  </a:cubicBezTo>
                  <a:cubicBezTo>
                    <a:pt x="8414" y="13664"/>
                    <a:pt x="8288" y="13792"/>
                    <a:pt x="8132" y="13792"/>
                  </a:cubicBezTo>
                  <a:cubicBezTo>
                    <a:pt x="7974" y="13791"/>
                    <a:pt x="7848" y="13664"/>
                    <a:pt x="7848" y="13508"/>
                  </a:cubicBezTo>
                  <a:cubicBezTo>
                    <a:pt x="7848" y="13351"/>
                    <a:pt x="7974" y="13225"/>
                    <a:pt x="8132" y="13225"/>
                  </a:cubicBezTo>
                  <a:close/>
                  <a:moveTo>
                    <a:pt x="2381" y="11002"/>
                  </a:moveTo>
                  <a:cubicBezTo>
                    <a:pt x="2627" y="11002"/>
                    <a:pt x="2859" y="11099"/>
                    <a:pt x="3033" y="11273"/>
                  </a:cubicBezTo>
                  <a:lnTo>
                    <a:pt x="4292" y="12531"/>
                  </a:lnTo>
                  <a:lnTo>
                    <a:pt x="4292" y="15141"/>
                  </a:lnTo>
                  <a:lnTo>
                    <a:pt x="1729" y="12577"/>
                  </a:lnTo>
                  <a:cubicBezTo>
                    <a:pt x="1368" y="12218"/>
                    <a:pt x="1368" y="11633"/>
                    <a:pt x="1729" y="11273"/>
                  </a:cubicBezTo>
                  <a:cubicBezTo>
                    <a:pt x="1902" y="11099"/>
                    <a:pt x="2134" y="11002"/>
                    <a:pt x="2381" y="11002"/>
                  </a:cubicBezTo>
                  <a:close/>
                  <a:moveTo>
                    <a:pt x="7101" y="15250"/>
                  </a:moveTo>
                  <a:cubicBezTo>
                    <a:pt x="7258" y="15250"/>
                    <a:pt x="7384" y="15377"/>
                    <a:pt x="7384" y="15533"/>
                  </a:cubicBezTo>
                  <a:cubicBezTo>
                    <a:pt x="7384" y="15689"/>
                    <a:pt x="7258" y="15817"/>
                    <a:pt x="7101" y="15817"/>
                  </a:cubicBezTo>
                  <a:cubicBezTo>
                    <a:pt x="6945" y="15817"/>
                    <a:pt x="6817" y="15689"/>
                    <a:pt x="6817" y="15533"/>
                  </a:cubicBezTo>
                  <a:cubicBezTo>
                    <a:pt x="6817" y="15377"/>
                    <a:pt x="6945" y="15250"/>
                    <a:pt x="7101" y="15250"/>
                  </a:cubicBezTo>
                  <a:close/>
                  <a:moveTo>
                    <a:pt x="5580" y="4727"/>
                  </a:moveTo>
                  <a:cubicBezTo>
                    <a:pt x="5997" y="4727"/>
                    <a:pt x="6337" y="5067"/>
                    <a:pt x="6337" y="5483"/>
                  </a:cubicBezTo>
                  <a:lnTo>
                    <a:pt x="6337" y="8973"/>
                  </a:lnTo>
                  <a:cubicBezTo>
                    <a:pt x="6337" y="9104"/>
                    <a:pt x="6432" y="9216"/>
                    <a:pt x="6562" y="9236"/>
                  </a:cubicBezTo>
                  <a:cubicBezTo>
                    <a:pt x="6575" y="9238"/>
                    <a:pt x="6589" y="9239"/>
                    <a:pt x="6602" y="9239"/>
                  </a:cubicBezTo>
                  <a:cubicBezTo>
                    <a:pt x="6717" y="9239"/>
                    <a:pt x="6820" y="9166"/>
                    <a:pt x="6855" y="9053"/>
                  </a:cubicBezTo>
                  <a:cubicBezTo>
                    <a:pt x="6952" y="8748"/>
                    <a:pt x="7232" y="8544"/>
                    <a:pt x="7551" y="8544"/>
                  </a:cubicBezTo>
                  <a:cubicBezTo>
                    <a:pt x="7955" y="8544"/>
                    <a:pt x="8282" y="8872"/>
                    <a:pt x="8282" y="9274"/>
                  </a:cubicBezTo>
                  <a:cubicBezTo>
                    <a:pt x="8282" y="9421"/>
                    <a:pt x="8402" y="9540"/>
                    <a:pt x="8548" y="9540"/>
                  </a:cubicBezTo>
                  <a:cubicBezTo>
                    <a:pt x="8695" y="9540"/>
                    <a:pt x="8814" y="9421"/>
                    <a:pt x="8814" y="9274"/>
                  </a:cubicBezTo>
                  <a:cubicBezTo>
                    <a:pt x="8814" y="8872"/>
                    <a:pt x="9142" y="8544"/>
                    <a:pt x="9544" y="8544"/>
                  </a:cubicBezTo>
                  <a:cubicBezTo>
                    <a:pt x="9915" y="8544"/>
                    <a:pt x="10226" y="8821"/>
                    <a:pt x="10269" y="9189"/>
                  </a:cubicBezTo>
                  <a:cubicBezTo>
                    <a:pt x="10285" y="9320"/>
                    <a:pt x="10394" y="9421"/>
                    <a:pt x="10527" y="9424"/>
                  </a:cubicBezTo>
                  <a:cubicBezTo>
                    <a:pt x="10530" y="9424"/>
                    <a:pt x="10532" y="9424"/>
                    <a:pt x="10535" y="9424"/>
                  </a:cubicBezTo>
                  <a:cubicBezTo>
                    <a:pt x="10664" y="9424"/>
                    <a:pt x="10774" y="9331"/>
                    <a:pt x="10796" y="9203"/>
                  </a:cubicBezTo>
                  <a:cubicBezTo>
                    <a:pt x="10855" y="8850"/>
                    <a:pt x="11157" y="8594"/>
                    <a:pt x="11515" y="8594"/>
                  </a:cubicBezTo>
                  <a:cubicBezTo>
                    <a:pt x="11917" y="8594"/>
                    <a:pt x="12246" y="8923"/>
                    <a:pt x="12246" y="9325"/>
                  </a:cubicBezTo>
                  <a:lnTo>
                    <a:pt x="12246" y="10960"/>
                  </a:lnTo>
                  <a:lnTo>
                    <a:pt x="11442" y="10960"/>
                  </a:lnTo>
                  <a:cubicBezTo>
                    <a:pt x="11296" y="10960"/>
                    <a:pt x="11177" y="11079"/>
                    <a:pt x="11177" y="11225"/>
                  </a:cubicBezTo>
                  <a:cubicBezTo>
                    <a:pt x="11177" y="11372"/>
                    <a:pt x="11296" y="11491"/>
                    <a:pt x="11442" y="11491"/>
                  </a:cubicBezTo>
                  <a:lnTo>
                    <a:pt x="12246" y="11491"/>
                  </a:lnTo>
                  <a:lnTo>
                    <a:pt x="12246" y="12603"/>
                  </a:lnTo>
                  <a:lnTo>
                    <a:pt x="11341" y="12603"/>
                  </a:lnTo>
                  <a:cubicBezTo>
                    <a:pt x="11194" y="12603"/>
                    <a:pt x="11075" y="12722"/>
                    <a:pt x="11075" y="12869"/>
                  </a:cubicBezTo>
                  <a:lnTo>
                    <a:pt x="11075" y="14038"/>
                  </a:lnTo>
                  <a:cubicBezTo>
                    <a:pt x="11075" y="14185"/>
                    <a:pt x="11194" y="14304"/>
                    <a:pt x="11341" y="14304"/>
                  </a:cubicBezTo>
                  <a:lnTo>
                    <a:pt x="12246" y="14304"/>
                  </a:lnTo>
                  <a:lnTo>
                    <a:pt x="12246" y="15267"/>
                  </a:lnTo>
                  <a:lnTo>
                    <a:pt x="7872" y="15267"/>
                  </a:lnTo>
                  <a:cubicBezTo>
                    <a:pt x="7761" y="14948"/>
                    <a:pt x="7458" y="14718"/>
                    <a:pt x="7101" y="14718"/>
                  </a:cubicBezTo>
                  <a:cubicBezTo>
                    <a:pt x="6652" y="14718"/>
                    <a:pt x="6286" y="15083"/>
                    <a:pt x="6286" y="15533"/>
                  </a:cubicBezTo>
                  <a:cubicBezTo>
                    <a:pt x="6286" y="15982"/>
                    <a:pt x="6652" y="16348"/>
                    <a:pt x="7101" y="16348"/>
                  </a:cubicBezTo>
                  <a:cubicBezTo>
                    <a:pt x="7458" y="16348"/>
                    <a:pt x="7761" y="16117"/>
                    <a:pt x="7872" y="15799"/>
                  </a:cubicBezTo>
                  <a:lnTo>
                    <a:pt x="12220" y="15799"/>
                  </a:lnTo>
                  <a:cubicBezTo>
                    <a:pt x="12062" y="16828"/>
                    <a:pt x="11171" y="17618"/>
                    <a:pt x="10099" y="17618"/>
                  </a:cubicBezTo>
                  <a:lnTo>
                    <a:pt x="6970" y="17618"/>
                  </a:lnTo>
                  <a:cubicBezTo>
                    <a:pt x="5786" y="17618"/>
                    <a:pt x="4823" y="16655"/>
                    <a:pt x="4823" y="15472"/>
                  </a:cubicBezTo>
                  <a:lnTo>
                    <a:pt x="4823" y="13773"/>
                  </a:lnTo>
                  <a:lnTo>
                    <a:pt x="7360" y="13773"/>
                  </a:lnTo>
                  <a:cubicBezTo>
                    <a:pt x="7471" y="14093"/>
                    <a:pt x="7774" y="14323"/>
                    <a:pt x="8130" y="14323"/>
                  </a:cubicBezTo>
                  <a:cubicBezTo>
                    <a:pt x="8580" y="14323"/>
                    <a:pt x="8946" y="13957"/>
                    <a:pt x="8946" y="13507"/>
                  </a:cubicBezTo>
                  <a:cubicBezTo>
                    <a:pt x="8946" y="13059"/>
                    <a:pt x="8580" y="12692"/>
                    <a:pt x="8130" y="12692"/>
                  </a:cubicBezTo>
                  <a:cubicBezTo>
                    <a:pt x="7774" y="12692"/>
                    <a:pt x="7471" y="12922"/>
                    <a:pt x="7360" y="13241"/>
                  </a:cubicBezTo>
                  <a:lnTo>
                    <a:pt x="4823" y="13241"/>
                  </a:lnTo>
                  <a:lnTo>
                    <a:pt x="4823" y="11491"/>
                  </a:lnTo>
                  <a:lnTo>
                    <a:pt x="9706" y="11491"/>
                  </a:lnTo>
                  <a:cubicBezTo>
                    <a:pt x="9852" y="11491"/>
                    <a:pt x="9971" y="11372"/>
                    <a:pt x="9971" y="11225"/>
                  </a:cubicBezTo>
                  <a:cubicBezTo>
                    <a:pt x="9971" y="11078"/>
                    <a:pt x="9852" y="10959"/>
                    <a:pt x="9706" y="10959"/>
                  </a:cubicBezTo>
                  <a:lnTo>
                    <a:pt x="4823" y="10959"/>
                  </a:lnTo>
                  <a:lnTo>
                    <a:pt x="4823" y="5483"/>
                  </a:lnTo>
                  <a:cubicBezTo>
                    <a:pt x="4823" y="5066"/>
                    <a:pt x="5163" y="4727"/>
                    <a:pt x="5580" y="4727"/>
                  </a:cubicBezTo>
                  <a:close/>
                  <a:moveTo>
                    <a:pt x="5542" y="1"/>
                  </a:moveTo>
                  <a:cubicBezTo>
                    <a:pt x="2651" y="1"/>
                    <a:pt x="240" y="2287"/>
                    <a:pt x="114" y="5202"/>
                  </a:cubicBezTo>
                  <a:cubicBezTo>
                    <a:pt x="1" y="7847"/>
                    <a:pt x="1806" y="10137"/>
                    <a:pt x="4292" y="10725"/>
                  </a:cubicBezTo>
                  <a:lnTo>
                    <a:pt x="4292" y="11779"/>
                  </a:lnTo>
                  <a:lnTo>
                    <a:pt x="3409" y="10896"/>
                  </a:lnTo>
                  <a:cubicBezTo>
                    <a:pt x="3134" y="10622"/>
                    <a:pt x="2769" y="10470"/>
                    <a:pt x="2381" y="10470"/>
                  </a:cubicBezTo>
                  <a:cubicBezTo>
                    <a:pt x="1992" y="10470"/>
                    <a:pt x="1627" y="10622"/>
                    <a:pt x="1352" y="10896"/>
                  </a:cubicBezTo>
                  <a:cubicBezTo>
                    <a:pt x="785" y="11463"/>
                    <a:pt x="785" y="12386"/>
                    <a:pt x="1352" y="12953"/>
                  </a:cubicBezTo>
                  <a:lnTo>
                    <a:pt x="4333" y="15934"/>
                  </a:lnTo>
                  <a:cubicBezTo>
                    <a:pt x="4551" y="17191"/>
                    <a:pt x="5651" y="18150"/>
                    <a:pt x="6970" y="18150"/>
                  </a:cubicBezTo>
                  <a:lnTo>
                    <a:pt x="10098" y="18150"/>
                  </a:lnTo>
                  <a:cubicBezTo>
                    <a:pt x="11575" y="18150"/>
                    <a:pt x="12776" y="16948"/>
                    <a:pt x="12776" y="15472"/>
                  </a:cubicBezTo>
                  <a:lnTo>
                    <a:pt x="12776" y="9325"/>
                  </a:lnTo>
                  <a:cubicBezTo>
                    <a:pt x="12778" y="8629"/>
                    <a:pt x="12211" y="8064"/>
                    <a:pt x="11515" y="8064"/>
                  </a:cubicBezTo>
                  <a:cubicBezTo>
                    <a:pt x="11130" y="8064"/>
                    <a:pt x="10782" y="8235"/>
                    <a:pt x="10549" y="8511"/>
                  </a:cubicBezTo>
                  <a:cubicBezTo>
                    <a:pt x="10458" y="8391"/>
                    <a:pt x="10346" y="8289"/>
                    <a:pt x="10220" y="8209"/>
                  </a:cubicBezTo>
                  <a:cubicBezTo>
                    <a:pt x="10675" y="7441"/>
                    <a:pt x="10936" y="6567"/>
                    <a:pt x="10975" y="5669"/>
                  </a:cubicBezTo>
                  <a:cubicBezTo>
                    <a:pt x="11103" y="2675"/>
                    <a:pt x="8772" y="135"/>
                    <a:pt x="5778" y="6"/>
                  </a:cubicBezTo>
                  <a:cubicBezTo>
                    <a:pt x="5699" y="2"/>
                    <a:pt x="5621" y="1"/>
                    <a:pt x="5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578;p45"/>
          <p:cNvGrpSpPr/>
          <p:nvPr/>
        </p:nvGrpSpPr>
        <p:grpSpPr>
          <a:xfrm>
            <a:off x="3365711" y="3686734"/>
            <a:ext cx="437370" cy="320035"/>
            <a:chOff x="3963285" y="3226337"/>
            <a:chExt cx="602023" cy="439668"/>
          </a:xfrm>
        </p:grpSpPr>
        <p:sp>
          <p:nvSpPr>
            <p:cNvPr id="1579" name="Google Shape;1579;p45"/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5"/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5"/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5"/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45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584" name="Google Shape;1584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6" name="Google Shape;1586;p45"/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1587" name="Google Shape;1587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2" name="Google Shape;1592;p45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963587" y="779688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4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7026630" y="263046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832FA9-0F12-4E52-1F6F-B6156771B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69" y="1515060"/>
            <a:ext cx="3055887" cy="188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oogle Shape;1574;p45">
            <a:extLst>
              <a:ext uri="{FF2B5EF4-FFF2-40B4-BE49-F238E27FC236}">
                <a16:creationId xmlns:a16="http://schemas.microsoft.com/office/drawing/2014/main" id="{6B39EC2E-2F67-1D89-783F-C7FE4CB089C4}"/>
              </a:ext>
            </a:extLst>
          </p:cNvPr>
          <p:cNvGrpSpPr/>
          <p:nvPr/>
        </p:nvGrpSpPr>
        <p:grpSpPr>
          <a:xfrm>
            <a:off x="6008874" y="3676885"/>
            <a:ext cx="248186" cy="347488"/>
            <a:chOff x="1273600" y="3144712"/>
            <a:chExt cx="423814" cy="602023"/>
          </a:xfrm>
        </p:grpSpPr>
        <p:sp>
          <p:nvSpPr>
            <p:cNvPr id="4" name="Google Shape;1575;p45">
              <a:extLst>
                <a:ext uri="{FF2B5EF4-FFF2-40B4-BE49-F238E27FC236}">
                  <a16:creationId xmlns:a16="http://schemas.microsoft.com/office/drawing/2014/main" id="{13065EBB-F011-7DC3-281F-7FFED888D32A}"/>
                </a:ext>
              </a:extLst>
            </p:cNvPr>
            <p:cNvSpPr/>
            <p:nvPr/>
          </p:nvSpPr>
          <p:spPr>
            <a:xfrm>
              <a:off x="1353932" y="3192705"/>
              <a:ext cx="160398" cy="60796"/>
            </a:xfrm>
            <a:custGeom>
              <a:avLst/>
              <a:gdLst/>
              <a:ahLst/>
              <a:cxnLst/>
              <a:rect l="l" t="t" r="r" b="b"/>
              <a:pathLst>
                <a:path w="4836" h="1833" extrusionOk="0">
                  <a:moveTo>
                    <a:pt x="3124" y="0"/>
                  </a:moveTo>
                  <a:cubicBezTo>
                    <a:pt x="1961" y="0"/>
                    <a:pt x="857" y="507"/>
                    <a:pt x="96" y="1394"/>
                  </a:cubicBezTo>
                  <a:cubicBezTo>
                    <a:pt x="1" y="1505"/>
                    <a:pt x="14" y="1673"/>
                    <a:pt x="125" y="1768"/>
                  </a:cubicBezTo>
                  <a:cubicBezTo>
                    <a:pt x="175" y="1811"/>
                    <a:pt x="237" y="1833"/>
                    <a:pt x="299" y="1833"/>
                  </a:cubicBezTo>
                  <a:cubicBezTo>
                    <a:pt x="374" y="1833"/>
                    <a:pt x="447" y="1801"/>
                    <a:pt x="500" y="1740"/>
                  </a:cubicBezTo>
                  <a:cubicBezTo>
                    <a:pt x="1160" y="972"/>
                    <a:pt x="2116" y="531"/>
                    <a:pt x="3124" y="531"/>
                  </a:cubicBezTo>
                  <a:cubicBezTo>
                    <a:pt x="3577" y="531"/>
                    <a:pt x="4017" y="618"/>
                    <a:pt x="4433" y="789"/>
                  </a:cubicBezTo>
                  <a:cubicBezTo>
                    <a:pt x="4466" y="802"/>
                    <a:pt x="4500" y="809"/>
                    <a:pt x="4534" y="809"/>
                  </a:cubicBezTo>
                  <a:cubicBezTo>
                    <a:pt x="4638" y="809"/>
                    <a:pt x="4738" y="747"/>
                    <a:pt x="4780" y="644"/>
                  </a:cubicBezTo>
                  <a:cubicBezTo>
                    <a:pt x="4836" y="507"/>
                    <a:pt x="4771" y="352"/>
                    <a:pt x="4635" y="297"/>
                  </a:cubicBezTo>
                  <a:cubicBezTo>
                    <a:pt x="4155" y="100"/>
                    <a:pt x="3647" y="0"/>
                    <a:pt x="3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76;p45">
              <a:extLst>
                <a:ext uri="{FF2B5EF4-FFF2-40B4-BE49-F238E27FC236}">
                  <a16:creationId xmlns:a16="http://schemas.microsoft.com/office/drawing/2014/main" id="{82490015-EF01-A746-61EE-8D9CBFE5C5F5}"/>
                </a:ext>
              </a:extLst>
            </p:cNvPr>
            <p:cNvSpPr/>
            <p:nvPr/>
          </p:nvSpPr>
          <p:spPr>
            <a:xfrm>
              <a:off x="1579637" y="3562689"/>
              <a:ext cx="56451" cy="56484"/>
            </a:xfrm>
            <a:custGeom>
              <a:avLst/>
              <a:gdLst/>
              <a:ahLst/>
              <a:cxnLst/>
              <a:rect l="l" t="t" r="r" b="b"/>
              <a:pathLst>
                <a:path w="1702" h="1703" extrusionOk="0">
                  <a:moveTo>
                    <a:pt x="1170" y="532"/>
                  </a:moveTo>
                  <a:lnTo>
                    <a:pt x="1170" y="1170"/>
                  </a:lnTo>
                  <a:lnTo>
                    <a:pt x="531" y="1170"/>
                  </a:lnTo>
                  <a:lnTo>
                    <a:pt x="531" y="53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1436"/>
                  </a:lnTo>
                  <a:cubicBezTo>
                    <a:pt x="0" y="1583"/>
                    <a:pt x="119" y="1702"/>
                    <a:pt x="266" y="1702"/>
                  </a:cubicBezTo>
                  <a:lnTo>
                    <a:pt x="1435" y="1702"/>
                  </a:lnTo>
                  <a:cubicBezTo>
                    <a:pt x="1582" y="1702"/>
                    <a:pt x="1701" y="1583"/>
                    <a:pt x="1701" y="1436"/>
                  </a:cubicBezTo>
                  <a:lnTo>
                    <a:pt x="1701" y="267"/>
                  </a:lnTo>
                  <a:cubicBezTo>
                    <a:pt x="1701" y="120"/>
                    <a:pt x="1582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77;p45">
              <a:extLst>
                <a:ext uri="{FF2B5EF4-FFF2-40B4-BE49-F238E27FC236}">
                  <a16:creationId xmlns:a16="http://schemas.microsoft.com/office/drawing/2014/main" id="{7C181CE7-B69B-7830-E29F-3DD4F72C9C73}"/>
                </a:ext>
              </a:extLst>
            </p:cNvPr>
            <p:cNvSpPr/>
            <p:nvPr/>
          </p:nvSpPr>
          <p:spPr>
            <a:xfrm>
              <a:off x="1273600" y="3144712"/>
              <a:ext cx="423814" cy="602023"/>
            </a:xfrm>
            <a:custGeom>
              <a:avLst/>
              <a:gdLst/>
              <a:ahLst/>
              <a:cxnLst/>
              <a:rect l="l" t="t" r="r" b="b"/>
              <a:pathLst>
                <a:path w="12778" h="18151" extrusionOk="0">
                  <a:moveTo>
                    <a:pt x="5541" y="533"/>
                  </a:moveTo>
                  <a:cubicBezTo>
                    <a:pt x="5612" y="533"/>
                    <a:pt x="5684" y="534"/>
                    <a:pt x="5756" y="538"/>
                  </a:cubicBezTo>
                  <a:cubicBezTo>
                    <a:pt x="8457" y="654"/>
                    <a:pt x="10560" y="2945"/>
                    <a:pt x="10444" y="5647"/>
                  </a:cubicBezTo>
                  <a:cubicBezTo>
                    <a:pt x="10407" y="6491"/>
                    <a:pt x="10153" y="7312"/>
                    <a:pt x="9710" y="8024"/>
                  </a:cubicBezTo>
                  <a:cubicBezTo>
                    <a:pt x="9655" y="8017"/>
                    <a:pt x="9601" y="8013"/>
                    <a:pt x="9544" y="8013"/>
                  </a:cubicBezTo>
                  <a:cubicBezTo>
                    <a:pt x="9140" y="8013"/>
                    <a:pt x="8779" y="8204"/>
                    <a:pt x="8548" y="8501"/>
                  </a:cubicBezTo>
                  <a:cubicBezTo>
                    <a:pt x="8486" y="8421"/>
                    <a:pt x="8414" y="8349"/>
                    <a:pt x="8335" y="8285"/>
                  </a:cubicBezTo>
                  <a:cubicBezTo>
                    <a:pt x="9075" y="7562"/>
                    <a:pt x="9535" y="6551"/>
                    <a:pt x="9535" y="5436"/>
                  </a:cubicBezTo>
                  <a:cubicBezTo>
                    <a:pt x="9535" y="4825"/>
                    <a:pt x="9401" y="4239"/>
                    <a:pt x="9135" y="3693"/>
                  </a:cubicBezTo>
                  <a:cubicBezTo>
                    <a:pt x="9088" y="3599"/>
                    <a:pt x="8994" y="3544"/>
                    <a:pt x="8895" y="3544"/>
                  </a:cubicBezTo>
                  <a:cubicBezTo>
                    <a:pt x="8856" y="3544"/>
                    <a:pt x="8816" y="3552"/>
                    <a:pt x="8778" y="3571"/>
                  </a:cubicBezTo>
                  <a:cubicBezTo>
                    <a:pt x="8647" y="3635"/>
                    <a:pt x="8593" y="3794"/>
                    <a:pt x="8656" y="3926"/>
                  </a:cubicBezTo>
                  <a:cubicBezTo>
                    <a:pt x="8887" y="4399"/>
                    <a:pt x="9004" y="4906"/>
                    <a:pt x="9004" y="5436"/>
                  </a:cubicBezTo>
                  <a:cubicBezTo>
                    <a:pt x="9004" y="6474"/>
                    <a:pt x="8543" y="7408"/>
                    <a:pt x="7816" y="8041"/>
                  </a:cubicBezTo>
                  <a:cubicBezTo>
                    <a:pt x="7731" y="8024"/>
                    <a:pt x="7643" y="8013"/>
                    <a:pt x="7552" y="8013"/>
                  </a:cubicBezTo>
                  <a:cubicBezTo>
                    <a:pt x="7302" y="8013"/>
                    <a:pt x="7067" y="8085"/>
                    <a:pt x="6869" y="8213"/>
                  </a:cubicBezTo>
                  <a:lnTo>
                    <a:pt x="6869" y="5483"/>
                  </a:lnTo>
                  <a:cubicBezTo>
                    <a:pt x="6869" y="4774"/>
                    <a:pt x="6291" y="4196"/>
                    <a:pt x="5580" y="4196"/>
                  </a:cubicBezTo>
                  <a:cubicBezTo>
                    <a:pt x="4870" y="4196"/>
                    <a:pt x="4292" y="4773"/>
                    <a:pt x="4292" y="5483"/>
                  </a:cubicBezTo>
                  <a:lnTo>
                    <a:pt x="4292" y="7006"/>
                  </a:lnTo>
                  <a:cubicBezTo>
                    <a:pt x="3830" y="6637"/>
                    <a:pt x="3535" y="6071"/>
                    <a:pt x="3535" y="5436"/>
                  </a:cubicBezTo>
                  <a:cubicBezTo>
                    <a:pt x="3535" y="4327"/>
                    <a:pt x="4437" y="3425"/>
                    <a:pt x="5546" y="3425"/>
                  </a:cubicBezTo>
                  <a:cubicBezTo>
                    <a:pt x="6655" y="3425"/>
                    <a:pt x="7558" y="4327"/>
                    <a:pt x="7558" y="5436"/>
                  </a:cubicBezTo>
                  <a:cubicBezTo>
                    <a:pt x="7558" y="5809"/>
                    <a:pt x="7455" y="6173"/>
                    <a:pt x="7260" y="6490"/>
                  </a:cubicBezTo>
                  <a:cubicBezTo>
                    <a:pt x="7182" y="6615"/>
                    <a:pt x="7221" y="6778"/>
                    <a:pt x="7346" y="6855"/>
                  </a:cubicBezTo>
                  <a:cubicBezTo>
                    <a:pt x="7390" y="6882"/>
                    <a:pt x="7438" y="6895"/>
                    <a:pt x="7485" y="6895"/>
                  </a:cubicBezTo>
                  <a:cubicBezTo>
                    <a:pt x="7574" y="6895"/>
                    <a:pt x="7661" y="6850"/>
                    <a:pt x="7712" y="6769"/>
                  </a:cubicBezTo>
                  <a:cubicBezTo>
                    <a:pt x="7959" y="6368"/>
                    <a:pt x="8089" y="5907"/>
                    <a:pt x="8089" y="5436"/>
                  </a:cubicBezTo>
                  <a:cubicBezTo>
                    <a:pt x="8089" y="4034"/>
                    <a:pt x="6949" y="2893"/>
                    <a:pt x="5546" y="2893"/>
                  </a:cubicBezTo>
                  <a:cubicBezTo>
                    <a:pt x="4144" y="2893"/>
                    <a:pt x="3003" y="4034"/>
                    <a:pt x="3003" y="5436"/>
                  </a:cubicBezTo>
                  <a:cubicBezTo>
                    <a:pt x="3003" y="6383"/>
                    <a:pt x="3522" y="7209"/>
                    <a:pt x="4292" y="7648"/>
                  </a:cubicBezTo>
                  <a:lnTo>
                    <a:pt x="4292" y="8658"/>
                  </a:lnTo>
                  <a:cubicBezTo>
                    <a:pt x="3004" y="8154"/>
                    <a:pt x="2089" y="6900"/>
                    <a:pt x="2089" y="5436"/>
                  </a:cubicBezTo>
                  <a:cubicBezTo>
                    <a:pt x="2089" y="5289"/>
                    <a:pt x="1970" y="5170"/>
                    <a:pt x="1823" y="5170"/>
                  </a:cubicBezTo>
                  <a:cubicBezTo>
                    <a:pt x="1676" y="5170"/>
                    <a:pt x="1557" y="5289"/>
                    <a:pt x="1557" y="5436"/>
                  </a:cubicBezTo>
                  <a:cubicBezTo>
                    <a:pt x="1557" y="7197"/>
                    <a:pt x="2705" y="8695"/>
                    <a:pt x="4292" y="9222"/>
                  </a:cubicBezTo>
                  <a:lnTo>
                    <a:pt x="4292" y="10177"/>
                  </a:lnTo>
                  <a:cubicBezTo>
                    <a:pt x="2113" y="9602"/>
                    <a:pt x="545" y="7568"/>
                    <a:pt x="646" y="5225"/>
                  </a:cubicBezTo>
                  <a:cubicBezTo>
                    <a:pt x="758" y="2595"/>
                    <a:pt x="2934" y="533"/>
                    <a:pt x="5541" y="533"/>
                  </a:cubicBezTo>
                  <a:close/>
                  <a:moveTo>
                    <a:pt x="12246" y="13134"/>
                  </a:moveTo>
                  <a:lnTo>
                    <a:pt x="12246" y="13772"/>
                  </a:lnTo>
                  <a:lnTo>
                    <a:pt x="11607" y="13772"/>
                  </a:lnTo>
                  <a:lnTo>
                    <a:pt x="11607" y="13134"/>
                  </a:lnTo>
                  <a:close/>
                  <a:moveTo>
                    <a:pt x="8132" y="13225"/>
                  </a:moveTo>
                  <a:cubicBezTo>
                    <a:pt x="8288" y="13225"/>
                    <a:pt x="8414" y="13351"/>
                    <a:pt x="8414" y="13508"/>
                  </a:cubicBezTo>
                  <a:cubicBezTo>
                    <a:pt x="8414" y="13664"/>
                    <a:pt x="8288" y="13792"/>
                    <a:pt x="8132" y="13792"/>
                  </a:cubicBezTo>
                  <a:cubicBezTo>
                    <a:pt x="7974" y="13791"/>
                    <a:pt x="7848" y="13664"/>
                    <a:pt x="7848" y="13508"/>
                  </a:cubicBezTo>
                  <a:cubicBezTo>
                    <a:pt x="7848" y="13351"/>
                    <a:pt x="7974" y="13225"/>
                    <a:pt x="8132" y="13225"/>
                  </a:cubicBezTo>
                  <a:close/>
                  <a:moveTo>
                    <a:pt x="2381" y="11002"/>
                  </a:moveTo>
                  <a:cubicBezTo>
                    <a:pt x="2627" y="11002"/>
                    <a:pt x="2859" y="11099"/>
                    <a:pt x="3033" y="11273"/>
                  </a:cubicBezTo>
                  <a:lnTo>
                    <a:pt x="4292" y="12531"/>
                  </a:lnTo>
                  <a:lnTo>
                    <a:pt x="4292" y="15141"/>
                  </a:lnTo>
                  <a:lnTo>
                    <a:pt x="1729" y="12577"/>
                  </a:lnTo>
                  <a:cubicBezTo>
                    <a:pt x="1368" y="12218"/>
                    <a:pt x="1368" y="11633"/>
                    <a:pt x="1729" y="11273"/>
                  </a:cubicBezTo>
                  <a:cubicBezTo>
                    <a:pt x="1902" y="11099"/>
                    <a:pt x="2134" y="11002"/>
                    <a:pt x="2381" y="11002"/>
                  </a:cubicBezTo>
                  <a:close/>
                  <a:moveTo>
                    <a:pt x="7101" y="15250"/>
                  </a:moveTo>
                  <a:cubicBezTo>
                    <a:pt x="7258" y="15250"/>
                    <a:pt x="7384" y="15377"/>
                    <a:pt x="7384" y="15533"/>
                  </a:cubicBezTo>
                  <a:cubicBezTo>
                    <a:pt x="7384" y="15689"/>
                    <a:pt x="7258" y="15817"/>
                    <a:pt x="7101" y="15817"/>
                  </a:cubicBezTo>
                  <a:cubicBezTo>
                    <a:pt x="6945" y="15817"/>
                    <a:pt x="6817" y="15689"/>
                    <a:pt x="6817" y="15533"/>
                  </a:cubicBezTo>
                  <a:cubicBezTo>
                    <a:pt x="6817" y="15377"/>
                    <a:pt x="6945" y="15250"/>
                    <a:pt x="7101" y="15250"/>
                  </a:cubicBezTo>
                  <a:close/>
                  <a:moveTo>
                    <a:pt x="5580" y="4727"/>
                  </a:moveTo>
                  <a:cubicBezTo>
                    <a:pt x="5997" y="4727"/>
                    <a:pt x="6337" y="5067"/>
                    <a:pt x="6337" y="5483"/>
                  </a:cubicBezTo>
                  <a:lnTo>
                    <a:pt x="6337" y="8973"/>
                  </a:lnTo>
                  <a:cubicBezTo>
                    <a:pt x="6337" y="9104"/>
                    <a:pt x="6432" y="9216"/>
                    <a:pt x="6562" y="9236"/>
                  </a:cubicBezTo>
                  <a:cubicBezTo>
                    <a:pt x="6575" y="9238"/>
                    <a:pt x="6589" y="9239"/>
                    <a:pt x="6602" y="9239"/>
                  </a:cubicBezTo>
                  <a:cubicBezTo>
                    <a:pt x="6717" y="9239"/>
                    <a:pt x="6820" y="9166"/>
                    <a:pt x="6855" y="9053"/>
                  </a:cubicBezTo>
                  <a:cubicBezTo>
                    <a:pt x="6952" y="8748"/>
                    <a:pt x="7232" y="8544"/>
                    <a:pt x="7551" y="8544"/>
                  </a:cubicBezTo>
                  <a:cubicBezTo>
                    <a:pt x="7955" y="8544"/>
                    <a:pt x="8282" y="8872"/>
                    <a:pt x="8282" y="9274"/>
                  </a:cubicBezTo>
                  <a:cubicBezTo>
                    <a:pt x="8282" y="9421"/>
                    <a:pt x="8402" y="9540"/>
                    <a:pt x="8548" y="9540"/>
                  </a:cubicBezTo>
                  <a:cubicBezTo>
                    <a:pt x="8695" y="9540"/>
                    <a:pt x="8814" y="9421"/>
                    <a:pt x="8814" y="9274"/>
                  </a:cubicBezTo>
                  <a:cubicBezTo>
                    <a:pt x="8814" y="8872"/>
                    <a:pt x="9142" y="8544"/>
                    <a:pt x="9544" y="8544"/>
                  </a:cubicBezTo>
                  <a:cubicBezTo>
                    <a:pt x="9915" y="8544"/>
                    <a:pt x="10226" y="8821"/>
                    <a:pt x="10269" y="9189"/>
                  </a:cubicBezTo>
                  <a:cubicBezTo>
                    <a:pt x="10285" y="9320"/>
                    <a:pt x="10394" y="9421"/>
                    <a:pt x="10527" y="9424"/>
                  </a:cubicBezTo>
                  <a:cubicBezTo>
                    <a:pt x="10530" y="9424"/>
                    <a:pt x="10532" y="9424"/>
                    <a:pt x="10535" y="9424"/>
                  </a:cubicBezTo>
                  <a:cubicBezTo>
                    <a:pt x="10664" y="9424"/>
                    <a:pt x="10774" y="9331"/>
                    <a:pt x="10796" y="9203"/>
                  </a:cubicBezTo>
                  <a:cubicBezTo>
                    <a:pt x="10855" y="8850"/>
                    <a:pt x="11157" y="8594"/>
                    <a:pt x="11515" y="8594"/>
                  </a:cubicBezTo>
                  <a:cubicBezTo>
                    <a:pt x="11917" y="8594"/>
                    <a:pt x="12246" y="8923"/>
                    <a:pt x="12246" y="9325"/>
                  </a:cubicBezTo>
                  <a:lnTo>
                    <a:pt x="12246" y="10960"/>
                  </a:lnTo>
                  <a:lnTo>
                    <a:pt x="11442" y="10960"/>
                  </a:lnTo>
                  <a:cubicBezTo>
                    <a:pt x="11296" y="10960"/>
                    <a:pt x="11177" y="11079"/>
                    <a:pt x="11177" y="11225"/>
                  </a:cubicBezTo>
                  <a:cubicBezTo>
                    <a:pt x="11177" y="11372"/>
                    <a:pt x="11296" y="11491"/>
                    <a:pt x="11442" y="11491"/>
                  </a:cubicBezTo>
                  <a:lnTo>
                    <a:pt x="12246" y="11491"/>
                  </a:lnTo>
                  <a:lnTo>
                    <a:pt x="12246" y="12603"/>
                  </a:lnTo>
                  <a:lnTo>
                    <a:pt x="11341" y="12603"/>
                  </a:lnTo>
                  <a:cubicBezTo>
                    <a:pt x="11194" y="12603"/>
                    <a:pt x="11075" y="12722"/>
                    <a:pt x="11075" y="12869"/>
                  </a:cubicBezTo>
                  <a:lnTo>
                    <a:pt x="11075" y="14038"/>
                  </a:lnTo>
                  <a:cubicBezTo>
                    <a:pt x="11075" y="14185"/>
                    <a:pt x="11194" y="14304"/>
                    <a:pt x="11341" y="14304"/>
                  </a:cubicBezTo>
                  <a:lnTo>
                    <a:pt x="12246" y="14304"/>
                  </a:lnTo>
                  <a:lnTo>
                    <a:pt x="12246" y="15267"/>
                  </a:lnTo>
                  <a:lnTo>
                    <a:pt x="7872" y="15267"/>
                  </a:lnTo>
                  <a:cubicBezTo>
                    <a:pt x="7761" y="14948"/>
                    <a:pt x="7458" y="14718"/>
                    <a:pt x="7101" y="14718"/>
                  </a:cubicBezTo>
                  <a:cubicBezTo>
                    <a:pt x="6652" y="14718"/>
                    <a:pt x="6286" y="15083"/>
                    <a:pt x="6286" y="15533"/>
                  </a:cubicBezTo>
                  <a:cubicBezTo>
                    <a:pt x="6286" y="15982"/>
                    <a:pt x="6652" y="16348"/>
                    <a:pt x="7101" y="16348"/>
                  </a:cubicBezTo>
                  <a:cubicBezTo>
                    <a:pt x="7458" y="16348"/>
                    <a:pt x="7761" y="16117"/>
                    <a:pt x="7872" y="15799"/>
                  </a:cubicBezTo>
                  <a:lnTo>
                    <a:pt x="12220" y="15799"/>
                  </a:lnTo>
                  <a:cubicBezTo>
                    <a:pt x="12062" y="16828"/>
                    <a:pt x="11171" y="17618"/>
                    <a:pt x="10099" y="17618"/>
                  </a:cubicBezTo>
                  <a:lnTo>
                    <a:pt x="6970" y="17618"/>
                  </a:lnTo>
                  <a:cubicBezTo>
                    <a:pt x="5786" y="17618"/>
                    <a:pt x="4823" y="16655"/>
                    <a:pt x="4823" y="15472"/>
                  </a:cubicBezTo>
                  <a:lnTo>
                    <a:pt x="4823" y="13773"/>
                  </a:lnTo>
                  <a:lnTo>
                    <a:pt x="7360" y="13773"/>
                  </a:lnTo>
                  <a:cubicBezTo>
                    <a:pt x="7471" y="14093"/>
                    <a:pt x="7774" y="14323"/>
                    <a:pt x="8130" y="14323"/>
                  </a:cubicBezTo>
                  <a:cubicBezTo>
                    <a:pt x="8580" y="14323"/>
                    <a:pt x="8946" y="13957"/>
                    <a:pt x="8946" y="13507"/>
                  </a:cubicBezTo>
                  <a:cubicBezTo>
                    <a:pt x="8946" y="13059"/>
                    <a:pt x="8580" y="12692"/>
                    <a:pt x="8130" y="12692"/>
                  </a:cubicBezTo>
                  <a:cubicBezTo>
                    <a:pt x="7774" y="12692"/>
                    <a:pt x="7471" y="12922"/>
                    <a:pt x="7360" y="13241"/>
                  </a:cubicBezTo>
                  <a:lnTo>
                    <a:pt x="4823" y="13241"/>
                  </a:lnTo>
                  <a:lnTo>
                    <a:pt x="4823" y="11491"/>
                  </a:lnTo>
                  <a:lnTo>
                    <a:pt x="9706" y="11491"/>
                  </a:lnTo>
                  <a:cubicBezTo>
                    <a:pt x="9852" y="11491"/>
                    <a:pt x="9971" y="11372"/>
                    <a:pt x="9971" y="11225"/>
                  </a:cubicBezTo>
                  <a:cubicBezTo>
                    <a:pt x="9971" y="11078"/>
                    <a:pt x="9852" y="10959"/>
                    <a:pt x="9706" y="10959"/>
                  </a:cubicBezTo>
                  <a:lnTo>
                    <a:pt x="4823" y="10959"/>
                  </a:lnTo>
                  <a:lnTo>
                    <a:pt x="4823" y="5483"/>
                  </a:lnTo>
                  <a:cubicBezTo>
                    <a:pt x="4823" y="5066"/>
                    <a:pt x="5163" y="4727"/>
                    <a:pt x="5580" y="4727"/>
                  </a:cubicBezTo>
                  <a:close/>
                  <a:moveTo>
                    <a:pt x="5542" y="1"/>
                  </a:moveTo>
                  <a:cubicBezTo>
                    <a:pt x="2651" y="1"/>
                    <a:pt x="240" y="2287"/>
                    <a:pt x="114" y="5202"/>
                  </a:cubicBezTo>
                  <a:cubicBezTo>
                    <a:pt x="1" y="7847"/>
                    <a:pt x="1806" y="10137"/>
                    <a:pt x="4292" y="10725"/>
                  </a:cubicBezTo>
                  <a:lnTo>
                    <a:pt x="4292" y="11779"/>
                  </a:lnTo>
                  <a:lnTo>
                    <a:pt x="3409" y="10896"/>
                  </a:lnTo>
                  <a:cubicBezTo>
                    <a:pt x="3134" y="10622"/>
                    <a:pt x="2769" y="10470"/>
                    <a:pt x="2381" y="10470"/>
                  </a:cubicBezTo>
                  <a:cubicBezTo>
                    <a:pt x="1992" y="10470"/>
                    <a:pt x="1627" y="10622"/>
                    <a:pt x="1352" y="10896"/>
                  </a:cubicBezTo>
                  <a:cubicBezTo>
                    <a:pt x="785" y="11463"/>
                    <a:pt x="785" y="12386"/>
                    <a:pt x="1352" y="12953"/>
                  </a:cubicBezTo>
                  <a:lnTo>
                    <a:pt x="4333" y="15934"/>
                  </a:lnTo>
                  <a:cubicBezTo>
                    <a:pt x="4551" y="17191"/>
                    <a:pt x="5651" y="18150"/>
                    <a:pt x="6970" y="18150"/>
                  </a:cubicBezTo>
                  <a:lnTo>
                    <a:pt x="10098" y="18150"/>
                  </a:lnTo>
                  <a:cubicBezTo>
                    <a:pt x="11575" y="18150"/>
                    <a:pt x="12776" y="16948"/>
                    <a:pt x="12776" y="15472"/>
                  </a:cubicBezTo>
                  <a:lnTo>
                    <a:pt x="12776" y="9325"/>
                  </a:lnTo>
                  <a:cubicBezTo>
                    <a:pt x="12778" y="8629"/>
                    <a:pt x="12211" y="8064"/>
                    <a:pt x="11515" y="8064"/>
                  </a:cubicBezTo>
                  <a:cubicBezTo>
                    <a:pt x="11130" y="8064"/>
                    <a:pt x="10782" y="8235"/>
                    <a:pt x="10549" y="8511"/>
                  </a:cubicBezTo>
                  <a:cubicBezTo>
                    <a:pt x="10458" y="8391"/>
                    <a:pt x="10346" y="8289"/>
                    <a:pt x="10220" y="8209"/>
                  </a:cubicBezTo>
                  <a:cubicBezTo>
                    <a:pt x="10675" y="7441"/>
                    <a:pt x="10936" y="6567"/>
                    <a:pt x="10975" y="5669"/>
                  </a:cubicBezTo>
                  <a:cubicBezTo>
                    <a:pt x="11103" y="2675"/>
                    <a:pt x="8772" y="135"/>
                    <a:pt x="5778" y="6"/>
                  </a:cubicBezTo>
                  <a:cubicBezTo>
                    <a:pt x="5699" y="2"/>
                    <a:pt x="5621" y="1"/>
                    <a:pt x="5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>
          <a:extLst>
            <a:ext uri="{FF2B5EF4-FFF2-40B4-BE49-F238E27FC236}">
              <a16:creationId xmlns:a16="http://schemas.microsoft.com/office/drawing/2014/main" id="{D2356365-44C3-2A75-766F-F33C7728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59">
            <a:extLst>
              <a:ext uri="{FF2B5EF4-FFF2-40B4-BE49-F238E27FC236}">
                <a16:creationId xmlns:a16="http://schemas.microsoft.com/office/drawing/2014/main" id="{9D5047C5-B209-476C-5382-9C90A1DAE947}"/>
              </a:ext>
            </a:extLst>
          </p:cNvPr>
          <p:cNvSpPr/>
          <p:nvPr/>
        </p:nvSpPr>
        <p:spPr>
          <a:xfrm rot="5400000">
            <a:off x="1252872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5" name="Google Shape;2065;p59">
            <a:extLst>
              <a:ext uri="{FF2B5EF4-FFF2-40B4-BE49-F238E27FC236}">
                <a16:creationId xmlns:a16="http://schemas.microsoft.com/office/drawing/2014/main" id="{64C6E6AA-5611-59F8-6284-A8D2393C499A}"/>
              </a:ext>
            </a:extLst>
          </p:cNvPr>
          <p:cNvSpPr/>
          <p:nvPr/>
        </p:nvSpPr>
        <p:spPr>
          <a:xfrm rot="5400000">
            <a:off x="5075776" y="2323950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" name="Google Shape;2066;p59">
            <a:extLst>
              <a:ext uri="{FF2B5EF4-FFF2-40B4-BE49-F238E27FC236}">
                <a16:creationId xmlns:a16="http://schemas.microsoft.com/office/drawing/2014/main" id="{6DDAE2EA-BCF6-8983-1A61-D77637C76DD1}"/>
              </a:ext>
            </a:extLst>
          </p:cNvPr>
          <p:cNvSpPr/>
          <p:nvPr/>
        </p:nvSpPr>
        <p:spPr>
          <a:xfrm rot="5400000">
            <a:off x="6987227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7" name="Google Shape;2067;p59">
            <a:extLst>
              <a:ext uri="{FF2B5EF4-FFF2-40B4-BE49-F238E27FC236}">
                <a16:creationId xmlns:a16="http://schemas.microsoft.com/office/drawing/2014/main" id="{08D1A9FC-DA08-F8BD-509E-798CA8942EFB}"/>
              </a:ext>
            </a:extLst>
          </p:cNvPr>
          <p:cNvSpPr/>
          <p:nvPr/>
        </p:nvSpPr>
        <p:spPr>
          <a:xfrm rot="5400000">
            <a:off x="3164324" y="263004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59">
            <a:extLst>
              <a:ext uri="{FF2B5EF4-FFF2-40B4-BE49-F238E27FC236}">
                <a16:creationId xmlns:a16="http://schemas.microsoft.com/office/drawing/2014/main" id="{18B70134-08F3-CCF9-5C71-DE33171D7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Feature</a:t>
            </a:r>
            <a:r>
              <a:rPr lang="pl-PL" dirty="0"/>
              <a:t> Engineering</a:t>
            </a:r>
            <a:endParaRPr dirty="0"/>
          </a:p>
        </p:txBody>
      </p:sp>
      <p:sp>
        <p:nvSpPr>
          <p:cNvPr id="2069" name="Google Shape;2069;p59">
            <a:extLst>
              <a:ext uri="{FF2B5EF4-FFF2-40B4-BE49-F238E27FC236}">
                <a16:creationId xmlns:a16="http://schemas.microsoft.com/office/drawing/2014/main" id="{7EFFDBF0-125E-5A33-23C0-7C5C183F585C}"/>
              </a:ext>
            </a:extLst>
          </p:cNvPr>
          <p:cNvSpPr/>
          <p:nvPr/>
        </p:nvSpPr>
        <p:spPr>
          <a:xfrm rot="10800000">
            <a:off x="6484674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0" name="Google Shape;2070;p59">
            <a:extLst>
              <a:ext uri="{FF2B5EF4-FFF2-40B4-BE49-F238E27FC236}">
                <a16:creationId xmlns:a16="http://schemas.microsoft.com/office/drawing/2014/main" id="{C4E8ED5C-367C-8590-F21D-4B5718CE8D24}"/>
              </a:ext>
            </a:extLst>
          </p:cNvPr>
          <p:cNvSpPr txBox="1"/>
          <p:nvPr/>
        </p:nvSpPr>
        <p:spPr>
          <a:xfrm>
            <a:off x="604597" y="3369403"/>
            <a:ext cx="2200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Feature</a:t>
            </a: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Grouping</a:t>
            </a: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and </a:t>
            </a: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Preparation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71" name="Google Shape;2071;p59">
            <a:extLst>
              <a:ext uri="{FF2B5EF4-FFF2-40B4-BE49-F238E27FC236}">
                <a16:creationId xmlns:a16="http://schemas.microsoft.com/office/drawing/2014/main" id="{A743FA5F-02B4-489B-6B1B-81C3F5D90CD2}"/>
              </a:ext>
            </a:extLst>
          </p:cNvPr>
          <p:cNvSpPr txBox="1"/>
          <p:nvPr/>
        </p:nvSpPr>
        <p:spPr>
          <a:xfrm>
            <a:off x="2501501" y="2067295"/>
            <a:ext cx="2229544" cy="58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Define</a:t>
            </a: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Transformation</a:t>
            </a: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Pipelines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72" name="Google Shape;2072;p59">
            <a:extLst>
              <a:ext uri="{FF2B5EF4-FFF2-40B4-BE49-F238E27FC236}">
                <a16:creationId xmlns:a16="http://schemas.microsoft.com/office/drawing/2014/main" id="{1CA256D1-65EB-C6E5-C9D4-6E833D2CC675}"/>
              </a:ext>
            </a:extLst>
          </p:cNvPr>
          <p:cNvSpPr txBox="1"/>
          <p:nvPr/>
        </p:nvSpPr>
        <p:spPr>
          <a:xfrm>
            <a:off x="2205306" y="1272951"/>
            <a:ext cx="2821934" cy="86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 a safe log transformation pipeline that handles negative values and applies scaling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Create a target encoding pipeline for categorical features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3" name="Google Shape;2073;p59">
            <a:extLst>
              <a:ext uri="{FF2B5EF4-FFF2-40B4-BE49-F238E27FC236}">
                <a16:creationId xmlns:a16="http://schemas.microsoft.com/office/drawing/2014/main" id="{30FCD63E-417E-7915-0143-601D553D2FCC}"/>
              </a:ext>
            </a:extLst>
          </p:cNvPr>
          <p:cNvSpPr/>
          <p:nvPr/>
        </p:nvSpPr>
        <p:spPr>
          <a:xfrm rot="10800000">
            <a:off x="4573201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p59">
            <a:extLst>
              <a:ext uri="{FF2B5EF4-FFF2-40B4-BE49-F238E27FC236}">
                <a16:creationId xmlns:a16="http://schemas.microsoft.com/office/drawing/2014/main" id="{C38D31FC-C8A1-010B-FE8E-8EB72675A86C}"/>
              </a:ext>
            </a:extLst>
          </p:cNvPr>
          <p:cNvSpPr/>
          <p:nvPr/>
        </p:nvSpPr>
        <p:spPr>
          <a:xfrm rot="10800000">
            <a:off x="2661771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5" name="Google Shape;2075;p59">
            <a:extLst>
              <a:ext uri="{FF2B5EF4-FFF2-40B4-BE49-F238E27FC236}">
                <a16:creationId xmlns:a16="http://schemas.microsoft.com/office/drawing/2014/main" id="{CACEB91B-A652-6114-21CE-30025BAA51AB}"/>
              </a:ext>
            </a:extLst>
          </p:cNvPr>
          <p:cNvSpPr/>
          <p:nvPr/>
        </p:nvSpPr>
        <p:spPr>
          <a:xfrm rot="10800000">
            <a:off x="750298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6" name="Google Shape;2076;p59">
            <a:extLst>
              <a:ext uri="{FF2B5EF4-FFF2-40B4-BE49-F238E27FC236}">
                <a16:creationId xmlns:a16="http://schemas.microsoft.com/office/drawing/2014/main" id="{F6935EB9-E479-4984-EACC-5DBF4BFE01F6}"/>
              </a:ext>
            </a:extLst>
          </p:cNvPr>
          <p:cNvSpPr/>
          <p:nvPr/>
        </p:nvSpPr>
        <p:spPr>
          <a:xfrm rot="10800000">
            <a:off x="6397730" y="2776039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59">
            <a:extLst>
              <a:ext uri="{FF2B5EF4-FFF2-40B4-BE49-F238E27FC236}">
                <a16:creationId xmlns:a16="http://schemas.microsoft.com/office/drawing/2014/main" id="{23C61F10-FBB0-15AA-72B0-E58BDF4D7771}"/>
              </a:ext>
            </a:extLst>
          </p:cNvPr>
          <p:cNvSpPr/>
          <p:nvPr/>
        </p:nvSpPr>
        <p:spPr>
          <a:xfrm rot="10800000">
            <a:off x="448880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8" name="Google Shape;2078;p59">
            <a:extLst>
              <a:ext uri="{FF2B5EF4-FFF2-40B4-BE49-F238E27FC236}">
                <a16:creationId xmlns:a16="http://schemas.microsoft.com/office/drawing/2014/main" id="{9AF5A6AE-4EEE-6B25-3DCA-476390DB5029}"/>
              </a:ext>
            </a:extLst>
          </p:cNvPr>
          <p:cNvSpPr/>
          <p:nvPr/>
        </p:nvSpPr>
        <p:spPr>
          <a:xfrm rot="10800000">
            <a:off x="257983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9" name="Google Shape;2079;p59">
            <a:extLst>
              <a:ext uri="{FF2B5EF4-FFF2-40B4-BE49-F238E27FC236}">
                <a16:creationId xmlns:a16="http://schemas.microsoft.com/office/drawing/2014/main" id="{2EAB59BE-0065-3E0D-C991-7B248A153396}"/>
              </a:ext>
            </a:extLst>
          </p:cNvPr>
          <p:cNvSpPr txBox="1"/>
          <p:nvPr/>
        </p:nvSpPr>
        <p:spPr>
          <a:xfrm>
            <a:off x="4567576" y="3464871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Combine into a </a:t>
            </a:r>
            <a:r>
              <a:rPr lang="en-US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ColumnTransformer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80" name="Google Shape;2080;p59">
            <a:extLst>
              <a:ext uri="{FF2B5EF4-FFF2-40B4-BE49-F238E27FC236}">
                <a16:creationId xmlns:a16="http://schemas.microsoft.com/office/drawing/2014/main" id="{8CC8976D-C52F-2363-BA7E-190E6F3E4190}"/>
              </a:ext>
            </a:extLst>
          </p:cNvPr>
          <p:cNvSpPr txBox="1"/>
          <p:nvPr/>
        </p:nvSpPr>
        <p:spPr>
          <a:xfrm>
            <a:off x="6326016" y="2233447"/>
            <a:ext cx="2229544" cy="32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Fit and Index Tracking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81" name="Google Shape;2081;p59">
            <a:extLst>
              <a:ext uri="{FF2B5EF4-FFF2-40B4-BE49-F238E27FC236}">
                <a16:creationId xmlns:a16="http://schemas.microsoft.com/office/drawing/2014/main" id="{008B2204-875E-0129-5957-698F2DFB50CD}"/>
              </a:ext>
            </a:extLst>
          </p:cNvPr>
          <p:cNvSpPr txBox="1"/>
          <p:nvPr/>
        </p:nvSpPr>
        <p:spPr>
          <a:xfrm>
            <a:off x="5527725" y="1563017"/>
            <a:ext cx="3405277" cy="780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Fit the complete preprocessor on training data (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X_train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y_train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Calculate feature indices for SMOTE-NC: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Determine the position of target-encoded (categorical) features in the transformed dataset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2" name="Google Shape;2082;p59">
            <a:extLst>
              <a:ext uri="{FF2B5EF4-FFF2-40B4-BE49-F238E27FC236}">
                <a16:creationId xmlns:a16="http://schemas.microsoft.com/office/drawing/2014/main" id="{FB56413F-96E3-2E1B-FCE5-0C538587E74A}"/>
              </a:ext>
            </a:extLst>
          </p:cNvPr>
          <p:cNvSpPr txBox="1"/>
          <p:nvPr/>
        </p:nvSpPr>
        <p:spPr>
          <a:xfrm>
            <a:off x="125604" y="3750124"/>
            <a:ext cx="2848042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Identify numerical features for log transformation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Identify categorical features with high cardinality for target encoding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3" name="Google Shape;2083;p59">
            <a:extLst>
              <a:ext uri="{FF2B5EF4-FFF2-40B4-BE49-F238E27FC236}">
                <a16:creationId xmlns:a16="http://schemas.microsoft.com/office/drawing/2014/main" id="{EC55D200-6970-C4BC-62D8-0D6EA8C4E800}"/>
              </a:ext>
            </a:extLst>
          </p:cNvPr>
          <p:cNvSpPr txBox="1"/>
          <p:nvPr/>
        </p:nvSpPr>
        <p:spPr>
          <a:xfrm>
            <a:off x="4225339" y="3870549"/>
            <a:ext cx="2604771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-US" sz="11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ColumnTransformer</a:t>
            </a: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apply: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pipeline to selected numeric features</a:t>
            </a:r>
            <a:endParaRPr lang="pl-PL"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Target encoding pipeline to selected categorical features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84" name="Google Shape;2084;p59">
            <a:extLst>
              <a:ext uri="{FF2B5EF4-FFF2-40B4-BE49-F238E27FC236}">
                <a16:creationId xmlns:a16="http://schemas.microsoft.com/office/drawing/2014/main" id="{5B728F8F-0E2E-85AF-6460-11D7165C0588}"/>
              </a:ext>
            </a:extLst>
          </p:cNvPr>
          <p:cNvGrpSpPr/>
          <p:nvPr/>
        </p:nvGrpSpPr>
        <p:grpSpPr>
          <a:xfrm>
            <a:off x="7225927" y="2753510"/>
            <a:ext cx="426501" cy="536674"/>
            <a:chOff x="2636386" y="3145176"/>
            <a:chExt cx="478408" cy="601990"/>
          </a:xfrm>
        </p:grpSpPr>
        <p:sp>
          <p:nvSpPr>
            <p:cNvPr id="2085" name="Google Shape;2085;p59">
              <a:extLst>
                <a:ext uri="{FF2B5EF4-FFF2-40B4-BE49-F238E27FC236}">
                  <a16:creationId xmlns:a16="http://schemas.microsoft.com/office/drawing/2014/main" id="{1F5EE570-69E7-6AA0-F3E1-0C035ECFF544}"/>
                </a:ext>
              </a:extLst>
            </p:cNvPr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59">
              <a:extLst>
                <a:ext uri="{FF2B5EF4-FFF2-40B4-BE49-F238E27FC236}">
                  <a16:creationId xmlns:a16="http://schemas.microsoft.com/office/drawing/2014/main" id="{DF500D3A-A110-8CA6-466D-9928A49E1942}"/>
                </a:ext>
              </a:extLst>
            </p:cNvPr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9">
              <a:extLst>
                <a:ext uri="{FF2B5EF4-FFF2-40B4-BE49-F238E27FC236}">
                  <a16:creationId xmlns:a16="http://schemas.microsoft.com/office/drawing/2014/main" id="{6342ED5F-08EB-5FCA-DC85-2308D2751EFE}"/>
                </a:ext>
              </a:extLst>
            </p:cNvPr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59">
              <a:extLst>
                <a:ext uri="{FF2B5EF4-FFF2-40B4-BE49-F238E27FC236}">
                  <a16:creationId xmlns:a16="http://schemas.microsoft.com/office/drawing/2014/main" id="{A0C5A50C-7A73-FB8D-C7AA-CB8A72B1A326}"/>
                </a:ext>
              </a:extLst>
            </p:cNvPr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59">
              <a:extLst>
                <a:ext uri="{FF2B5EF4-FFF2-40B4-BE49-F238E27FC236}">
                  <a16:creationId xmlns:a16="http://schemas.microsoft.com/office/drawing/2014/main" id="{D591A0C1-EBA8-3094-66D4-956BAC4F5313}"/>
                </a:ext>
              </a:extLst>
            </p:cNvPr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0" name="Google Shape;2090;p59">
            <a:extLst>
              <a:ext uri="{FF2B5EF4-FFF2-40B4-BE49-F238E27FC236}">
                <a16:creationId xmlns:a16="http://schemas.microsoft.com/office/drawing/2014/main" id="{BD61C2AE-5249-271E-BA40-8C1226587E19}"/>
              </a:ext>
            </a:extLst>
          </p:cNvPr>
          <p:cNvGrpSpPr/>
          <p:nvPr/>
        </p:nvGrpSpPr>
        <p:grpSpPr>
          <a:xfrm>
            <a:off x="1436204" y="2514105"/>
            <a:ext cx="537236" cy="403289"/>
            <a:chOff x="5351113" y="3220301"/>
            <a:chExt cx="602620" cy="452372"/>
          </a:xfrm>
        </p:grpSpPr>
        <p:sp>
          <p:nvSpPr>
            <p:cNvPr id="2091" name="Google Shape;2091;p59">
              <a:extLst>
                <a:ext uri="{FF2B5EF4-FFF2-40B4-BE49-F238E27FC236}">
                  <a16:creationId xmlns:a16="http://schemas.microsoft.com/office/drawing/2014/main" id="{61FD4337-2888-0B1A-F66A-8F7A142AB5B4}"/>
                </a:ext>
              </a:extLst>
            </p:cNvPr>
            <p:cNvSpPr/>
            <p:nvPr/>
          </p:nvSpPr>
          <p:spPr>
            <a:xfrm>
              <a:off x="5447995" y="3220301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4298"/>
                  </a:lnTo>
                  <a:cubicBezTo>
                    <a:pt x="1" y="4445"/>
                    <a:pt x="120" y="4564"/>
                    <a:pt x="266" y="4564"/>
                  </a:cubicBezTo>
                  <a:cubicBezTo>
                    <a:pt x="413" y="4564"/>
                    <a:pt x="532" y="4445"/>
                    <a:pt x="532" y="4298"/>
                  </a:cubicBezTo>
                  <a:lnTo>
                    <a:pt x="532" y="533"/>
                  </a:lnTo>
                  <a:lnTo>
                    <a:pt x="4281" y="533"/>
                  </a:lnTo>
                  <a:cubicBezTo>
                    <a:pt x="4428" y="533"/>
                    <a:pt x="4546" y="414"/>
                    <a:pt x="4546" y="267"/>
                  </a:cubicBezTo>
                  <a:cubicBezTo>
                    <a:pt x="4547" y="120"/>
                    <a:pt x="4428" y="1"/>
                    <a:pt x="4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9">
              <a:extLst>
                <a:ext uri="{FF2B5EF4-FFF2-40B4-BE49-F238E27FC236}">
                  <a16:creationId xmlns:a16="http://schemas.microsoft.com/office/drawing/2014/main" id="{2B69B31C-3DB5-A56D-43FE-353F651BFFC1}"/>
                </a:ext>
              </a:extLst>
            </p:cNvPr>
            <p:cNvSpPr/>
            <p:nvPr/>
          </p:nvSpPr>
          <p:spPr>
            <a:xfrm>
              <a:off x="5447995" y="3521296"/>
              <a:ext cx="150846" cy="151376"/>
            </a:xfrm>
            <a:custGeom>
              <a:avLst/>
              <a:gdLst/>
              <a:ahLst/>
              <a:cxnLst/>
              <a:rect l="l" t="t" r="r" b="b"/>
              <a:pathLst>
                <a:path w="4548" h="4564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4120"/>
                  </a:lnTo>
                  <a:cubicBezTo>
                    <a:pt x="1" y="4364"/>
                    <a:pt x="199" y="4563"/>
                    <a:pt x="444" y="4563"/>
                  </a:cubicBezTo>
                  <a:lnTo>
                    <a:pt x="4281" y="4563"/>
                  </a:lnTo>
                  <a:cubicBezTo>
                    <a:pt x="4428" y="4563"/>
                    <a:pt x="4547" y="4444"/>
                    <a:pt x="4547" y="4297"/>
                  </a:cubicBezTo>
                  <a:cubicBezTo>
                    <a:pt x="4547" y="4150"/>
                    <a:pt x="4428" y="4031"/>
                    <a:pt x="4281" y="4031"/>
                  </a:cubicBezTo>
                  <a:lnTo>
                    <a:pt x="533" y="4031"/>
                  </a:lnTo>
                  <a:lnTo>
                    <a:pt x="533" y="265"/>
                  </a:lnTo>
                  <a:cubicBezTo>
                    <a:pt x="533" y="119"/>
                    <a:pt x="41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59">
              <a:extLst>
                <a:ext uri="{FF2B5EF4-FFF2-40B4-BE49-F238E27FC236}">
                  <a16:creationId xmlns:a16="http://schemas.microsoft.com/office/drawing/2014/main" id="{47804D65-8229-4AD2-DB87-73191781819B}"/>
                </a:ext>
              </a:extLst>
            </p:cNvPr>
            <p:cNvSpPr/>
            <p:nvPr/>
          </p:nvSpPr>
          <p:spPr>
            <a:xfrm>
              <a:off x="5721196" y="3220301"/>
              <a:ext cx="150813" cy="151376"/>
            </a:xfrm>
            <a:custGeom>
              <a:avLst/>
              <a:gdLst/>
              <a:ahLst/>
              <a:cxnLst/>
              <a:rect l="l" t="t" r="r" b="b"/>
              <a:pathLst>
                <a:path w="4547" h="4564" extrusionOk="0">
                  <a:moveTo>
                    <a:pt x="266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015" y="533"/>
                  </a:lnTo>
                  <a:lnTo>
                    <a:pt x="4015" y="4298"/>
                  </a:lnTo>
                  <a:cubicBezTo>
                    <a:pt x="4015" y="4445"/>
                    <a:pt x="4134" y="4564"/>
                    <a:pt x="4281" y="4564"/>
                  </a:cubicBezTo>
                  <a:cubicBezTo>
                    <a:pt x="4428" y="4564"/>
                    <a:pt x="4547" y="4445"/>
                    <a:pt x="4547" y="4298"/>
                  </a:cubicBezTo>
                  <a:lnTo>
                    <a:pt x="4547" y="443"/>
                  </a:lnTo>
                  <a:cubicBezTo>
                    <a:pt x="4547" y="199"/>
                    <a:pt x="4348" y="1"/>
                    <a:pt x="4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59">
              <a:extLst>
                <a:ext uri="{FF2B5EF4-FFF2-40B4-BE49-F238E27FC236}">
                  <a16:creationId xmlns:a16="http://schemas.microsoft.com/office/drawing/2014/main" id="{4E81E75F-EA64-AABE-4274-1B39EDA60353}"/>
                </a:ext>
              </a:extLst>
            </p:cNvPr>
            <p:cNvSpPr/>
            <p:nvPr/>
          </p:nvSpPr>
          <p:spPr>
            <a:xfrm>
              <a:off x="5721196" y="3521262"/>
              <a:ext cx="150813" cy="151410"/>
            </a:xfrm>
            <a:custGeom>
              <a:avLst/>
              <a:gdLst/>
              <a:ahLst/>
              <a:cxnLst/>
              <a:rect l="l" t="t" r="r" b="b"/>
              <a:pathLst>
                <a:path w="4547" h="4565" extrusionOk="0">
                  <a:moveTo>
                    <a:pt x="4281" y="0"/>
                  </a:moveTo>
                  <a:cubicBezTo>
                    <a:pt x="4134" y="0"/>
                    <a:pt x="4015" y="119"/>
                    <a:pt x="4015" y="266"/>
                  </a:cubicBezTo>
                  <a:lnTo>
                    <a:pt x="4015" y="4032"/>
                  </a:lnTo>
                  <a:lnTo>
                    <a:pt x="266" y="4032"/>
                  </a:lnTo>
                  <a:cubicBezTo>
                    <a:pt x="119" y="4032"/>
                    <a:pt x="0" y="4151"/>
                    <a:pt x="0" y="4298"/>
                  </a:cubicBezTo>
                  <a:cubicBezTo>
                    <a:pt x="0" y="4445"/>
                    <a:pt x="119" y="4564"/>
                    <a:pt x="266" y="4564"/>
                  </a:cubicBezTo>
                  <a:lnTo>
                    <a:pt x="4104" y="4564"/>
                  </a:lnTo>
                  <a:cubicBezTo>
                    <a:pt x="4348" y="4564"/>
                    <a:pt x="4547" y="4365"/>
                    <a:pt x="4547" y="4121"/>
                  </a:cubicBezTo>
                  <a:lnTo>
                    <a:pt x="4547" y="266"/>
                  </a:lnTo>
                  <a:cubicBezTo>
                    <a:pt x="4547" y="119"/>
                    <a:pt x="4428" y="0"/>
                    <a:pt x="4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9">
              <a:extLst>
                <a:ext uri="{FF2B5EF4-FFF2-40B4-BE49-F238E27FC236}">
                  <a16:creationId xmlns:a16="http://schemas.microsoft.com/office/drawing/2014/main" id="{9ACA1F13-E96E-3C20-305C-8F238B285588}"/>
                </a:ext>
              </a:extLst>
            </p:cNvPr>
            <p:cNvSpPr/>
            <p:nvPr/>
          </p:nvSpPr>
          <p:spPr>
            <a:xfrm>
              <a:off x="5747332" y="3547597"/>
              <a:ext cx="72239" cy="72438"/>
            </a:xfrm>
            <a:custGeom>
              <a:avLst/>
              <a:gdLst/>
              <a:ahLst/>
              <a:cxnLst/>
              <a:rect l="l" t="t" r="r" b="b"/>
              <a:pathLst>
                <a:path w="2178" h="2184" extrusionOk="0">
                  <a:moveTo>
                    <a:pt x="1912" y="1"/>
                  </a:moveTo>
                  <a:cubicBezTo>
                    <a:pt x="1764" y="1"/>
                    <a:pt x="1646" y="120"/>
                    <a:pt x="1646" y="266"/>
                  </a:cubicBezTo>
                  <a:lnTo>
                    <a:pt x="1646" y="1652"/>
                  </a:lnTo>
                  <a:lnTo>
                    <a:pt x="267" y="1652"/>
                  </a:lnTo>
                  <a:cubicBezTo>
                    <a:pt x="120" y="1652"/>
                    <a:pt x="1" y="1771"/>
                    <a:pt x="1" y="1918"/>
                  </a:cubicBezTo>
                  <a:cubicBezTo>
                    <a:pt x="1" y="2065"/>
                    <a:pt x="120" y="2184"/>
                    <a:pt x="267" y="2184"/>
                  </a:cubicBezTo>
                  <a:lnTo>
                    <a:pt x="1734" y="2184"/>
                  </a:lnTo>
                  <a:cubicBezTo>
                    <a:pt x="1978" y="2184"/>
                    <a:pt x="2178" y="1985"/>
                    <a:pt x="2178" y="1740"/>
                  </a:cubicBezTo>
                  <a:lnTo>
                    <a:pt x="2178" y="266"/>
                  </a:lnTo>
                  <a:cubicBezTo>
                    <a:pt x="2178" y="120"/>
                    <a:pt x="2058" y="1"/>
                    <a:pt x="1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9">
              <a:extLst>
                <a:ext uri="{FF2B5EF4-FFF2-40B4-BE49-F238E27FC236}">
                  <a16:creationId xmlns:a16="http://schemas.microsoft.com/office/drawing/2014/main" id="{FD454904-7F7A-CD08-DBE2-D583062C611A}"/>
                </a:ext>
              </a:extLst>
            </p:cNvPr>
            <p:cNvSpPr/>
            <p:nvPr/>
          </p:nvSpPr>
          <p:spPr>
            <a:xfrm>
              <a:off x="5497979" y="3270284"/>
              <a:ext cx="72172" cy="72438"/>
            </a:xfrm>
            <a:custGeom>
              <a:avLst/>
              <a:gdLst/>
              <a:ahLst/>
              <a:cxnLst/>
              <a:rect l="l" t="t" r="r" b="b"/>
              <a:pathLst>
                <a:path w="2176" h="2184" extrusionOk="0">
                  <a:moveTo>
                    <a:pt x="443" y="0"/>
                  </a:moveTo>
                  <a:cubicBezTo>
                    <a:pt x="198" y="0"/>
                    <a:pt x="0" y="198"/>
                    <a:pt x="0" y="443"/>
                  </a:cubicBezTo>
                  <a:lnTo>
                    <a:pt x="0" y="1917"/>
                  </a:lnTo>
                  <a:cubicBezTo>
                    <a:pt x="0" y="2064"/>
                    <a:pt x="119" y="2183"/>
                    <a:pt x="265" y="2183"/>
                  </a:cubicBezTo>
                  <a:cubicBezTo>
                    <a:pt x="413" y="2183"/>
                    <a:pt x="531" y="2064"/>
                    <a:pt x="531" y="1917"/>
                  </a:cubicBezTo>
                  <a:lnTo>
                    <a:pt x="531" y="531"/>
                  </a:lnTo>
                  <a:lnTo>
                    <a:pt x="1910" y="531"/>
                  </a:lnTo>
                  <a:cubicBezTo>
                    <a:pt x="2057" y="531"/>
                    <a:pt x="2176" y="412"/>
                    <a:pt x="2176" y="266"/>
                  </a:cubicBezTo>
                  <a:cubicBezTo>
                    <a:pt x="2176" y="119"/>
                    <a:pt x="2057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9">
              <a:extLst>
                <a:ext uri="{FF2B5EF4-FFF2-40B4-BE49-F238E27FC236}">
                  <a16:creationId xmlns:a16="http://schemas.microsoft.com/office/drawing/2014/main" id="{BCF20FB9-1512-5E15-D854-CC5736AB0EE7}"/>
                </a:ext>
              </a:extLst>
            </p:cNvPr>
            <p:cNvSpPr/>
            <p:nvPr/>
          </p:nvSpPr>
          <p:spPr>
            <a:xfrm>
              <a:off x="5481461" y="3571180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20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9">
              <a:extLst>
                <a:ext uri="{FF2B5EF4-FFF2-40B4-BE49-F238E27FC236}">
                  <a16:creationId xmlns:a16="http://schemas.microsoft.com/office/drawing/2014/main" id="{048086AD-5364-377D-C861-0503378301A8}"/>
                </a:ext>
              </a:extLst>
            </p:cNvPr>
            <p:cNvSpPr/>
            <p:nvPr/>
          </p:nvSpPr>
          <p:spPr>
            <a:xfrm>
              <a:off x="5481461" y="3596387"/>
              <a:ext cx="67861" cy="17678"/>
            </a:xfrm>
            <a:custGeom>
              <a:avLst/>
              <a:gdLst/>
              <a:ahLst/>
              <a:cxnLst/>
              <a:rect l="l" t="t" r="r" b="b"/>
              <a:pathLst>
                <a:path w="2046" h="533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59">
              <a:extLst>
                <a:ext uri="{FF2B5EF4-FFF2-40B4-BE49-F238E27FC236}">
                  <a16:creationId xmlns:a16="http://schemas.microsoft.com/office/drawing/2014/main" id="{4AD1DE8D-026F-1707-0917-7DBA19107FBA}"/>
                </a:ext>
              </a:extLst>
            </p:cNvPr>
            <p:cNvSpPr/>
            <p:nvPr/>
          </p:nvSpPr>
          <p:spPr>
            <a:xfrm>
              <a:off x="5481461" y="3621594"/>
              <a:ext cx="67861" cy="17645"/>
            </a:xfrm>
            <a:custGeom>
              <a:avLst/>
              <a:gdLst/>
              <a:ahLst/>
              <a:cxnLst/>
              <a:rect l="l" t="t" r="r" b="b"/>
              <a:pathLst>
                <a:path w="2046" h="532" extrusionOk="0">
                  <a:moveTo>
                    <a:pt x="266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779" y="532"/>
                  </a:lnTo>
                  <a:cubicBezTo>
                    <a:pt x="1927" y="532"/>
                    <a:pt x="2045" y="413"/>
                    <a:pt x="2045" y="266"/>
                  </a:cubicBezTo>
                  <a:cubicBezTo>
                    <a:pt x="2045" y="119"/>
                    <a:pt x="1926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9">
              <a:extLst>
                <a:ext uri="{FF2B5EF4-FFF2-40B4-BE49-F238E27FC236}">
                  <a16:creationId xmlns:a16="http://schemas.microsoft.com/office/drawing/2014/main" id="{60B8C104-5395-F01D-CB0F-58121991F493}"/>
                </a:ext>
              </a:extLst>
            </p:cNvPr>
            <p:cNvSpPr/>
            <p:nvPr/>
          </p:nvSpPr>
          <p:spPr>
            <a:xfrm>
              <a:off x="5754065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9">
              <a:extLst>
                <a:ext uri="{FF2B5EF4-FFF2-40B4-BE49-F238E27FC236}">
                  <a16:creationId xmlns:a16="http://schemas.microsoft.com/office/drawing/2014/main" id="{D6D55A75-30E4-6104-83DF-F62644F16FEA}"/>
                </a:ext>
              </a:extLst>
            </p:cNvPr>
            <p:cNvSpPr/>
            <p:nvPr/>
          </p:nvSpPr>
          <p:spPr>
            <a:xfrm>
              <a:off x="5783286" y="3263053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8"/>
                    <a:pt x="78" y="79"/>
                  </a:cubicBezTo>
                  <a:cubicBezTo>
                    <a:pt x="28" y="128"/>
                    <a:pt x="0" y="197"/>
                    <a:pt x="0" y="266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4"/>
                    <a:pt x="196" y="532"/>
                    <a:pt x="266" y="532"/>
                  </a:cubicBezTo>
                  <a:cubicBezTo>
                    <a:pt x="336" y="532"/>
                    <a:pt x="405" y="504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9">
              <a:extLst>
                <a:ext uri="{FF2B5EF4-FFF2-40B4-BE49-F238E27FC236}">
                  <a16:creationId xmlns:a16="http://schemas.microsoft.com/office/drawing/2014/main" id="{DC6D64A9-A341-E9FB-BC39-5F2921B6F47A}"/>
                </a:ext>
              </a:extLst>
            </p:cNvPr>
            <p:cNvSpPr/>
            <p:nvPr/>
          </p:nvSpPr>
          <p:spPr>
            <a:xfrm>
              <a:off x="5812473" y="3263053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6" y="504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6" y="28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9">
              <a:extLst>
                <a:ext uri="{FF2B5EF4-FFF2-40B4-BE49-F238E27FC236}">
                  <a16:creationId xmlns:a16="http://schemas.microsoft.com/office/drawing/2014/main" id="{3FBA8C5F-1939-47E1-D932-C1E78CE4AEF1}"/>
                </a:ext>
              </a:extLst>
            </p:cNvPr>
            <p:cNvSpPr/>
            <p:nvPr/>
          </p:nvSpPr>
          <p:spPr>
            <a:xfrm>
              <a:off x="5399737" y="3401262"/>
              <a:ext cx="106103" cy="95191"/>
            </a:xfrm>
            <a:custGeom>
              <a:avLst/>
              <a:gdLst/>
              <a:ahLst/>
              <a:cxnLst/>
              <a:rect l="l" t="t" r="r" b="b"/>
              <a:pathLst>
                <a:path w="3199" h="2870" extrusionOk="0">
                  <a:moveTo>
                    <a:pt x="2118" y="532"/>
                  </a:moveTo>
                  <a:lnTo>
                    <a:pt x="2638" y="1435"/>
                  </a:lnTo>
                  <a:lnTo>
                    <a:pt x="2118" y="2339"/>
                  </a:lnTo>
                  <a:lnTo>
                    <a:pt x="1081" y="2339"/>
                  </a:lnTo>
                  <a:lnTo>
                    <a:pt x="561" y="1435"/>
                  </a:lnTo>
                  <a:lnTo>
                    <a:pt x="1081" y="532"/>
                  </a:lnTo>
                  <a:close/>
                  <a:moveTo>
                    <a:pt x="1034" y="0"/>
                  </a:moveTo>
                  <a:cubicBezTo>
                    <a:pt x="881" y="0"/>
                    <a:pt x="721" y="92"/>
                    <a:pt x="644" y="225"/>
                  </a:cubicBezTo>
                  <a:lnTo>
                    <a:pt x="78" y="1211"/>
                  </a:lnTo>
                  <a:cubicBezTo>
                    <a:pt x="1" y="1342"/>
                    <a:pt x="1" y="1528"/>
                    <a:pt x="78" y="1659"/>
                  </a:cubicBezTo>
                  <a:lnTo>
                    <a:pt x="644" y="2645"/>
                  </a:lnTo>
                  <a:cubicBezTo>
                    <a:pt x="721" y="2777"/>
                    <a:pt x="881" y="2870"/>
                    <a:pt x="1034" y="2870"/>
                  </a:cubicBezTo>
                  <a:lnTo>
                    <a:pt x="2165" y="2870"/>
                  </a:lnTo>
                  <a:cubicBezTo>
                    <a:pt x="2319" y="2870"/>
                    <a:pt x="2479" y="2777"/>
                    <a:pt x="2555" y="2645"/>
                  </a:cubicBezTo>
                  <a:lnTo>
                    <a:pt x="3122" y="1659"/>
                  </a:lnTo>
                  <a:cubicBezTo>
                    <a:pt x="3198" y="1528"/>
                    <a:pt x="3198" y="1342"/>
                    <a:pt x="3122" y="1211"/>
                  </a:cubicBezTo>
                  <a:lnTo>
                    <a:pt x="2555" y="225"/>
                  </a:lnTo>
                  <a:cubicBezTo>
                    <a:pt x="2479" y="92"/>
                    <a:pt x="2318" y="0"/>
                    <a:pt x="2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9">
              <a:extLst>
                <a:ext uri="{FF2B5EF4-FFF2-40B4-BE49-F238E27FC236}">
                  <a16:creationId xmlns:a16="http://schemas.microsoft.com/office/drawing/2014/main" id="{A061F37D-4BC2-2B78-7AAA-7091BFE1D948}"/>
                </a:ext>
              </a:extLst>
            </p:cNvPr>
            <p:cNvSpPr/>
            <p:nvPr/>
          </p:nvSpPr>
          <p:spPr>
            <a:xfrm>
              <a:off x="5351113" y="3325806"/>
              <a:ext cx="82189" cy="74461"/>
            </a:xfrm>
            <a:custGeom>
              <a:avLst/>
              <a:gdLst/>
              <a:ahLst/>
              <a:cxnLst/>
              <a:rect l="l" t="t" r="r" b="b"/>
              <a:pathLst>
                <a:path w="2478" h="2245" extrusionOk="0">
                  <a:moveTo>
                    <a:pt x="1577" y="533"/>
                  </a:moveTo>
                  <a:lnTo>
                    <a:pt x="1917" y="1123"/>
                  </a:lnTo>
                  <a:lnTo>
                    <a:pt x="1577" y="1712"/>
                  </a:lnTo>
                  <a:lnTo>
                    <a:pt x="900" y="1712"/>
                  </a:lnTo>
                  <a:lnTo>
                    <a:pt x="561" y="1123"/>
                  </a:lnTo>
                  <a:lnTo>
                    <a:pt x="900" y="533"/>
                  </a:lnTo>
                  <a:close/>
                  <a:moveTo>
                    <a:pt x="853" y="1"/>
                  </a:moveTo>
                  <a:cubicBezTo>
                    <a:pt x="700" y="1"/>
                    <a:pt x="540" y="93"/>
                    <a:pt x="463" y="227"/>
                  </a:cubicBezTo>
                  <a:lnTo>
                    <a:pt x="77" y="898"/>
                  </a:lnTo>
                  <a:cubicBezTo>
                    <a:pt x="1" y="1031"/>
                    <a:pt x="1" y="1214"/>
                    <a:pt x="77" y="1347"/>
                  </a:cubicBezTo>
                  <a:lnTo>
                    <a:pt x="463" y="2019"/>
                  </a:lnTo>
                  <a:cubicBezTo>
                    <a:pt x="540" y="2152"/>
                    <a:pt x="700" y="2244"/>
                    <a:pt x="853" y="2244"/>
                  </a:cubicBezTo>
                  <a:lnTo>
                    <a:pt x="1625" y="2244"/>
                  </a:lnTo>
                  <a:cubicBezTo>
                    <a:pt x="1778" y="2244"/>
                    <a:pt x="1938" y="2152"/>
                    <a:pt x="2014" y="2019"/>
                  </a:cubicBezTo>
                  <a:lnTo>
                    <a:pt x="2400" y="1347"/>
                  </a:lnTo>
                  <a:cubicBezTo>
                    <a:pt x="2477" y="1215"/>
                    <a:pt x="2477" y="1031"/>
                    <a:pt x="2400" y="898"/>
                  </a:cubicBezTo>
                  <a:lnTo>
                    <a:pt x="2014" y="227"/>
                  </a:lnTo>
                  <a:cubicBezTo>
                    <a:pt x="1938" y="93"/>
                    <a:pt x="177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9">
              <a:extLst>
                <a:ext uri="{FF2B5EF4-FFF2-40B4-BE49-F238E27FC236}">
                  <a16:creationId xmlns:a16="http://schemas.microsoft.com/office/drawing/2014/main" id="{327CE755-5567-B07B-F870-CC969BFA3299}"/>
                </a:ext>
              </a:extLst>
            </p:cNvPr>
            <p:cNvSpPr/>
            <p:nvPr/>
          </p:nvSpPr>
          <p:spPr>
            <a:xfrm>
              <a:off x="5521561" y="3302987"/>
              <a:ext cx="358740" cy="273101"/>
            </a:xfrm>
            <a:custGeom>
              <a:avLst/>
              <a:gdLst/>
              <a:ahLst/>
              <a:cxnLst/>
              <a:rect l="l" t="t" r="r" b="b"/>
              <a:pathLst>
                <a:path w="10816" h="8234" extrusionOk="0">
                  <a:moveTo>
                    <a:pt x="5694" y="550"/>
                  </a:moveTo>
                  <a:cubicBezTo>
                    <a:pt x="5715" y="550"/>
                    <a:pt x="5737" y="551"/>
                    <a:pt x="5759" y="552"/>
                  </a:cubicBezTo>
                  <a:cubicBezTo>
                    <a:pt x="5777" y="910"/>
                    <a:pt x="5647" y="1254"/>
                    <a:pt x="5392" y="1509"/>
                  </a:cubicBezTo>
                  <a:cubicBezTo>
                    <a:pt x="5156" y="1746"/>
                    <a:pt x="4840" y="1877"/>
                    <a:pt x="4508" y="1877"/>
                  </a:cubicBezTo>
                  <a:cubicBezTo>
                    <a:pt x="4486" y="1877"/>
                    <a:pt x="4464" y="1877"/>
                    <a:pt x="4442" y="1876"/>
                  </a:cubicBezTo>
                  <a:cubicBezTo>
                    <a:pt x="4423" y="1518"/>
                    <a:pt x="4553" y="1174"/>
                    <a:pt x="4808" y="919"/>
                  </a:cubicBezTo>
                  <a:cubicBezTo>
                    <a:pt x="5045" y="682"/>
                    <a:pt x="5359" y="550"/>
                    <a:pt x="5694" y="550"/>
                  </a:cubicBezTo>
                  <a:close/>
                  <a:moveTo>
                    <a:pt x="4174" y="1"/>
                  </a:moveTo>
                  <a:cubicBezTo>
                    <a:pt x="4027" y="1"/>
                    <a:pt x="3908" y="120"/>
                    <a:pt x="3908" y="267"/>
                  </a:cubicBezTo>
                  <a:lnTo>
                    <a:pt x="3908" y="1525"/>
                  </a:lnTo>
                  <a:cubicBezTo>
                    <a:pt x="3564" y="1346"/>
                    <a:pt x="3195" y="1252"/>
                    <a:pt x="2817" y="1252"/>
                  </a:cubicBezTo>
                  <a:cubicBezTo>
                    <a:pt x="1263" y="1252"/>
                    <a:pt x="1" y="2818"/>
                    <a:pt x="1" y="4743"/>
                  </a:cubicBezTo>
                  <a:cubicBezTo>
                    <a:pt x="1" y="6668"/>
                    <a:pt x="1263" y="8233"/>
                    <a:pt x="2817" y="8233"/>
                  </a:cubicBezTo>
                  <a:lnTo>
                    <a:pt x="5532" y="8233"/>
                  </a:lnTo>
                  <a:cubicBezTo>
                    <a:pt x="6944" y="8233"/>
                    <a:pt x="8117" y="6938"/>
                    <a:pt x="8317" y="5256"/>
                  </a:cubicBezTo>
                  <a:lnTo>
                    <a:pt x="8995" y="5256"/>
                  </a:lnTo>
                  <a:cubicBezTo>
                    <a:pt x="9163" y="5256"/>
                    <a:pt x="9365" y="5172"/>
                    <a:pt x="9485" y="5051"/>
                  </a:cubicBezTo>
                  <a:lnTo>
                    <a:pt x="10710" y="3820"/>
                  </a:lnTo>
                  <a:cubicBezTo>
                    <a:pt x="10815" y="3717"/>
                    <a:pt x="10814" y="3548"/>
                    <a:pt x="10710" y="3445"/>
                  </a:cubicBezTo>
                  <a:cubicBezTo>
                    <a:pt x="10658" y="3393"/>
                    <a:pt x="10590" y="3367"/>
                    <a:pt x="10523" y="3367"/>
                  </a:cubicBezTo>
                  <a:cubicBezTo>
                    <a:pt x="10455" y="3367"/>
                    <a:pt x="10387" y="3393"/>
                    <a:pt x="10335" y="3446"/>
                  </a:cubicBezTo>
                  <a:lnTo>
                    <a:pt x="9109" y="4677"/>
                  </a:lnTo>
                  <a:cubicBezTo>
                    <a:pt x="9088" y="4696"/>
                    <a:pt x="9023" y="4723"/>
                    <a:pt x="8995" y="4724"/>
                  </a:cubicBezTo>
                  <a:lnTo>
                    <a:pt x="8348" y="4724"/>
                  </a:lnTo>
                  <a:cubicBezTo>
                    <a:pt x="8345" y="4166"/>
                    <a:pt x="8235" y="3614"/>
                    <a:pt x="8029" y="3124"/>
                  </a:cubicBezTo>
                  <a:cubicBezTo>
                    <a:pt x="8006" y="3072"/>
                    <a:pt x="7983" y="3021"/>
                    <a:pt x="7960" y="2971"/>
                  </a:cubicBezTo>
                  <a:cubicBezTo>
                    <a:pt x="7914" y="2875"/>
                    <a:pt x="7818" y="2819"/>
                    <a:pt x="7719" y="2819"/>
                  </a:cubicBezTo>
                  <a:cubicBezTo>
                    <a:pt x="7681" y="2819"/>
                    <a:pt x="7642" y="2828"/>
                    <a:pt x="7606" y="2845"/>
                  </a:cubicBezTo>
                  <a:cubicBezTo>
                    <a:pt x="7473" y="2909"/>
                    <a:pt x="7417" y="3067"/>
                    <a:pt x="7479" y="3200"/>
                  </a:cubicBezTo>
                  <a:cubicBezTo>
                    <a:pt x="7500" y="3242"/>
                    <a:pt x="7519" y="3286"/>
                    <a:pt x="7538" y="3331"/>
                  </a:cubicBezTo>
                  <a:cubicBezTo>
                    <a:pt x="7718" y="3756"/>
                    <a:pt x="7813" y="4237"/>
                    <a:pt x="7816" y="4724"/>
                  </a:cubicBezTo>
                  <a:lnTo>
                    <a:pt x="7024" y="4724"/>
                  </a:lnTo>
                  <a:cubicBezTo>
                    <a:pt x="6878" y="4724"/>
                    <a:pt x="6759" y="4843"/>
                    <a:pt x="6759" y="4990"/>
                  </a:cubicBezTo>
                  <a:cubicBezTo>
                    <a:pt x="6759" y="5137"/>
                    <a:pt x="6878" y="5256"/>
                    <a:pt x="7024" y="5256"/>
                  </a:cubicBezTo>
                  <a:lnTo>
                    <a:pt x="7781" y="5256"/>
                  </a:lnTo>
                  <a:cubicBezTo>
                    <a:pt x="7593" y="6643"/>
                    <a:pt x="6656" y="7701"/>
                    <a:pt x="5532" y="7701"/>
                  </a:cubicBezTo>
                  <a:lnTo>
                    <a:pt x="2817" y="7701"/>
                  </a:lnTo>
                  <a:cubicBezTo>
                    <a:pt x="1557" y="7701"/>
                    <a:pt x="531" y="6374"/>
                    <a:pt x="531" y="4743"/>
                  </a:cubicBezTo>
                  <a:cubicBezTo>
                    <a:pt x="531" y="3112"/>
                    <a:pt x="1557" y="1784"/>
                    <a:pt x="2817" y="1784"/>
                  </a:cubicBezTo>
                  <a:cubicBezTo>
                    <a:pt x="3225" y="1784"/>
                    <a:pt x="3625" y="1928"/>
                    <a:pt x="3976" y="2198"/>
                  </a:cubicBezTo>
                  <a:cubicBezTo>
                    <a:pt x="4039" y="2303"/>
                    <a:pt x="4147" y="2378"/>
                    <a:pt x="4273" y="2394"/>
                  </a:cubicBezTo>
                  <a:cubicBezTo>
                    <a:pt x="4350" y="2404"/>
                    <a:pt x="4428" y="2410"/>
                    <a:pt x="4506" y="2410"/>
                  </a:cubicBezTo>
                  <a:cubicBezTo>
                    <a:pt x="4983" y="2410"/>
                    <a:pt x="5431" y="2223"/>
                    <a:pt x="5769" y="1884"/>
                  </a:cubicBezTo>
                  <a:cubicBezTo>
                    <a:pt x="5792" y="1860"/>
                    <a:pt x="5815" y="1837"/>
                    <a:pt x="5837" y="1812"/>
                  </a:cubicBezTo>
                  <a:cubicBezTo>
                    <a:pt x="6112" y="1860"/>
                    <a:pt x="6379" y="1972"/>
                    <a:pt x="6622" y="2145"/>
                  </a:cubicBezTo>
                  <a:cubicBezTo>
                    <a:pt x="6669" y="2178"/>
                    <a:pt x="6722" y="2194"/>
                    <a:pt x="6775" y="2194"/>
                  </a:cubicBezTo>
                  <a:cubicBezTo>
                    <a:pt x="6859" y="2194"/>
                    <a:pt x="6941" y="2154"/>
                    <a:pt x="6993" y="2081"/>
                  </a:cubicBezTo>
                  <a:cubicBezTo>
                    <a:pt x="7077" y="1962"/>
                    <a:pt x="7049" y="1796"/>
                    <a:pt x="6929" y="1710"/>
                  </a:cubicBezTo>
                  <a:cubicBezTo>
                    <a:pt x="6684" y="1537"/>
                    <a:pt x="6418" y="1412"/>
                    <a:pt x="6143" y="1336"/>
                  </a:cubicBezTo>
                  <a:cubicBezTo>
                    <a:pt x="6271" y="1042"/>
                    <a:pt x="6319" y="715"/>
                    <a:pt x="6276" y="385"/>
                  </a:cubicBezTo>
                  <a:cubicBezTo>
                    <a:pt x="6252" y="202"/>
                    <a:pt x="6109" y="57"/>
                    <a:pt x="5927" y="34"/>
                  </a:cubicBezTo>
                  <a:cubicBezTo>
                    <a:pt x="5850" y="23"/>
                    <a:pt x="5772" y="18"/>
                    <a:pt x="5694" y="18"/>
                  </a:cubicBezTo>
                  <a:cubicBezTo>
                    <a:pt x="5220" y="18"/>
                    <a:pt x="4776" y="202"/>
                    <a:pt x="4440" y="535"/>
                  </a:cubicBezTo>
                  <a:lnTo>
                    <a:pt x="4440" y="267"/>
                  </a:lnTo>
                  <a:cubicBezTo>
                    <a:pt x="4440" y="120"/>
                    <a:pt x="4321" y="1"/>
                    <a:pt x="4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9">
              <a:extLst>
                <a:ext uri="{FF2B5EF4-FFF2-40B4-BE49-F238E27FC236}">
                  <a16:creationId xmlns:a16="http://schemas.microsoft.com/office/drawing/2014/main" id="{FC01BF62-7DE9-9356-21FE-402DB301034E}"/>
                </a:ext>
              </a:extLst>
            </p:cNvPr>
            <p:cNvSpPr/>
            <p:nvPr/>
          </p:nvSpPr>
          <p:spPr>
            <a:xfrm>
              <a:off x="5889455" y="3385342"/>
              <a:ext cx="64279" cy="17645"/>
            </a:xfrm>
            <a:custGeom>
              <a:avLst/>
              <a:gdLst/>
              <a:ahLst/>
              <a:cxnLst/>
              <a:rect l="l" t="t" r="r" b="b"/>
              <a:pathLst>
                <a:path w="1938" h="532" extrusionOk="0">
                  <a:moveTo>
                    <a:pt x="266" y="1"/>
                  </a:moveTo>
                  <a:cubicBezTo>
                    <a:pt x="120" y="1"/>
                    <a:pt x="0" y="120"/>
                    <a:pt x="0" y="265"/>
                  </a:cubicBezTo>
                  <a:cubicBezTo>
                    <a:pt x="0" y="412"/>
                    <a:pt x="120" y="531"/>
                    <a:pt x="266" y="531"/>
                  </a:cubicBezTo>
                  <a:lnTo>
                    <a:pt x="1672" y="531"/>
                  </a:lnTo>
                  <a:cubicBezTo>
                    <a:pt x="1819" y="531"/>
                    <a:pt x="1938" y="412"/>
                    <a:pt x="1938" y="265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9">
              <a:extLst>
                <a:ext uri="{FF2B5EF4-FFF2-40B4-BE49-F238E27FC236}">
                  <a16:creationId xmlns:a16="http://schemas.microsoft.com/office/drawing/2014/main" id="{C9299030-155A-FC2A-4D29-B0618CB8BDE1}"/>
                </a:ext>
              </a:extLst>
            </p:cNvPr>
            <p:cNvSpPr/>
            <p:nvPr/>
          </p:nvSpPr>
          <p:spPr>
            <a:xfrm>
              <a:off x="5889455" y="3412042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9">
              <a:extLst>
                <a:ext uri="{FF2B5EF4-FFF2-40B4-BE49-F238E27FC236}">
                  <a16:creationId xmlns:a16="http://schemas.microsoft.com/office/drawing/2014/main" id="{681041E0-FC4C-D081-21CF-E840301C900A}"/>
                </a:ext>
              </a:extLst>
            </p:cNvPr>
            <p:cNvSpPr/>
            <p:nvPr/>
          </p:nvSpPr>
          <p:spPr>
            <a:xfrm>
              <a:off x="5889455" y="3438775"/>
              <a:ext cx="64279" cy="17678"/>
            </a:xfrm>
            <a:custGeom>
              <a:avLst/>
              <a:gdLst/>
              <a:ahLst/>
              <a:cxnLst/>
              <a:rect l="l" t="t" r="r" b="b"/>
              <a:pathLst>
                <a:path w="1938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cubicBezTo>
                    <a:pt x="0" y="413"/>
                    <a:pt x="120" y="532"/>
                    <a:pt x="266" y="532"/>
                  </a:cubicBezTo>
                  <a:lnTo>
                    <a:pt x="1672" y="532"/>
                  </a:lnTo>
                  <a:cubicBezTo>
                    <a:pt x="1819" y="532"/>
                    <a:pt x="1938" y="413"/>
                    <a:pt x="1938" y="266"/>
                  </a:cubicBezTo>
                  <a:cubicBezTo>
                    <a:pt x="1938" y="120"/>
                    <a:pt x="1819" y="1"/>
                    <a:pt x="1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9">
              <a:extLst>
                <a:ext uri="{FF2B5EF4-FFF2-40B4-BE49-F238E27FC236}">
                  <a16:creationId xmlns:a16="http://schemas.microsoft.com/office/drawing/2014/main" id="{639D7E15-B669-D1AE-FE5E-02C5D0CA5ACE}"/>
                </a:ext>
              </a:extLst>
            </p:cNvPr>
            <p:cNvSpPr/>
            <p:nvPr/>
          </p:nvSpPr>
          <p:spPr>
            <a:xfrm>
              <a:off x="5604380" y="3592274"/>
              <a:ext cx="109386" cy="43516"/>
            </a:xfrm>
            <a:custGeom>
              <a:avLst/>
              <a:gdLst/>
              <a:ahLst/>
              <a:cxnLst/>
              <a:rect l="l" t="t" r="r" b="b"/>
              <a:pathLst>
                <a:path w="3298" h="1312" extrusionOk="0">
                  <a:moveTo>
                    <a:pt x="2766" y="532"/>
                  </a:moveTo>
                  <a:lnTo>
                    <a:pt x="2766" y="780"/>
                  </a:lnTo>
                  <a:lnTo>
                    <a:pt x="532" y="780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7"/>
                    <a:pt x="1" y="373"/>
                  </a:cubicBezTo>
                  <a:lnTo>
                    <a:pt x="1" y="940"/>
                  </a:lnTo>
                  <a:cubicBezTo>
                    <a:pt x="1" y="1145"/>
                    <a:pt x="168" y="1311"/>
                    <a:pt x="373" y="1311"/>
                  </a:cubicBezTo>
                  <a:lnTo>
                    <a:pt x="2925" y="1311"/>
                  </a:lnTo>
                  <a:cubicBezTo>
                    <a:pt x="3130" y="1311"/>
                    <a:pt x="3297" y="1145"/>
                    <a:pt x="3297" y="940"/>
                  </a:cubicBezTo>
                  <a:lnTo>
                    <a:pt x="3297" y="373"/>
                  </a:lnTo>
                  <a:cubicBezTo>
                    <a:pt x="3297" y="167"/>
                    <a:pt x="3130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0" name="Google Shape;2110;p59">
            <a:extLst>
              <a:ext uri="{FF2B5EF4-FFF2-40B4-BE49-F238E27FC236}">
                <a16:creationId xmlns:a16="http://schemas.microsoft.com/office/drawing/2014/main" id="{4AEA3973-19A5-061D-553C-7B732129B13E}"/>
              </a:ext>
            </a:extLst>
          </p:cNvPr>
          <p:cNvGrpSpPr/>
          <p:nvPr/>
        </p:nvGrpSpPr>
        <p:grpSpPr>
          <a:xfrm>
            <a:off x="3347922" y="2778777"/>
            <a:ext cx="536704" cy="486141"/>
            <a:chOff x="6046403" y="3173534"/>
            <a:chExt cx="602023" cy="545307"/>
          </a:xfrm>
        </p:grpSpPr>
        <p:sp>
          <p:nvSpPr>
            <p:cNvPr id="2111" name="Google Shape;2111;p59">
              <a:extLst>
                <a:ext uri="{FF2B5EF4-FFF2-40B4-BE49-F238E27FC236}">
                  <a16:creationId xmlns:a16="http://schemas.microsoft.com/office/drawing/2014/main" id="{C389EE89-657A-78E7-A67E-E5AC16F67A6A}"/>
                </a:ext>
              </a:extLst>
            </p:cNvPr>
            <p:cNvSpPr/>
            <p:nvPr/>
          </p:nvSpPr>
          <p:spPr>
            <a:xfrm>
              <a:off x="6046403" y="3173534"/>
              <a:ext cx="479171" cy="344511"/>
            </a:xfrm>
            <a:custGeom>
              <a:avLst/>
              <a:gdLst/>
              <a:ahLst/>
              <a:cxnLst/>
              <a:rect l="l" t="t" r="r" b="b"/>
              <a:pathLst>
                <a:path w="14447" h="10387" extrusionOk="0">
                  <a:moveTo>
                    <a:pt x="10349" y="0"/>
                  </a:moveTo>
                  <a:cubicBezTo>
                    <a:pt x="8682" y="0"/>
                    <a:pt x="7165" y="886"/>
                    <a:pt x="6334" y="2329"/>
                  </a:cubicBezTo>
                  <a:cubicBezTo>
                    <a:pt x="6033" y="2227"/>
                    <a:pt x="5721" y="2176"/>
                    <a:pt x="5399" y="2176"/>
                  </a:cubicBezTo>
                  <a:cubicBezTo>
                    <a:pt x="4629" y="2176"/>
                    <a:pt x="3901" y="2475"/>
                    <a:pt x="3351" y="3019"/>
                  </a:cubicBezTo>
                  <a:cubicBezTo>
                    <a:pt x="2860" y="3502"/>
                    <a:pt x="2559" y="4133"/>
                    <a:pt x="2487" y="4814"/>
                  </a:cubicBezTo>
                  <a:cubicBezTo>
                    <a:pt x="1848" y="4878"/>
                    <a:pt x="1256" y="5164"/>
                    <a:pt x="799" y="5631"/>
                  </a:cubicBezTo>
                  <a:cubicBezTo>
                    <a:pt x="284" y="6157"/>
                    <a:pt x="1" y="6853"/>
                    <a:pt x="1" y="7592"/>
                  </a:cubicBezTo>
                  <a:cubicBezTo>
                    <a:pt x="1" y="9133"/>
                    <a:pt x="1244" y="10387"/>
                    <a:pt x="2773" y="10387"/>
                  </a:cubicBezTo>
                  <a:lnTo>
                    <a:pt x="5081" y="10387"/>
                  </a:lnTo>
                  <a:cubicBezTo>
                    <a:pt x="5228" y="10387"/>
                    <a:pt x="5347" y="10268"/>
                    <a:pt x="5347" y="10121"/>
                  </a:cubicBezTo>
                  <a:cubicBezTo>
                    <a:pt x="5347" y="9974"/>
                    <a:pt x="5228" y="9855"/>
                    <a:pt x="5081" y="9855"/>
                  </a:cubicBezTo>
                  <a:lnTo>
                    <a:pt x="2773" y="9855"/>
                  </a:lnTo>
                  <a:cubicBezTo>
                    <a:pt x="1538" y="9855"/>
                    <a:pt x="533" y="8839"/>
                    <a:pt x="533" y="7592"/>
                  </a:cubicBezTo>
                  <a:cubicBezTo>
                    <a:pt x="533" y="6362"/>
                    <a:pt x="1523" y="5347"/>
                    <a:pt x="2742" y="5330"/>
                  </a:cubicBezTo>
                  <a:cubicBezTo>
                    <a:pt x="2885" y="5329"/>
                    <a:pt x="3001" y="5214"/>
                    <a:pt x="3004" y="5070"/>
                  </a:cubicBezTo>
                  <a:cubicBezTo>
                    <a:pt x="3018" y="4436"/>
                    <a:pt x="3274" y="3841"/>
                    <a:pt x="3725" y="3397"/>
                  </a:cubicBezTo>
                  <a:cubicBezTo>
                    <a:pt x="4174" y="2952"/>
                    <a:pt x="4770" y="2708"/>
                    <a:pt x="5399" y="2708"/>
                  </a:cubicBezTo>
                  <a:cubicBezTo>
                    <a:pt x="5729" y="2708"/>
                    <a:pt x="6048" y="2773"/>
                    <a:pt x="6349" y="2905"/>
                  </a:cubicBezTo>
                  <a:cubicBezTo>
                    <a:pt x="6384" y="2920"/>
                    <a:pt x="6420" y="2927"/>
                    <a:pt x="6456" y="2927"/>
                  </a:cubicBezTo>
                  <a:cubicBezTo>
                    <a:pt x="6553" y="2927"/>
                    <a:pt x="6645" y="2874"/>
                    <a:pt x="6692" y="2783"/>
                  </a:cubicBezTo>
                  <a:cubicBezTo>
                    <a:pt x="7401" y="1395"/>
                    <a:pt x="8803" y="532"/>
                    <a:pt x="10349" y="532"/>
                  </a:cubicBezTo>
                  <a:cubicBezTo>
                    <a:pt x="11813" y="532"/>
                    <a:pt x="13179" y="1329"/>
                    <a:pt x="13913" y="2610"/>
                  </a:cubicBezTo>
                  <a:cubicBezTo>
                    <a:pt x="13962" y="2696"/>
                    <a:pt x="14052" y="2744"/>
                    <a:pt x="14144" y="2744"/>
                  </a:cubicBezTo>
                  <a:cubicBezTo>
                    <a:pt x="14189" y="2744"/>
                    <a:pt x="14234" y="2733"/>
                    <a:pt x="14275" y="2709"/>
                  </a:cubicBezTo>
                  <a:cubicBezTo>
                    <a:pt x="14403" y="2636"/>
                    <a:pt x="14447" y="2474"/>
                    <a:pt x="14374" y="2346"/>
                  </a:cubicBezTo>
                  <a:cubicBezTo>
                    <a:pt x="13546" y="900"/>
                    <a:pt x="12004" y="0"/>
                    <a:pt x="10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9">
              <a:extLst>
                <a:ext uri="{FF2B5EF4-FFF2-40B4-BE49-F238E27FC236}">
                  <a16:creationId xmlns:a16="http://schemas.microsoft.com/office/drawing/2014/main" id="{C18A36BC-B0E2-47FC-B287-EBDB02C3E10A}"/>
                </a:ext>
              </a:extLst>
            </p:cNvPr>
            <p:cNvSpPr/>
            <p:nvPr/>
          </p:nvSpPr>
          <p:spPr>
            <a:xfrm>
              <a:off x="6414131" y="3296287"/>
              <a:ext cx="229386" cy="221758"/>
            </a:xfrm>
            <a:custGeom>
              <a:avLst/>
              <a:gdLst/>
              <a:ahLst/>
              <a:cxnLst/>
              <a:rect l="l" t="t" r="r" b="b"/>
              <a:pathLst>
                <a:path w="6916" h="6686" extrusionOk="0">
                  <a:moveTo>
                    <a:pt x="3584" y="0"/>
                  </a:moveTo>
                  <a:cubicBezTo>
                    <a:pt x="3569" y="0"/>
                    <a:pt x="3555" y="1"/>
                    <a:pt x="3541" y="4"/>
                  </a:cubicBezTo>
                  <a:cubicBezTo>
                    <a:pt x="3396" y="26"/>
                    <a:pt x="3297" y="163"/>
                    <a:pt x="3321" y="309"/>
                  </a:cubicBezTo>
                  <a:cubicBezTo>
                    <a:pt x="3357" y="529"/>
                    <a:pt x="3374" y="756"/>
                    <a:pt x="3374" y="982"/>
                  </a:cubicBezTo>
                  <a:cubicBezTo>
                    <a:pt x="3374" y="1098"/>
                    <a:pt x="3369" y="1219"/>
                    <a:pt x="3359" y="1341"/>
                  </a:cubicBezTo>
                  <a:cubicBezTo>
                    <a:pt x="3353" y="1414"/>
                    <a:pt x="3378" y="1487"/>
                    <a:pt x="3429" y="1543"/>
                  </a:cubicBezTo>
                  <a:cubicBezTo>
                    <a:pt x="3479" y="1597"/>
                    <a:pt x="3550" y="1629"/>
                    <a:pt x="3624" y="1629"/>
                  </a:cubicBezTo>
                  <a:lnTo>
                    <a:pt x="4143" y="1629"/>
                  </a:lnTo>
                  <a:cubicBezTo>
                    <a:pt x="5379" y="1629"/>
                    <a:pt x="6384" y="2643"/>
                    <a:pt x="6384" y="3891"/>
                  </a:cubicBezTo>
                  <a:cubicBezTo>
                    <a:pt x="6384" y="5138"/>
                    <a:pt x="5379" y="6154"/>
                    <a:pt x="4143" y="6154"/>
                  </a:cubicBezTo>
                  <a:lnTo>
                    <a:pt x="266" y="6154"/>
                  </a:lnTo>
                  <a:cubicBezTo>
                    <a:pt x="120" y="6154"/>
                    <a:pt x="0" y="6273"/>
                    <a:pt x="0" y="6420"/>
                  </a:cubicBezTo>
                  <a:cubicBezTo>
                    <a:pt x="0" y="6567"/>
                    <a:pt x="120" y="6686"/>
                    <a:pt x="266" y="6686"/>
                  </a:cubicBezTo>
                  <a:lnTo>
                    <a:pt x="4143" y="6686"/>
                  </a:lnTo>
                  <a:cubicBezTo>
                    <a:pt x="5671" y="6686"/>
                    <a:pt x="6916" y="5432"/>
                    <a:pt x="6916" y="3891"/>
                  </a:cubicBezTo>
                  <a:cubicBezTo>
                    <a:pt x="6916" y="2351"/>
                    <a:pt x="5671" y="1097"/>
                    <a:pt x="4143" y="1097"/>
                  </a:cubicBezTo>
                  <a:lnTo>
                    <a:pt x="3905" y="1097"/>
                  </a:lnTo>
                  <a:cubicBezTo>
                    <a:pt x="3906" y="1058"/>
                    <a:pt x="3906" y="1020"/>
                    <a:pt x="3906" y="982"/>
                  </a:cubicBezTo>
                  <a:cubicBezTo>
                    <a:pt x="3906" y="728"/>
                    <a:pt x="3886" y="473"/>
                    <a:pt x="3846" y="223"/>
                  </a:cubicBezTo>
                  <a:cubicBezTo>
                    <a:pt x="3824" y="93"/>
                    <a:pt x="3712" y="0"/>
                    <a:pt x="3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9">
              <a:extLst>
                <a:ext uri="{FF2B5EF4-FFF2-40B4-BE49-F238E27FC236}">
                  <a16:creationId xmlns:a16="http://schemas.microsoft.com/office/drawing/2014/main" id="{5335621D-F483-BEFD-DB38-8498C398FB33}"/>
                </a:ext>
              </a:extLst>
            </p:cNvPr>
            <p:cNvSpPr/>
            <p:nvPr/>
          </p:nvSpPr>
          <p:spPr>
            <a:xfrm>
              <a:off x="6051146" y="3351412"/>
              <a:ext cx="223748" cy="234726"/>
            </a:xfrm>
            <a:custGeom>
              <a:avLst/>
              <a:gdLst/>
              <a:ahLst/>
              <a:cxnLst/>
              <a:rect l="l" t="t" r="r" b="b"/>
              <a:pathLst>
                <a:path w="6746" h="7077" extrusionOk="0">
                  <a:moveTo>
                    <a:pt x="5195" y="532"/>
                  </a:moveTo>
                  <a:cubicBezTo>
                    <a:pt x="5443" y="532"/>
                    <a:pt x="5644" y="736"/>
                    <a:pt x="5644" y="988"/>
                  </a:cubicBezTo>
                  <a:cubicBezTo>
                    <a:pt x="5644" y="1238"/>
                    <a:pt x="5442" y="1442"/>
                    <a:pt x="5195" y="1442"/>
                  </a:cubicBezTo>
                  <a:cubicBezTo>
                    <a:pt x="4947" y="1442"/>
                    <a:pt x="4746" y="1238"/>
                    <a:pt x="4746" y="988"/>
                  </a:cubicBezTo>
                  <a:cubicBezTo>
                    <a:pt x="4746" y="736"/>
                    <a:pt x="4947" y="532"/>
                    <a:pt x="5195" y="532"/>
                  </a:cubicBezTo>
                  <a:close/>
                  <a:moveTo>
                    <a:pt x="5195" y="1"/>
                  </a:moveTo>
                  <a:cubicBezTo>
                    <a:pt x="4655" y="1"/>
                    <a:pt x="4214" y="443"/>
                    <a:pt x="4214" y="988"/>
                  </a:cubicBezTo>
                  <a:cubicBezTo>
                    <a:pt x="4214" y="1532"/>
                    <a:pt x="4655" y="1974"/>
                    <a:pt x="5195" y="1974"/>
                  </a:cubicBezTo>
                  <a:cubicBezTo>
                    <a:pt x="5279" y="1974"/>
                    <a:pt x="5360" y="1964"/>
                    <a:pt x="5438" y="1944"/>
                  </a:cubicBezTo>
                  <a:lnTo>
                    <a:pt x="6160" y="3058"/>
                  </a:lnTo>
                  <a:cubicBezTo>
                    <a:pt x="6184" y="3097"/>
                    <a:pt x="6213" y="3193"/>
                    <a:pt x="6213" y="3239"/>
                  </a:cubicBezTo>
                  <a:lnTo>
                    <a:pt x="6213" y="6544"/>
                  </a:lnTo>
                  <a:lnTo>
                    <a:pt x="266" y="6544"/>
                  </a:lnTo>
                  <a:cubicBezTo>
                    <a:pt x="120" y="6544"/>
                    <a:pt x="0" y="6663"/>
                    <a:pt x="0" y="6810"/>
                  </a:cubicBezTo>
                  <a:cubicBezTo>
                    <a:pt x="0" y="6957"/>
                    <a:pt x="120" y="7076"/>
                    <a:pt x="266" y="7076"/>
                  </a:cubicBezTo>
                  <a:lnTo>
                    <a:pt x="6303" y="7076"/>
                  </a:lnTo>
                  <a:cubicBezTo>
                    <a:pt x="6547" y="7075"/>
                    <a:pt x="6745" y="6877"/>
                    <a:pt x="6745" y="6633"/>
                  </a:cubicBezTo>
                  <a:lnTo>
                    <a:pt x="6745" y="3239"/>
                  </a:lnTo>
                  <a:cubicBezTo>
                    <a:pt x="6745" y="3090"/>
                    <a:pt x="6687" y="2893"/>
                    <a:pt x="6606" y="2769"/>
                  </a:cubicBezTo>
                  <a:lnTo>
                    <a:pt x="5898" y="1675"/>
                  </a:lnTo>
                  <a:cubicBezTo>
                    <a:pt x="6069" y="1497"/>
                    <a:pt x="6175" y="1255"/>
                    <a:pt x="6175" y="988"/>
                  </a:cubicBezTo>
                  <a:cubicBezTo>
                    <a:pt x="6175" y="443"/>
                    <a:pt x="5736" y="1"/>
                    <a:pt x="5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9">
              <a:extLst>
                <a:ext uri="{FF2B5EF4-FFF2-40B4-BE49-F238E27FC236}">
                  <a16:creationId xmlns:a16="http://schemas.microsoft.com/office/drawing/2014/main" id="{E4430593-2BB3-61B0-44A3-9D6EE9BFD7EB}"/>
                </a:ext>
              </a:extLst>
            </p:cNvPr>
            <p:cNvSpPr/>
            <p:nvPr/>
          </p:nvSpPr>
          <p:spPr>
            <a:xfrm>
              <a:off x="6197481" y="3351412"/>
              <a:ext cx="273367" cy="287662"/>
            </a:xfrm>
            <a:custGeom>
              <a:avLst/>
              <a:gdLst/>
              <a:ahLst/>
              <a:cxnLst/>
              <a:rect l="l" t="t" r="r" b="b"/>
              <a:pathLst>
                <a:path w="8242" h="8673" extrusionOk="0">
                  <a:moveTo>
                    <a:pt x="3464" y="532"/>
                  </a:moveTo>
                  <a:cubicBezTo>
                    <a:pt x="3711" y="532"/>
                    <a:pt x="3912" y="736"/>
                    <a:pt x="3912" y="988"/>
                  </a:cubicBezTo>
                  <a:cubicBezTo>
                    <a:pt x="3912" y="1238"/>
                    <a:pt x="3711" y="1442"/>
                    <a:pt x="3464" y="1442"/>
                  </a:cubicBezTo>
                  <a:cubicBezTo>
                    <a:pt x="3216" y="1442"/>
                    <a:pt x="3015" y="1238"/>
                    <a:pt x="3015" y="988"/>
                  </a:cubicBezTo>
                  <a:cubicBezTo>
                    <a:pt x="3015" y="736"/>
                    <a:pt x="3216" y="532"/>
                    <a:pt x="3464" y="532"/>
                  </a:cubicBezTo>
                  <a:close/>
                  <a:moveTo>
                    <a:pt x="7260" y="532"/>
                  </a:moveTo>
                  <a:cubicBezTo>
                    <a:pt x="7509" y="532"/>
                    <a:pt x="7710" y="736"/>
                    <a:pt x="7710" y="988"/>
                  </a:cubicBezTo>
                  <a:cubicBezTo>
                    <a:pt x="7710" y="1238"/>
                    <a:pt x="7509" y="1442"/>
                    <a:pt x="7260" y="1442"/>
                  </a:cubicBezTo>
                  <a:cubicBezTo>
                    <a:pt x="7013" y="1442"/>
                    <a:pt x="6812" y="1238"/>
                    <a:pt x="6812" y="988"/>
                  </a:cubicBezTo>
                  <a:cubicBezTo>
                    <a:pt x="6812" y="736"/>
                    <a:pt x="7013" y="532"/>
                    <a:pt x="7260" y="532"/>
                  </a:cubicBezTo>
                  <a:close/>
                  <a:moveTo>
                    <a:pt x="3464" y="1"/>
                  </a:moveTo>
                  <a:cubicBezTo>
                    <a:pt x="2922" y="1"/>
                    <a:pt x="2483" y="443"/>
                    <a:pt x="2483" y="988"/>
                  </a:cubicBezTo>
                  <a:cubicBezTo>
                    <a:pt x="2483" y="1422"/>
                    <a:pt x="2764" y="1793"/>
                    <a:pt x="3153" y="1923"/>
                  </a:cubicBezTo>
                  <a:lnTo>
                    <a:pt x="3153" y="8142"/>
                  </a:lnTo>
                  <a:lnTo>
                    <a:pt x="266" y="8142"/>
                  </a:lnTo>
                  <a:cubicBezTo>
                    <a:pt x="119" y="8142"/>
                    <a:pt x="0" y="8261"/>
                    <a:pt x="0" y="8407"/>
                  </a:cubicBezTo>
                  <a:cubicBezTo>
                    <a:pt x="0" y="8554"/>
                    <a:pt x="119" y="8673"/>
                    <a:pt x="266" y="8673"/>
                  </a:cubicBezTo>
                  <a:lnTo>
                    <a:pt x="3242" y="8673"/>
                  </a:lnTo>
                  <a:cubicBezTo>
                    <a:pt x="3486" y="8673"/>
                    <a:pt x="3684" y="8475"/>
                    <a:pt x="3684" y="8230"/>
                  </a:cubicBezTo>
                  <a:lnTo>
                    <a:pt x="3684" y="1949"/>
                  </a:lnTo>
                  <a:cubicBezTo>
                    <a:pt x="4033" y="1868"/>
                    <a:pt x="4312" y="1599"/>
                    <a:pt x="4408" y="1254"/>
                  </a:cubicBezTo>
                  <a:lnTo>
                    <a:pt x="6317" y="1254"/>
                  </a:lnTo>
                  <a:cubicBezTo>
                    <a:pt x="6432" y="1668"/>
                    <a:pt x="6812" y="1974"/>
                    <a:pt x="7260" y="1974"/>
                  </a:cubicBezTo>
                  <a:cubicBezTo>
                    <a:pt x="7801" y="1974"/>
                    <a:pt x="8242" y="1532"/>
                    <a:pt x="8242" y="988"/>
                  </a:cubicBezTo>
                  <a:cubicBezTo>
                    <a:pt x="8242" y="443"/>
                    <a:pt x="7801" y="1"/>
                    <a:pt x="7260" y="1"/>
                  </a:cubicBezTo>
                  <a:cubicBezTo>
                    <a:pt x="6812" y="1"/>
                    <a:pt x="6433" y="306"/>
                    <a:pt x="6317" y="722"/>
                  </a:cubicBezTo>
                  <a:lnTo>
                    <a:pt x="4408" y="722"/>
                  </a:lnTo>
                  <a:cubicBezTo>
                    <a:pt x="4292" y="306"/>
                    <a:pt x="3913" y="1"/>
                    <a:pt x="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9">
              <a:extLst>
                <a:ext uri="{FF2B5EF4-FFF2-40B4-BE49-F238E27FC236}">
                  <a16:creationId xmlns:a16="http://schemas.microsoft.com/office/drawing/2014/main" id="{A09E1A38-C7C7-2FB3-F274-B75F129ED3ED}"/>
                </a:ext>
              </a:extLst>
            </p:cNvPr>
            <p:cNvSpPr/>
            <p:nvPr/>
          </p:nvSpPr>
          <p:spPr>
            <a:xfrm>
              <a:off x="6050682" y="3597515"/>
              <a:ext cx="108027" cy="65506"/>
            </a:xfrm>
            <a:custGeom>
              <a:avLst/>
              <a:gdLst/>
              <a:ahLst/>
              <a:cxnLst/>
              <a:rect l="l" t="t" r="r" b="b"/>
              <a:pathLst>
                <a:path w="3257" h="1975" extrusionOk="0">
                  <a:moveTo>
                    <a:pt x="995" y="532"/>
                  </a:moveTo>
                  <a:cubicBezTo>
                    <a:pt x="1240" y="532"/>
                    <a:pt x="1436" y="727"/>
                    <a:pt x="1444" y="976"/>
                  </a:cubicBezTo>
                  <a:cubicBezTo>
                    <a:pt x="1451" y="1226"/>
                    <a:pt x="1255" y="1436"/>
                    <a:pt x="1007" y="1443"/>
                  </a:cubicBezTo>
                  <a:lnTo>
                    <a:pt x="995" y="1443"/>
                  </a:lnTo>
                  <a:cubicBezTo>
                    <a:pt x="750" y="1443"/>
                    <a:pt x="552" y="1248"/>
                    <a:pt x="546" y="999"/>
                  </a:cubicBezTo>
                  <a:cubicBezTo>
                    <a:pt x="539" y="749"/>
                    <a:pt x="735" y="539"/>
                    <a:pt x="983" y="532"/>
                  </a:cubicBezTo>
                  <a:close/>
                  <a:moveTo>
                    <a:pt x="995" y="0"/>
                  </a:moveTo>
                  <a:cubicBezTo>
                    <a:pt x="986" y="0"/>
                    <a:pt x="977" y="0"/>
                    <a:pt x="968" y="1"/>
                  </a:cubicBezTo>
                  <a:cubicBezTo>
                    <a:pt x="427" y="16"/>
                    <a:pt x="0" y="470"/>
                    <a:pt x="14" y="1014"/>
                  </a:cubicBezTo>
                  <a:cubicBezTo>
                    <a:pt x="29" y="1553"/>
                    <a:pt x="459" y="1975"/>
                    <a:pt x="995" y="1975"/>
                  </a:cubicBezTo>
                  <a:cubicBezTo>
                    <a:pt x="1003" y="1975"/>
                    <a:pt x="1012" y="1975"/>
                    <a:pt x="1022" y="1974"/>
                  </a:cubicBezTo>
                  <a:cubicBezTo>
                    <a:pt x="1461" y="1962"/>
                    <a:pt x="1827" y="1658"/>
                    <a:pt x="1940" y="1253"/>
                  </a:cubicBezTo>
                  <a:lnTo>
                    <a:pt x="2991" y="1253"/>
                  </a:lnTo>
                  <a:cubicBezTo>
                    <a:pt x="3138" y="1253"/>
                    <a:pt x="3257" y="1134"/>
                    <a:pt x="3257" y="988"/>
                  </a:cubicBezTo>
                  <a:cubicBezTo>
                    <a:pt x="3257" y="841"/>
                    <a:pt x="3138" y="722"/>
                    <a:pt x="2991" y="722"/>
                  </a:cubicBezTo>
                  <a:lnTo>
                    <a:pt x="1940" y="722"/>
                  </a:lnTo>
                  <a:cubicBezTo>
                    <a:pt x="1826" y="302"/>
                    <a:pt x="1448" y="0"/>
                    <a:pt x="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9">
              <a:extLst>
                <a:ext uri="{FF2B5EF4-FFF2-40B4-BE49-F238E27FC236}">
                  <a16:creationId xmlns:a16="http://schemas.microsoft.com/office/drawing/2014/main" id="{294099C7-E58F-32FA-DC3F-1D56A93EFAE5}"/>
                </a:ext>
              </a:extLst>
            </p:cNvPr>
            <p:cNvSpPr/>
            <p:nvPr/>
          </p:nvSpPr>
          <p:spPr>
            <a:xfrm>
              <a:off x="6051146" y="3653369"/>
              <a:ext cx="597280" cy="65473"/>
            </a:xfrm>
            <a:custGeom>
              <a:avLst/>
              <a:gdLst/>
              <a:ahLst/>
              <a:cxnLst/>
              <a:rect l="l" t="t" r="r" b="b"/>
              <a:pathLst>
                <a:path w="18008" h="1974" extrusionOk="0">
                  <a:moveTo>
                    <a:pt x="4793" y="532"/>
                  </a:moveTo>
                  <a:cubicBezTo>
                    <a:pt x="5038" y="532"/>
                    <a:pt x="5235" y="726"/>
                    <a:pt x="5242" y="974"/>
                  </a:cubicBezTo>
                  <a:cubicBezTo>
                    <a:pt x="5248" y="1226"/>
                    <a:pt x="5053" y="1435"/>
                    <a:pt x="4806" y="1442"/>
                  </a:cubicBezTo>
                  <a:lnTo>
                    <a:pt x="4792" y="1442"/>
                  </a:lnTo>
                  <a:cubicBezTo>
                    <a:pt x="4548" y="1442"/>
                    <a:pt x="4351" y="1248"/>
                    <a:pt x="4345" y="999"/>
                  </a:cubicBezTo>
                  <a:cubicBezTo>
                    <a:pt x="4337" y="749"/>
                    <a:pt x="4533" y="538"/>
                    <a:pt x="4781" y="532"/>
                  </a:cubicBezTo>
                  <a:close/>
                  <a:moveTo>
                    <a:pt x="4767" y="0"/>
                  </a:moveTo>
                  <a:cubicBezTo>
                    <a:pt x="4327" y="12"/>
                    <a:pt x="3962" y="315"/>
                    <a:pt x="3849" y="721"/>
                  </a:cubicBezTo>
                  <a:lnTo>
                    <a:pt x="266" y="721"/>
                  </a:lnTo>
                  <a:cubicBezTo>
                    <a:pt x="120" y="721"/>
                    <a:pt x="0" y="840"/>
                    <a:pt x="0" y="987"/>
                  </a:cubicBezTo>
                  <a:cubicBezTo>
                    <a:pt x="0" y="1134"/>
                    <a:pt x="120" y="1253"/>
                    <a:pt x="266" y="1253"/>
                  </a:cubicBezTo>
                  <a:lnTo>
                    <a:pt x="3848" y="1253"/>
                  </a:lnTo>
                  <a:cubicBezTo>
                    <a:pt x="3963" y="1672"/>
                    <a:pt x="4340" y="1973"/>
                    <a:pt x="4792" y="1973"/>
                  </a:cubicBezTo>
                  <a:lnTo>
                    <a:pt x="4820" y="1973"/>
                  </a:lnTo>
                  <a:cubicBezTo>
                    <a:pt x="5259" y="1961"/>
                    <a:pt x="5625" y="1658"/>
                    <a:pt x="5738" y="1253"/>
                  </a:cubicBezTo>
                  <a:lnTo>
                    <a:pt x="17741" y="1253"/>
                  </a:lnTo>
                  <a:cubicBezTo>
                    <a:pt x="17888" y="1253"/>
                    <a:pt x="18007" y="1134"/>
                    <a:pt x="18007" y="987"/>
                  </a:cubicBezTo>
                  <a:cubicBezTo>
                    <a:pt x="18007" y="840"/>
                    <a:pt x="17888" y="721"/>
                    <a:pt x="17741" y="721"/>
                  </a:cubicBezTo>
                  <a:lnTo>
                    <a:pt x="5738" y="721"/>
                  </a:lnTo>
                  <a:cubicBezTo>
                    <a:pt x="5624" y="302"/>
                    <a:pt x="5246" y="0"/>
                    <a:pt x="4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9">
              <a:extLst>
                <a:ext uri="{FF2B5EF4-FFF2-40B4-BE49-F238E27FC236}">
                  <a16:creationId xmlns:a16="http://schemas.microsoft.com/office/drawing/2014/main" id="{822AEFFB-DE6C-2DEF-3BE2-77183C939C77}"/>
                </a:ext>
              </a:extLst>
            </p:cNvPr>
            <p:cNvSpPr/>
            <p:nvPr/>
          </p:nvSpPr>
          <p:spPr>
            <a:xfrm>
              <a:off x="6498476" y="3568460"/>
              <a:ext cx="149950" cy="17645"/>
            </a:xfrm>
            <a:custGeom>
              <a:avLst/>
              <a:gdLst/>
              <a:ahLst/>
              <a:cxnLst/>
              <a:rect l="l" t="t" r="r" b="b"/>
              <a:pathLst>
                <a:path w="4521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4254" y="531"/>
                  </a:lnTo>
                  <a:cubicBezTo>
                    <a:pt x="4401" y="531"/>
                    <a:pt x="4520" y="413"/>
                    <a:pt x="4520" y="266"/>
                  </a:cubicBezTo>
                  <a:cubicBezTo>
                    <a:pt x="4520" y="119"/>
                    <a:pt x="4401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9">
              <a:extLst>
                <a:ext uri="{FF2B5EF4-FFF2-40B4-BE49-F238E27FC236}">
                  <a16:creationId xmlns:a16="http://schemas.microsoft.com/office/drawing/2014/main" id="{2810757A-B69F-8267-3A8D-E325A1ADC4E9}"/>
                </a:ext>
              </a:extLst>
            </p:cNvPr>
            <p:cNvSpPr/>
            <p:nvPr/>
          </p:nvSpPr>
          <p:spPr>
            <a:xfrm>
              <a:off x="6342059" y="3417183"/>
              <a:ext cx="118839" cy="168922"/>
            </a:xfrm>
            <a:custGeom>
              <a:avLst/>
              <a:gdLst/>
              <a:ahLst/>
              <a:cxnLst/>
              <a:rect l="l" t="t" r="r" b="b"/>
              <a:pathLst>
                <a:path w="3583" h="5093" extrusionOk="0">
                  <a:moveTo>
                    <a:pt x="981" y="532"/>
                  </a:moveTo>
                  <a:cubicBezTo>
                    <a:pt x="1229" y="532"/>
                    <a:pt x="1430" y="737"/>
                    <a:pt x="1430" y="987"/>
                  </a:cubicBezTo>
                  <a:cubicBezTo>
                    <a:pt x="1430" y="1239"/>
                    <a:pt x="1229" y="1442"/>
                    <a:pt x="981" y="1442"/>
                  </a:cubicBezTo>
                  <a:cubicBezTo>
                    <a:pt x="733" y="1442"/>
                    <a:pt x="532" y="1239"/>
                    <a:pt x="532" y="987"/>
                  </a:cubicBezTo>
                  <a:cubicBezTo>
                    <a:pt x="532" y="737"/>
                    <a:pt x="733" y="532"/>
                    <a:pt x="981" y="532"/>
                  </a:cubicBezTo>
                  <a:close/>
                  <a:moveTo>
                    <a:pt x="981" y="1"/>
                  </a:moveTo>
                  <a:cubicBezTo>
                    <a:pt x="440" y="1"/>
                    <a:pt x="1" y="443"/>
                    <a:pt x="1" y="987"/>
                  </a:cubicBezTo>
                  <a:cubicBezTo>
                    <a:pt x="1" y="1445"/>
                    <a:pt x="312" y="1832"/>
                    <a:pt x="734" y="1942"/>
                  </a:cubicBezTo>
                  <a:lnTo>
                    <a:pt x="734" y="4650"/>
                  </a:lnTo>
                  <a:cubicBezTo>
                    <a:pt x="734" y="4894"/>
                    <a:pt x="932" y="5092"/>
                    <a:pt x="1178" y="5092"/>
                  </a:cubicBezTo>
                  <a:lnTo>
                    <a:pt x="3316" y="5092"/>
                  </a:lnTo>
                  <a:cubicBezTo>
                    <a:pt x="3463" y="5092"/>
                    <a:pt x="3582" y="4974"/>
                    <a:pt x="3582" y="4826"/>
                  </a:cubicBezTo>
                  <a:cubicBezTo>
                    <a:pt x="3582" y="4680"/>
                    <a:pt x="3463" y="4561"/>
                    <a:pt x="3316" y="4561"/>
                  </a:cubicBezTo>
                  <a:lnTo>
                    <a:pt x="1266" y="4561"/>
                  </a:lnTo>
                  <a:lnTo>
                    <a:pt x="1266" y="1932"/>
                  </a:lnTo>
                  <a:cubicBezTo>
                    <a:pt x="1668" y="1809"/>
                    <a:pt x="1962" y="1432"/>
                    <a:pt x="1962" y="987"/>
                  </a:cubicBezTo>
                  <a:cubicBezTo>
                    <a:pt x="1962" y="443"/>
                    <a:pt x="1521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9">
              <a:extLst>
                <a:ext uri="{FF2B5EF4-FFF2-40B4-BE49-F238E27FC236}">
                  <a16:creationId xmlns:a16="http://schemas.microsoft.com/office/drawing/2014/main" id="{F4CA4346-D8A2-2818-8BC4-CAD51FD159C3}"/>
                </a:ext>
              </a:extLst>
            </p:cNvPr>
            <p:cNvSpPr/>
            <p:nvPr/>
          </p:nvSpPr>
          <p:spPr>
            <a:xfrm>
              <a:off x="6341561" y="3597515"/>
              <a:ext cx="306866" cy="65506"/>
            </a:xfrm>
            <a:custGeom>
              <a:avLst/>
              <a:gdLst/>
              <a:ahLst/>
              <a:cxnLst/>
              <a:rect l="l" t="t" r="r" b="b"/>
              <a:pathLst>
                <a:path w="9252" h="1975" extrusionOk="0">
                  <a:moveTo>
                    <a:pt x="996" y="532"/>
                  </a:moveTo>
                  <a:cubicBezTo>
                    <a:pt x="1241" y="532"/>
                    <a:pt x="1438" y="727"/>
                    <a:pt x="1444" y="976"/>
                  </a:cubicBezTo>
                  <a:cubicBezTo>
                    <a:pt x="1451" y="1226"/>
                    <a:pt x="1255" y="1436"/>
                    <a:pt x="1008" y="1443"/>
                  </a:cubicBezTo>
                  <a:lnTo>
                    <a:pt x="995" y="1443"/>
                  </a:lnTo>
                  <a:cubicBezTo>
                    <a:pt x="751" y="1443"/>
                    <a:pt x="554" y="1248"/>
                    <a:pt x="547" y="999"/>
                  </a:cubicBezTo>
                  <a:cubicBezTo>
                    <a:pt x="541" y="749"/>
                    <a:pt x="737" y="539"/>
                    <a:pt x="984" y="532"/>
                  </a:cubicBezTo>
                  <a:close/>
                  <a:moveTo>
                    <a:pt x="7012" y="532"/>
                  </a:moveTo>
                  <a:cubicBezTo>
                    <a:pt x="7257" y="532"/>
                    <a:pt x="7455" y="727"/>
                    <a:pt x="7461" y="976"/>
                  </a:cubicBezTo>
                  <a:cubicBezTo>
                    <a:pt x="7468" y="1226"/>
                    <a:pt x="7272" y="1436"/>
                    <a:pt x="7024" y="1443"/>
                  </a:cubicBezTo>
                  <a:lnTo>
                    <a:pt x="7012" y="1443"/>
                  </a:lnTo>
                  <a:cubicBezTo>
                    <a:pt x="6767" y="1443"/>
                    <a:pt x="6570" y="1248"/>
                    <a:pt x="6563" y="999"/>
                  </a:cubicBezTo>
                  <a:cubicBezTo>
                    <a:pt x="6556" y="749"/>
                    <a:pt x="6752" y="539"/>
                    <a:pt x="7000" y="532"/>
                  </a:cubicBezTo>
                  <a:close/>
                  <a:moveTo>
                    <a:pt x="996" y="0"/>
                  </a:moveTo>
                  <a:cubicBezTo>
                    <a:pt x="987" y="0"/>
                    <a:pt x="978" y="0"/>
                    <a:pt x="969" y="1"/>
                  </a:cubicBezTo>
                  <a:cubicBezTo>
                    <a:pt x="429" y="16"/>
                    <a:pt x="0" y="470"/>
                    <a:pt x="15" y="1014"/>
                  </a:cubicBezTo>
                  <a:cubicBezTo>
                    <a:pt x="29" y="1553"/>
                    <a:pt x="460" y="1975"/>
                    <a:pt x="995" y="1975"/>
                  </a:cubicBezTo>
                  <a:cubicBezTo>
                    <a:pt x="1004" y="1975"/>
                    <a:pt x="1013" y="1975"/>
                    <a:pt x="1022" y="1974"/>
                  </a:cubicBezTo>
                  <a:cubicBezTo>
                    <a:pt x="1462" y="1962"/>
                    <a:pt x="1827" y="1658"/>
                    <a:pt x="1940" y="1253"/>
                  </a:cubicBezTo>
                  <a:lnTo>
                    <a:pt x="6066" y="1253"/>
                  </a:lnTo>
                  <a:cubicBezTo>
                    <a:pt x="6180" y="1673"/>
                    <a:pt x="6558" y="1975"/>
                    <a:pt x="7011" y="1975"/>
                  </a:cubicBezTo>
                  <a:cubicBezTo>
                    <a:pt x="7020" y="1975"/>
                    <a:pt x="7030" y="1975"/>
                    <a:pt x="7039" y="1974"/>
                  </a:cubicBezTo>
                  <a:cubicBezTo>
                    <a:pt x="7478" y="1962"/>
                    <a:pt x="7843" y="1658"/>
                    <a:pt x="7957" y="1253"/>
                  </a:cubicBezTo>
                  <a:lnTo>
                    <a:pt x="8985" y="1253"/>
                  </a:lnTo>
                  <a:cubicBezTo>
                    <a:pt x="9131" y="1253"/>
                    <a:pt x="9250" y="1134"/>
                    <a:pt x="9250" y="988"/>
                  </a:cubicBezTo>
                  <a:cubicBezTo>
                    <a:pt x="9251" y="841"/>
                    <a:pt x="9132" y="722"/>
                    <a:pt x="8985" y="722"/>
                  </a:cubicBezTo>
                  <a:lnTo>
                    <a:pt x="7957" y="722"/>
                  </a:lnTo>
                  <a:cubicBezTo>
                    <a:pt x="7843" y="302"/>
                    <a:pt x="7465" y="0"/>
                    <a:pt x="7012" y="0"/>
                  </a:cubicBezTo>
                  <a:cubicBezTo>
                    <a:pt x="7003" y="0"/>
                    <a:pt x="6995" y="0"/>
                    <a:pt x="6985" y="1"/>
                  </a:cubicBezTo>
                  <a:cubicBezTo>
                    <a:pt x="6546" y="12"/>
                    <a:pt x="6180" y="316"/>
                    <a:pt x="6067" y="722"/>
                  </a:cubicBezTo>
                  <a:lnTo>
                    <a:pt x="1941" y="722"/>
                  </a:lnTo>
                  <a:cubicBezTo>
                    <a:pt x="1826" y="302"/>
                    <a:pt x="1449" y="0"/>
                    <a:pt x="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9">
              <a:extLst>
                <a:ext uri="{FF2B5EF4-FFF2-40B4-BE49-F238E27FC236}">
                  <a16:creationId xmlns:a16="http://schemas.microsoft.com/office/drawing/2014/main" id="{95AD5688-7DE5-5AEF-6443-C8A30DDB1598}"/>
                </a:ext>
              </a:extLst>
            </p:cNvPr>
            <p:cNvSpPr/>
            <p:nvPr/>
          </p:nvSpPr>
          <p:spPr>
            <a:xfrm>
              <a:off x="6342025" y="3270682"/>
              <a:ext cx="65108" cy="65506"/>
            </a:xfrm>
            <a:custGeom>
              <a:avLst/>
              <a:gdLst/>
              <a:ahLst/>
              <a:cxnLst/>
              <a:rect l="l" t="t" r="r" b="b"/>
              <a:pathLst>
                <a:path w="1963" h="1975" extrusionOk="0">
                  <a:moveTo>
                    <a:pt x="982" y="532"/>
                  </a:moveTo>
                  <a:cubicBezTo>
                    <a:pt x="1230" y="532"/>
                    <a:pt x="1431" y="737"/>
                    <a:pt x="1431" y="987"/>
                  </a:cubicBezTo>
                  <a:cubicBezTo>
                    <a:pt x="1431" y="1239"/>
                    <a:pt x="1230" y="1443"/>
                    <a:pt x="982" y="1443"/>
                  </a:cubicBezTo>
                  <a:cubicBezTo>
                    <a:pt x="734" y="1443"/>
                    <a:pt x="533" y="1239"/>
                    <a:pt x="533" y="987"/>
                  </a:cubicBezTo>
                  <a:cubicBezTo>
                    <a:pt x="533" y="737"/>
                    <a:pt x="734" y="532"/>
                    <a:pt x="982" y="532"/>
                  </a:cubicBezTo>
                  <a:close/>
                  <a:moveTo>
                    <a:pt x="982" y="1"/>
                  </a:moveTo>
                  <a:cubicBezTo>
                    <a:pt x="441" y="1"/>
                    <a:pt x="1" y="444"/>
                    <a:pt x="1" y="987"/>
                  </a:cubicBezTo>
                  <a:cubicBezTo>
                    <a:pt x="1" y="1532"/>
                    <a:pt x="441" y="1975"/>
                    <a:pt x="982" y="1975"/>
                  </a:cubicBezTo>
                  <a:cubicBezTo>
                    <a:pt x="1522" y="1975"/>
                    <a:pt x="1963" y="1532"/>
                    <a:pt x="1963" y="987"/>
                  </a:cubicBezTo>
                  <a:cubicBezTo>
                    <a:pt x="1963" y="443"/>
                    <a:pt x="1522" y="1"/>
                    <a:pt x="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1" name="Google Shape;2121;p59">
            <a:extLst>
              <a:ext uri="{FF2B5EF4-FFF2-40B4-BE49-F238E27FC236}">
                <a16:creationId xmlns:a16="http://schemas.microsoft.com/office/drawing/2014/main" id="{BA1F4852-E0E7-6EC7-A321-81FD6BC25C8B}"/>
              </a:ext>
            </a:extLst>
          </p:cNvPr>
          <p:cNvGrpSpPr/>
          <p:nvPr/>
        </p:nvGrpSpPr>
        <p:grpSpPr>
          <a:xfrm>
            <a:off x="5285601" y="2447393"/>
            <a:ext cx="484249" cy="536704"/>
            <a:chOff x="2645541" y="4001992"/>
            <a:chExt cx="543184" cy="602023"/>
          </a:xfrm>
        </p:grpSpPr>
        <p:sp>
          <p:nvSpPr>
            <p:cNvPr id="2122" name="Google Shape;2122;p59">
              <a:extLst>
                <a:ext uri="{FF2B5EF4-FFF2-40B4-BE49-F238E27FC236}">
                  <a16:creationId xmlns:a16="http://schemas.microsoft.com/office/drawing/2014/main" id="{6018BFAF-AFC5-02D3-18C1-8D4F0E3BA9D2}"/>
                </a:ext>
              </a:extLst>
            </p:cNvPr>
            <p:cNvSpPr/>
            <p:nvPr/>
          </p:nvSpPr>
          <p:spPr>
            <a:xfrm>
              <a:off x="2709819" y="4234132"/>
              <a:ext cx="74527" cy="54262"/>
            </a:xfrm>
            <a:custGeom>
              <a:avLst/>
              <a:gdLst/>
              <a:ahLst/>
              <a:cxnLst/>
              <a:rect l="l" t="t" r="r" b="b"/>
              <a:pathLst>
                <a:path w="2247" h="1636" extrusionOk="0">
                  <a:moveTo>
                    <a:pt x="1898" y="0"/>
                  </a:moveTo>
                  <a:cubicBezTo>
                    <a:pt x="1671" y="0"/>
                    <a:pt x="1447" y="39"/>
                    <a:pt x="1232" y="116"/>
                  </a:cubicBezTo>
                  <a:cubicBezTo>
                    <a:pt x="688" y="312"/>
                    <a:pt x="259" y="734"/>
                    <a:pt x="53" y="1275"/>
                  </a:cubicBezTo>
                  <a:cubicBezTo>
                    <a:pt x="1" y="1412"/>
                    <a:pt x="69" y="1566"/>
                    <a:pt x="207" y="1618"/>
                  </a:cubicBezTo>
                  <a:cubicBezTo>
                    <a:pt x="238" y="1630"/>
                    <a:pt x="270" y="1636"/>
                    <a:pt x="301" y="1636"/>
                  </a:cubicBezTo>
                  <a:cubicBezTo>
                    <a:pt x="408" y="1636"/>
                    <a:pt x="509" y="1570"/>
                    <a:pt x="550" y="1464"/>
                  </a:cubicBezTo>
                  <a:cubicBezTo>
                    <a:pt x="701" y="1068"/>
                    <a:pt x="1014" y="760"/>
                    <a:pt x="1411" y="617"/>
                  </a:cubicBezTo>
                  <a:cubicBezTo>
                    <a:pt x="1569" y="560"/>
                    <a:pt x="1732" y="532"/>
                    <a:pt x="1898" y="532"/>
                  </a:cubicBezTo>
                  <a:cubicBezTo>
                    <a:pt x="1920" y="532"/>
                    <a:pt x="1941" y="532"/>
                    <a:pt x="1963" y="533"/>
                  </a:cubicBezTo>
                  <a:cubicBezTo>
                    <a:pt x="1966" y="533"/>
                    <a:pt x="1970" y="533"/>
                    <a:pt x="1974" y="533"/>
                  </a:cubicBezTo>
                  <a:cubicBezTo>
                    <a:pt x="2115" y="533"/>
                    <a:pt x="2234" y="422"/>
                    <a:pt x="2240" y="279"/>
                  </a:cubicBezTo>
                  <a:cubicBezTo>
                    <a:pt x="2246" y="133"/>
                    <a:pt x="2133" y="8"/>
                    <a:pt x="1986" y="2"/>
                  </a:cubicBezTo>
                  <a:cubicBezTo>
                    <a:pt x="1957" y="1"/>
                    <a:pt x="1927" y="0"/>
                    <a:pt x="1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9">
              <a:extLst>
                <a:ext uri="{FF2B5EF4-FFF2-40B4-BE49-F238E27FC236}">
                  <a16:creationId xmlns:a16="http://schemas.microsoft.com/office/drawing/2014/main" id="{5393FE6F-127A-F66A-30C8-3C4AA066D186}"/>
                </a:ext>
              </a:extLst>
            </p:cNvPr>
            <p:cNvSpPr/>
            <p:nvPr/>
          </p:nvSpPr>
          <p:spPr>
            <a:xfrm>
              <a:off x="2862721" y="4064115"/>
              <a:ext cx="251144" cy="228922"/>
            </a:xfrm>
            <a:custGeom>
              <a:avLst/>
              <a:gdLst/>
              <a:ahLst/>
              <a:cxnLst/>
              <a:rect l="l" t="t" r="r" b="b"/>
              <a:pathLst>
                <a:path w="7572" h="6902" extrusionOk="0">
                  <a:moveTo>
                    <a:pt x="5880" y="2326"/>
                  </a:moveTo>
                  <a:cubicBezTo>
                    <a:pt x="6519" y="2326"/>
                    <a:pt x="7040" y="2847"/>
                    <a:pt x="7040" y="3487"/>
                  </a:cubicBezTo>
                  <a:cubicBezTo>
                    <a:pt x="7040" y="3749"/>
                    <a:pt x="6953" y="3991"/>
                    <a:pt x="6806" y="4185"/>
                  </a:cubicBezTo>
                  <a:lnTo>
                    <a:pt x="6806" y="3553"/>
                  </a:lnTo>
                  <a:cubicBezTo>
                    <a:pt x="6806" y="3049"/>
                    <a:pt x="6396" y="2639"/>
                    <a:pt x="5893" y="2639"/>
                  </a:cubicBezTo>
                  <a:cubicBezTo>
                    <a:pt x="5389" y="2639"/>
                    <a:pt x="4979" y="3049"/>
                    <a:pt x="4979" y="3553"/>
                  </a:cubicBezTo>
                  <a:lnTo>
                    <a:pt x="4979" y="4218"/>
                  </a:lnTo>
                  <a:cubicBezTo>
                    <a:pt x="4817" y="4019"/>
                    <a:pt x="4719" y="3765"/>
                    <a:pt x="4719" y="3487"/>
                  </a:cubicBezTo>
                  <a:cubicBezTo>
                    <a:pt x="4719" y="2847"/>
                    <a:pt x="5239" y="2326"/>
                    <a:pt x="5880" y="2326"/>
                  </a:cubicBezTo>
                  <a:close/>
                  <a:moveTo>
                    <a:pt x="4714" y="4713"/>
                  </a:moveTo>
                  <a:cubicBezTo>
                    <a:pt x="4796" y="4790"/>
                    <a:pt x="4885" y="4859"/>
                    <a:pt x="4979" y="4919"/>
                  </a:cubicBezTo>
                  <a:lnTo>
                    <a:pt x="4979" y="5676"/>
                  </a:lnTo>
                  <a:lnTo>
                    <a:pt x="4714" y="5676"/>
                  </a:lnTo>
                  <a:lnTo>
                    <a:pt x="4714" y="4713"/>
                  </a:lnTo>
                  <a:close/>
                  <a:moveTo>
                    <a:pt x="1710" y="1"/>
                  </a:moveTo>
                  <a:cubicBezTo>
                    <a:pt x="1207" y="1"/>
                    <a:pt x="797" y="410"/>
                    <a:pt x="797" y="914"/>
                  </a:cubicBezTo>
                  <a:lnTo>
                    <a:pt x="797" y="5676"/>
                  </a:lnTo>
                  <a:lnTo>
                    <a:pt x="532" y="5676"/>
                  </a:lnTo>
                  <a:lnTo>
                    <a:pt x="532" y="4048"/>
                  </a:lnTo>
                  <a:cubicBezTo>
                    <a:pt x="532" y="3901"/>
                    <a:pt x="413" y="3782"/>
                    <a:pt x="267" y="3782"/>
                  </a:cubicBezTo>
                  <a:cubicBezTo>
                    <a:pt x="120" y="3782"/>
                    <a:pt x="1" y="3901"/>
                    <a:pt x="1" y="4048"/>
                  </a:cubicBezTo>
                  <a:lnTo>
                    <a:pt x="1" y="5942"/>
                  </a:lnTo>
                  <a:cubicBezTo>
                    <a:pt x="1" y="6089"/>
                    <a:pt x="120" y="6208"/>
                    <a:pt x="267" y="6208"/>
                  </a:cubicBezTo>
                  <a:lnTo>
                    <a:pt x="1063" y="6208"/>
                  </a:lnTo>
                  <a:cubicBezTo>
                    <a:pt x="1210" y="6208"/>
                    <a:pt x="1328" y="6089"/>
                    <a:pt x="1328" y="5942"/>
                  </a:cubicBezTo>
                  <a:lnTo>
                    <a:pt x="1328" y="914"/>
                  </a:lnTo>
                  <a:cubicBezTo>
                    <a:pt x="1328" y="704"/>
                    <a:pt x="1500" y="532"/>
                    <a:pt x="1710" y="532"/>
                  </a:cubicBezTo>
                  <a:cubicBezTo>
                    <a:pt x="1921" y="532"/>
                    <a:pt x="2092" y="704"/>
                    <a:pt x="2092" y="914"/>
                  </a:cubicBezTo>
                  <a:lnTo>
                    <a:pt x="2092" y="5942"/>
                  </a:lnTo>
                  <a:cubicBezTo>
                    <a:pt x="2092" y="6089"/>
                    <a:pt x="2210" y="6208"/>
                    <a:pt x="2357" y="6208"/>
                  </a:cubicBezTo>
                  <a:lnTo>
                    <a:pt x="3154" y="6208"/>
                  </a:lnTo>
                  <a:cubicBezTo>
                    <a:pt x="3301" y="6208"/>
                    <a:pt x="3420" y="6089"/>
                    <a:pt x="3420" y="5942"/>
                  </a:cubicBezTo>
                  <a:lnTo>
                    <a:pt x="3420" y="2183"/>
                  </a:lnTo>
                  <a:cubicBezTo>
                    <a:pt x="3420" y="1973"/>
                    <a:pt x="3591" y="1803"/>
                    <a:pt x="3802" y="1803"/>
                  </a:cubicBezTo>
                  <a:cubicBezTo>
                    <a:pt x="4012" y="1803"/>
                    <a:pt x="4183" y="1973"/>
                    <a:pt x="4183" y="2183"/>
                  </a:cubicBezTo>
                  <a:lnTo>
                    <a:pt x="4183" y="5942"/>
                  </a:lnTo>
                  <a:cubicBezTo>
                    <a:pt x="4183" y="6089"/>
                    <a:pt x="4302" y="6208"/>
                    <a:pt x="4448" y="6208"/>
                  </a:cubicBezTo>
                  <a:lnTo>
                    <a:pt x="5245" y="6208"/>
                  </a:lnTo>
                  <a:cubicBezTo>
                    <a:pt x="5392" y="6208"/>
                    <a:pt x="5511" y="6089"/>
                    <a:pt x="5511" y="5942"/>
                  </a:cubicBezTo>
                  <a:lnTo>
                    <a:pt x="5511" y="3553"/>
                  </a:lnTo>
                  <a:cubicBezTo>
                    <a:pt x="5511" y="3343"/>
                    <a:pt x="5683" y="3171"/>
                    <a:pt x="5892" y="3171"/>
                  </a:cubicBezTo>
                  <a:cubicBezTo>
                    <a:pt x="6103" y="3171"/>
                    <a:pt x="6274" y="3343"/>
                    <a:pt x="6274" y="3553"/>
                  </a:cubicBezTo>
                  <a:lnTo>
                    <a:pt x="6274" y="6635"/>
                  </a:lnTo>
                  <a:cubicBezTo>
                    <a:pt x="6274" y="6782"/>
                    <a:pt x="6393" y="6901"/>
                    <a:pt x="6540" y="6901"/>
                  </a:cubicBezTo>
                  <a:cubicBezTo>
                    <a:pt x="6687" y="6901"/>
                    <a:pt x="6806" y="6782"/>
                    <a:pt x="6806" y="6635"/>
                  </a:cubicBezTo>
                  <a:lnTo>
                    <a:pt x="6806" y="4903"/>
                  </a:lnTo>
                  <a:cubicBezTo>
                    <a:pt x="7267" y="4600"/>
                    <a:pt x="7572" y="4079"/>
                    <a:pt x="7572" y="3487"/>
                  </a:cubicBezTo>
                  <a:cubicBezTo>
                    <a:pt x="7572" y="2554"/>
                    <a:pt x="6813" y="1794"/>
                    <a:pt x="5880" y="1794"/>
                  </a:cubicBezTo>
                  <a:cubicBezTo>
                    <a:pt x="5428" y="1794"/>
                    <a:pt x="5018" y="1972"/>
                    <a:pt x="4714" y="2260"/>
                  </a:cubicBezTo>
                  <a:lnTo>
                    <a:pt x="4714" y="2183"/>
                  </a:lnTo>
                  <a:cubicBezTo>
                    <a:pt x="4714" y="1680"/>
                    <a:pt x="4305" y="1271"/>
                    <a:pt x="3802" y="1271"/>
                  </a:cubicBezTo>
                  <a:cubicBezTo>
                    <a:pt x="3299" y="1271"/>
                    <a:pt x="2889" y="1680"/>
                    <a:pt x="2889" y="2183"/>
                  </a:cubicBezTo>
                  <a:lnTo>
                    <a:pt x="2889" y="5676"/>
                  </a:lnTo>
                  <a:lnTo>
                    <a:pt x="2624" y="5676"/>
                  </a:lnTo>
                  <a:lnTo>
                    <a:pt x="2624" y="914"/>
                  </a:lnTo>
                  <a:cubicBezTo>
                    <a:pt x="2624" y="410"/>
                    <a:pt x="2214" y="1"/>
                    <a:pt x="1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9">
              <a:extLst>
                <a:ext uri="{FF2B5EF4-FFF2-40B4-BE49-F238E27FC236}">
                  <a16:creationId xmlns:a16="http://schemas.microsoft.com/office/drawing/2014/main" id="{16631779-0344-9A97-D026-10E2C47FEDA5}"/>
                </a:ext>
              </a:extLst>
            </p:cNvPr>
            <p:cNvSpPr/>
            <p:nvPr/>
          </p:nvSpPr>
          <p:spPr>
            <a:xfrm>
              <a:off x="2663783" y="4098775"/>
              <a:ext cx="424677" cy="441260"/>
            </a:xfrm>
            <a:custGeom>
              <a:avLst/>
              <a:gdLst/>
              <a:ahLst/>
              <a:cxnLst/>
              <a:rect l="l" t="t" r="r" b="b"/>
              <a:pathLst>
                <a:path w="12804" h="13304" extrusionOk="0">
                  <a:moveTo>
                    <a:pt x="3290" y="3672"/>
                  </a:moveTo>
                  <a:cubicBezTo>
                    <a:pt x="3637" y="3672"/>
                    <a:pt x="3982" y="3749"/>
                    <a:pt x="4305" y="3900"/>
                  </a:cubicBezTo>
                  <a:cubicBezTo>
                    <a:pt x="4447" y="3968"/>
                    <a:pt x="4581" y="4048"/>
                    <a:pt x="4704" y="4139"/>
                  </a:cubicBezTo>
                  <a:lnTo>
                    <a:pt x="4704" y="4679"/>
                  </a:lnTo>
                  <a:cubicBezTo>
                    <a:pt x="4693" y="4667"/>
                    <a:pt x="4681" y="4655"/>
                    <a:pt x="4670" y="4643"/>
                  </a:cubicBezTo>
                  <a:cubicBezTo>
                    <a:pt x="4618" y="4593"/>
                    <a:pt x="4551" y="4568"/>
                    <a:pt x="4484" y="4568"/>
                  </a:cubicBezTo>
                  <a:cubicBezTo>
                    <a:pt x="4415" y="4568"/>
                    <a:pt x="4346" y="4595"/>
                    <a:pt x="4294" y="4648"/>
                  </a:cubicBezTo>
                  <a:cubicBezTo>
                    <a:pt x="4192" y="4754"/>
                    <a:pt x="4194" y="4922"/>
                    <a:pt x="4299" y="5025"/>
                  </a:cubicBezTo>
                  <a:cubicBezTo>
                    <a:pt x="4456" y="5178"/>
                    <a:pt x="4575" y="5360"/>
                    <a:pt x="4649" y="5569"/>
                  </a:cubicBezTo>
                  <a:cubicBezTo>
                    <a:pt x="4657" y="5589"/>
                    <a:pt x="4664" y="5610"/>
                    <a:pt x="4670" y="5630"/>
                  </a:cubicBezTo>
                  <a:lnTo>
                    <a:pt x="4320" y="5280"/>
                  </a:lnTo>
                  <a:cubicBezTo>
                    <a:pt x="4087" y="5047"/>
                    <a:pt x="3778" y="4919"/>
                    <a:pt x="3448" y="4919"/>
                  </a:cubicBezTo>
                  <a:cubicBezTo>
                    <a:pt x="3120" y="4919"/>
                    <a:pt x="2810" y="5047"/>
                    <a:pt x="2578" y="5280"/>
                  </a:cubicBezTo>
                  <a:cubicBezTo>
                    <a:pt x="2097" y="5761"/>
                    <a:pt x="2097" y="6542"/>
                    <a:pt x="2578" y="7023"/>
                  </a:cubicBezTo>
                  <a:lnTo>
                    <a:pt x="3035" y="7482"/>
                  </a:lnTo>
                  <a:cubicBezTo>
                    <a:pt x="2912" y="7459"/>
                    <a:pt x="2790" y="7421"/>
                    <a:pt x="2673" y="7366"/>
                  </a:cubicBezTo>
                  <a:cubicBezTo>
                    <a:pt x="2323" y="7201"/>
                    <a:pt x="2058" y="6911"/>
                    <a:pt x="1929" y="6547"/>
                  </a:cubicBezTo>
                  <a:cubicBezTo>
                    <a:pt x="1889" y="6439"/>
                    <a:pt x="1787" y="6372"/>
                    <a:pt x="1677" y="6372"/>
                  </a:cubicBezTo>
                  <a:cubicBezTo>
                    <a:pt x="1648" y="6372"/>
                    <a:pt x="1617" y="6377"/>
                    <a:pt x="1588" y="6387"/>
                  </a:cubicBezTo>
                  <a:cubicBezTo>
                    <a:pt x="1450" y="6437"/>
                    <a:pt x="1378" y="6589"/>
                    <a:pt x="1428" y="6728"/>
                  </a:cubicBezTo>
                  <a:cubicBezTo>
                    <a:pt x="1606" y="7224"/>
                    <a:pt x="1968" y="7621"/>
                    <a:pt x="2446" y="7847"/>
                  </a:cubicBezTo>
                  <a:cubicBezTo>
                    <a:pt x="2715" y="7973"/>
                    <a:pt x="3002" y="8037"/>
                    <a:pt x="3289" y="8037"/>
                  </a:cubicBezTo>
                  <a:cubicBezTo>
                    <a:pt x="3382" y="8037"/>
                    <a:pt x="3477" y="8030"/>
                    <a:pt x="3570" y="8016"/>
                  </a:cubicBezTo>
                  <a:lnTo>
                    <a:pt x="3913" y="8360"/>
                  </a:lnTo>
                  <a:cubicBezTo>
                    <a:pt x="3706" y="8416"/>
                    <a:pt x="3497" y="8443"/>
                    <a:pt x="3290" y="8443"/>
                  </a:cubicBezTo>
                  <a:cubicBezTo>
                    <a:pt x="2313" y="8443"/>
                    <a:pt x="1394" y="7837"/>
                    <a:pt x="1045" y="6866"/>
                  </a:cubicBezTo>
                  <a:cubicBezTo>
                    <a:pt x="599" y="5628"/>
                    <a:pt x="1244" y="4260"/>
                    <a:pt x="2481" y="3814"/>
                  </a:cubicBezTo>
                  <a:cubicBezTo>
                    <a:pt x="2745" y="3719"/>
                    <a:pt x="3018" y="3672"/>
                    <a:pt x="3290" y="3672"/>
                  </a:cubicBezTo>
                  <a:close/>
                  <a:moveTo>
                    <a:pt x="5618" y="1"/>
                  </a:moveTo>
                  <a:cubicBezTo>
                    <a:pt x="5114" y="1"/>
                    <a:pt x="4704" y="410"/>
                    <a:pt x="4704" y="915"/>
                  </a:cubicBezTo>
                  <a:lnTo>
                    <a:pt x="4704" y="1370"/>
                  </a:lnTo>
                  <a:lnTo>
                    <a:pt x="3798" y="550"/>
                  </a:lnTo>
                  <a:cubicBezTo>
                    <a:pt x="3676" y="440"/>
                    <a:pt x="3476" y="363"/>
                    <a:pt x="3311" y="363"/>
                  </a:cubicBezTo>
                  <a:lnTo>
                    <a:pt x="813" y="363"/>
                  </a:lnTo>
                  <a:cubicBezTo>
                    <a:pt x="666" y="363"/>
                    <a:pt x="547" y="482"/>
                    <a:pt x="547" y="629"/>
                  </a:cubicBezTo>
                  <a:cubicBezTo>
                    <a:pt x="547" y="776"/>
                    <a:pt x="666" y="894"/>
                    <a:pt x="813" y="894"/>
                  </a:cubicBezTo>
                  <a:lnTo>
                    <a:pt x="3311" y="894"/>
                  </a:lnTo>
                  <a:cubicBezTo>
                    <a:pt x="3342" y="894"/>
                    <a:pt x="3417" y="924"/>
                    <a:pt x="3441" y="944"/>
                  </a:cubicBezTo>
                  <a:lnTo>
                    <a:pt x="4704" y="2087"/>
                  </a:lnTo>
                  <a:lnTo>
                    <a:pt x="4704" y="3509"/>
                  </a:lnTo>
                  <a:cubicBezTo>
                    <a:pt x="4647" y="3477"/>
                    <a:pt x="4590" y="3448"/>
                    <a:pt x="4531" y="3420"/>
                  </a:cubicBezTo>
                  <a:cubicBezTo>
                    <a:pt x="4137" y="3234"/>
                    <a:pt x="3715" y="3140"/>
                    <a:pt x="3291" y="3140"/>
                  </a:cubicBezTo>
                  <a:cubicBezTo>
                    <a:pt x="2958" y="3140"/>
                    <a:pt x="2624" y="3198"/>
                    <a:pt x="2301" y="3314"/>
                  </a:cubicBezTo>
                  <a:cubicBezTo>
                    <a:pt x="788" y="3858"/>
                    <a:pt x="0" y="5532"/>
                    <a:pt x="545" y="7045"/>
                  </a:cubicBezTo>
                  <a:cubicBezTo>
                    <a:pt x="972" y="8234"/>
                    <a:pt x="2096" y="8976"/>
                    <a:pt x="3292" y="8976"/>
                  </a:cubicBezTo>
                  <a:cubicBezTo>
                    <a:pt x="3619" y="8976"/>
                    <a:pt x="3951" y="8920"/>
                    <a:pt x="4276" y="8803"/>
                  </a:cubicBezTo>
                  <a:cubicBezTo>
                    <a:pt x="4295" y="8796"/>
                    <a:pt x="4315" y="8789"/>
                    <a:pt x="4334" y="8780"/>
                  </a:cubicBezTo>
                  <a:lnTo>
                    <a:pt x="4714" y="9160"/>
                  </a:lnTo>
                  <a:cubicBezTo>
                    <a:pt x="4810" y="10265"/>
                    <a:pt x="5607" y="11180"/>
                    <a:pt x="6677" y="11431"/>
                  </a:cubicBezTo>
                  <a:lnTo>
                    <a:pt x="6677" y="12844"/>
                  </a:lnTo>
                  <a:cubicBezTo>
                    <a:pt x="6677" y="13097"/>
                    <a:pt x="6884" y="13303"/>
                    <a:pt x="7136" y="13303"/>
                  </a:cubicBezTo>
                  <a:lnTo>
                    <a:pt x="10373" y="13303"/>
                  </a:lnTo>
                  <a:cubicBezTo>
                    <a:pt x="10625" y="13303"/>
                    <a:pt x="10832" y="13097"/>
                    <a:pt x="10832" y="12844"/>
                  </a:cubicBezTo>
                  <a:lnTo>
                    <a:pt x="10832" y="11431"/>
                  </a:lnTo>
                  <a:cubicBezTo>
                    <a:pt x="11970" y="11162"/>
                    <a:pt x="12804" y="10128"/>
                    <a:pt x="12804" y="8938"/>
                  </a:cubicBezTo>
                  <a:lnTo>
                    <a:pt x="12804" y="7256"/>
                  </a:lnTo>
                  <a:cubicBezTo>
                    <a:pt x="12804" y="7109"/>
                    <a:pt x="12685" y="6991"/>
                    <a:pt x="12538" y="6991"/>
                  </a:cubicBezTo>
                  <a:cubicBezTo>
                    <a:pt x="12391" y="6991"/>
                    <a:pt x="12272" y="7109"/>
                    <a:pt x="12272" y="7256"/>
                  </a:cubicBezTo>
                  <a:lnTo>
                    <a:pt x="12272" y="8938"/>
                  </a:lnTo>
                  <a:cubicBezTo>
                    <a:pt x="12272" y="9943"/>
                    <a:pt x="11523" y="10807"/>
                    <a:pt x="10529" y="10947"/>
                  </a:cubicBezTo>
                  <a:cubicBezTo>
                    <a:pt x="10397" y="10965"/>
                    <a:pt x="10300" y="11077"/>
                    <a:pt x="10300" y="11210"/>
                  </a:cubicBezTo>
                  <a:lnTo>
                    <a:pt x="10300" y="12771"/>
                  </a:lnTo>
                  <a:lnTo>
                    <a:pt x="7209" y="12771"/>
                  </a:lnTo>
                  <a:lnTo>
                    <a:pt x="7209" y="11211"/>
                  </a:lnTo>
                  <a:cubicBezTo>
                    <a:pt x="7209" y="11077"/>
                    <a:pt x="7112" y="10965"/>
                    <a:pt x="6980" y="10947"/>
                  </a:cubicBezTo>
                  <a:cubicBezTo>
                    <a:pt x="6015" y="10811"/>
                    <a:pt x="5282" y="10005"/>
                    <a:pt x="5238" y="9031"/>
                  </a:cubicBezTo>
                  <a:cubicBezTo>
                    <a:pt x="5236" y="8965"/>
                    <a:pt x="5208" y="8902"/>
                    <a:pt x="5161" y="8855"/>
                  </a:cubicBezTo>
                  <a:lnTo>
                    <a:pt x="2952" y="6647"/>
                  </a:lnTo>
                  <a:cubicBezTo>
                    <a:pt x="2679" y="6374"/>
                    <a:pt x="2679" y="5929"/>
                    <a:pt x="2952" y="5656"/>
                  </a:cubicBezTo>
                  <a:cubicBezTo>
                    <a:pt x="3085" y="5524"/>
                    <a:pt x="3261" y="5451"/>
                    <a:pt x="3448" y="5451"/>
                  </a:cubicBezTo>
                  <a:cubicBezTo>
                    <a:pt x="3635" y="5451"/>
                    <a:pt x="3812" y="5524"/>
                    <a:pt x="3943" y="5656"/>
                  </a:cubicBezTo>
                  <a:lnTo>
                    <a:pt x="4782" y="6495"/>
                  </a:lnTo>
                  <a:cubicBezTo>
                    <a:pt x="4833" y="6546"/>
                    <a:pt x="4901" y="6573"/>
                    <a:pt x="4970" y="6573"/>
                  </a:cubicBezTo>
                  <a:cubicBezTo>
                    <a:pt x="5004" y="6573"/>
                    <a:pt x="5039" y="6566"/>
                    <a:pt x="5071" y="6552"/>
                  </a:cubicBezTo>
                  <a:cubicBezTo>
                    <a:pt x="5171" y="6511"/>
                    <a:pt x="5236" y="6414"/>
                    <a:pt x="5236" y="6307"/>
                  </a:cubicBezTo>
                  <a:lnTo>
                    <a:pt x="5236" y="2568"/>
                  </a:lnTo>
                  <a:lnTo>
                    <a:pt x="5399" y="2716"/>
                  </a:lnTo>
                  <a:cubicBezTo>
                    <a:pt x="5449" y="2762"/>
                    <a:pt x="5514" y="2784"/>
                    <a:pt x="5578" y="2784"/>
                  </a:cubicBezTo>
                  <a:cubicBezTo>
                    <a:pt x="5650" y="2784"/>
                    <a:pt x="5722" y="2755"/>
                    <a:pt x="5775" y="2697"/>
                  </a:cubicBezTo>
                  <a:cubicBezTo>
                    <a:pt x="5873" y="2588"/>
                    <a:pt x="5864" y="2420"/>
                    <a:pt x="5755" y="2321"/>
                  </a:cubicBezTo>
                  <a:lnTo>
                    <a:pt x="5236" y="1851"/>
                  </a:lnTo>
                  <a:lnTo>
                    <a:pt x="5236" y="915"/>
                  </a:lnTo>
                  <a:cubicBezTo>
                    <a:pt x="5236" y="704"/>
                    <a:pt x="5407" y="533"/>
                    <a:pt x="5618" y="533"/>
                  </a:cubicBezTo>
                  <a:cubicBezTo>
                    <a:pt x="5828" y="533"/>
                    <a:pt x="5999" y="704"/>
                    <a:pt x="5999" y="915"/>
                  </a:cubicBezTo>
                  <a:lnTo>
                    <a:pt x="5999" y="1442"/>
                  </a:lnTo>
                  <a:cubicBezTo>
                    <a:pt x="5999" y="1589"/>
                    <a:pt x="6118" y="1708"/>
                    <a:pt x="6265" y="1708"/>
                  </a:cubicBezTo>
                  <a:cubicBezTo>
                    <a:pt x="6411" y="1708"/>
                    <a:pt x="6530" y="1589"/>
                    <a:pt x="6530" y="1442"/>
                  </a:cubicBezTo>
                  <a:lnTo>
                    <a:pt x="6530" y="915"/>
                  </a:lnTo>
                  <a:cubicBezTo>
                    <a:pt x="6530" y="410"/>
                    <a:pt x="6121" y="1"/>
                    <a:pt x="5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9">
              <a:extLst>
                <a:ext uri="{FF2B5EF4-FFF2-40B4-BE49-F238E27FC236}">
                  <a16:creationId xmlns:a16="http://schemas.microsoft.com/office/drawing/2014/main" id="{5C65AAF4-E4EA-6E0F-1B86-C01ED29F01FE}"/>
                </a:ext>
              </a:extLst>
            </p:cNvPr>
            <p:cNvSpPr/>
            <p:nvPr/>
          </p:nvSpPr>
          <p:spPr>
            <a:xfrm>
              <a:off x="2854098" y="4319140"/>
              <a:ext cx="82056" cy="105605"/>
            </a:xfrm>
            <a:custGeom>
              <a:avLst/>
              <a:gdLst/>
              <a:ahLst/>
              <a:cxnLst/>
              <a:rect l="l" t="t" r="r" b="b"/>
              <a:pathLst>
                <a:path w="2474" h="3184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011" y="532"/>
                  </a:lnTo>
                  <a:cubicBezTo>
                    <a:pt x="1525" y="532"/>
                    <a:pt x="1941" y="950"/>
                    <a:pt x="1941" y="1463"/>
                  </a:cubicBezTo>
                  <a:lnTo>
                    <a:pt x="1941" y="2918"/>
                  </a:lnTo>
                  <a:cubicBezTo>
                    <a:pt x="1941" y="3065"/>
                    <a:pt x="2061" y="3184"/>
                    <a:pt x="2207" y="3184"/>
                  </a:cubicBezTo>
                  <a:cubicBezTo>
                    <a:pt x="2354" y="3184"/>
                    <a:pt x="2473" y="3065"/>
                    <a:pt x="2473" y="2918"/>
                  </a:cubicBezTo>
                  <a:lnTo>
                    <a:pt x="2473" y="1463"/>
                  </a:lnTo>
                  <a:cubicBezTo>
                    <a:pt x="2473" y="656"/>
                    <a:pt x="1817" y="1"/>
                    <a:pt x="1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9">
              <a:extLst>
                <a:ext uri="{FF2B5EF4-FFF2-40B4-BE49-F238E27FC236}">
                  <a16:creationId xmlns:a16="http://schemas.microsoft.com/office/drawing/2014/main" id="{6FB44AD5-5261-4508-4378-300BB98F09A4}"/>
                </a:ext>
              </a:extLst>
            </p:cNvPr>
            <p:cNvSpPr/>
            <p:nvPr/>
          </p:nvSpPr>
          <p:spPr>
            <a:xfrm>
              <a:off x="26455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5459"/>
                  </a:lnTo>
                  <a:cubicBezTo>
                    <a:pt x="0" y="5606"/>
                    <a:pt x="119" y="5725"/>
                    <a:pt x="266" y="5725"/>
                  </a:cubicBezTo>
                  <a:cubicBezTo>
                    <a:pt x="413" y="5725"/>
                    <a:pt x="532" y="5606"/>
                    <a:pt x="532" y="5459"/>
                  </a:cubicBezTo>
                  <a:lnTo>
                    <a:pt x="532" y="533"/>
                  </a:lnTo>
                  <a:lnTo>
                    <a:pt x="5458" y="533"/>
                  </a:lnTo>
                  <a:cubicBezTo>
                    <a:pt x="5605" y="533"/>
                    <a:pt x="5724" y="414"/>
                    <a:pt x="5724" y="267"/>
                  </a:cubicBezTo>
                  <a:cubicBezTo>
                    <a:pt x="5724" y="120"/>
                    <a:pt x="5605" y="1"/>
                    <a:pt x="5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9">
              <a:extLst>
                <a:ext uri="{FF2B5EF4-FFF2-40B4-BE49-F238E27FC236}">
                  <a16:creationId xmlns:a16="http://schemas.microsoft.com/office/drawing/2014/main" id="{6D4D1445-DD98-6F63-988D-A213E326A946}"/>
                </a:ext>
              </a:extLst>
            </p:cNvPr>
            <p:cNvSpPr/>
            <p:nvPr/>
          </p:nvSpPr>
          <p:spPr>
            <a:xfrm>
              <a:off x="2645541" y="4414098"/>
              <a:ext cx="189884" cy="189917"/>
            </a:xfrm>
            <a:custGeom>
              <a:avLst/>
              <a:gdLst/>
              <a:ahLst/>
              <a:cxnLst/>
              <a:rect l="l" t="t" r="r" b="b"/>
              <a:pathLst>
                <a:path w="5725" h="5726" extrusionOk="0">
                  <a:moveTo>
                    <a:pt x="266" y="0"/>
                  </a:moveTo>
                  <a:cubicBezTo>
                    <a:pt x="119" y="0"/>
                    <a:pt x="0" y="120"/>
                    <a:pt x="0" y="266"/>
                  </a:cubicBezTo>
                  <a:lnTo>
                    <a:pt x="0" y="5460"/>
                  </a:lnTo>
                  <a:cubicBezTo>
                    <a:pt x="0" y="5606"/>
                    <a:pt x="119" y="5726"/>
                    <a:pt x="266" y="5726"/>
                  </a:cubicBezTo>
                  <a:lnTo>
                    <a:pt x="5458" y="5726"/>
                  </a:lnTo>
                  <a:cubicBezTo>
                    <a:pt x="5605" y="5726"/>
                    <a:pt x="5724" y="5606"/>
                    <a:pt x="5724" y="5460"/>
                  </a:cubicBezTo>
                  <a:cubicBezTo>
                    <a:pt x="5724" y="5312"/>
                    <a:pt x="5605" y="5194"/>
                    <a:pt x="5458" y="5194"/>
                  </a:cubicBezTo>
                  <a:lnTo>
                    <a:pt x="532" y="5194"/>
                  </a:lnTo>
                  <a:lnTo>
                    <a:pt x="532" y="266"/>
                  </a:lnTo>
                  <a:cubicBezTo>
                    <a:pt x="532" y="120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9">
              <a:extLst>
                <a:ext uri="{FF2B5EF4-FFF2-40B4-BE49-F238E27FC236}">
                  <a16:creationId xmlns:a16="http://schemas.microsoft.com/office/drawing/2014/main" id="{94A8C0F8-9738-04A6-18DC-AC4B447B9EEE}"/>
                </a:ext>
              </a:extLst>
            </p:cNvPr>
            <p:cNvSpPr/>
            <p:nvPr/>
          </p:nvSpPr>
          <p:spPr>
            <a:xfrm>
              <a:off x="2998841" y="4001992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5194" y="532"/>
                  </a:lnTo>
                  <a:lnTo>
                    <a:pt x="5194" y="5459"/>
                  </a:lnTo>
                  <a:cubicBezTo>
                    <a:pt x="5194" y="5606"/>
                    <a:pt x="5312" y="5725"/>
                    <a:pt x="5459" y="5725"/>
                  </a:cubicBezTo>
                  <a:cubicBezTo>
                    <a:pt x="5606" y="5725"/>
                    <a:pt x="5725" y="5606"/>
                    <a:pt x="5725" y="5459"/>
                  </a:cubicBezTo>
                  <a:lnTo>
                    <a:pt x="5725" y="266"/>
                  </a:lnTo>
                  <a:cubicBezTo>
                    <a:pt x="5725" y="120"/>
                    <a:pt x="5606" y="1"/>
                    <a:pt x="5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9">
              <a:extLst>
                <a:ext uri="{FF2B5EF4-FFF2-40B4-BE49-F238E27FC236}">
                  <a16:creationId xmlns:a16="http://schemas.microsoft.com/office/drawing/2014/main" id="{E5B63AD8-751F-D88E-60DE-F2FCC75C264D}"/>
                </a:ext>
              </a:extLst>
            </p:cNvPr>
            <p:cNvSpPr/>
            <p:nvPr/>
          </p:nvSpPr>
          <p:spPr>
            <a:xfrm>
              <a:off x="2998841" y="4414098"/>
              <a:ext cx="189884" cy="189884"/>
            </a:xfrm>
            <a:custGeom>
              <a:avLst/>
              <a:gdLst/>
              <a:ahLst/>
              <a:cxnLst/>
              <a:rect l="l" t="t" r="r" b="b"/>
              <a:pathLst>
                <a:path w="5725" h="5725" extrusionOk="0">
                  <a:moveTo>
                    <a:pt x="5459" y="0"/>
                  </a:moveTo>
                  <a:cubicBezTo>
                    <a:pt x="5312" y="0"/>
                    <a:pt x="5194" y="120"/>
                    <a:pt x="5194" y="266"/>
                  </a:cubicBezTo>
                  <a:lnTo>
                    <a:pt x="5194" y="5194"/>
                  </a:lnTo>
                  <a:lnTo>
                    <a:pt x="266" y="5194"/>
                  </a:lnTo>
                  <a:cubicBezTo>
                    <a:pt x="120" y="5194"/>
                    <a:pt x="1" y="5312"/>
                    <a:pt x="1" y="5460"/>
                  </a:cubicBezTo>
                  <a:cubicBezTo>
                    <a:pt x="1" y="5605"/>
                    <a:pt x="120" y="5725"/>
                    <a:pt x="266" y="5725"/>
                  </a:cubicBezTo>
                  <a:lnTo>
                    <a:pt x="5459" y="5725"/>
                  </a:lnTo>
                  <a:cubicBezTo>
                    <a:pt x="5606" y="5725"/>
                    <a:pt x="5725" y="5605"/>
                    <a:pt x="5725" y="5460"/>
                  </a:cubicBezTo>
                  <a:lnTo>
                    <a:pt x="5725" y="266"/>
                  </a:lnTo>
                  <a:cubicBezTo>
                    <a:pt x="5725" y="120"/>
                    <a:pt x="5606" y="0"/>
                    <a:pt x="5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9">
              <a:extLst>
                <a:ext uri="{FF2B5EF4-FFF2-40B4-BE49-F238E27FC236}">
                  <a16:creationId xmlns:a16="http://schemas.microsoft.com/office/drawing/2014/main" id="{E147D4D6-9F61-B21B-FF05-620E9C82B290}"/>
                </a:ext>
              </a:extLst>
            </p:cNvPr>
            <p:cNvSpPr/>
            <p:nvPr/>
          </p:nvSpPr>
          <p:spPr>
            <a:xfrm>
              <a:off x="3073136" y="4486967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2067" y="533"/>
                  </a:lnTo>
                  <a:cubicBezTo>
                    <a:pt x="2213" y="533"/>
                    <a:pt x="2333" y="413"/>
                    <a:pt x="2333" y="267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9">
              <a:extLst>
                <a:ext uri="{FF2B5EF4-FFF2-40B4-BE49-F238E27FC236}">
                  <a16:creationId xmlns:a16="http://schemas.microsoft.com/office/drawing/2014/main" id="{FFEF5E41-A04F-7A97-716C-9A6815829527}"/>
                </a:ext>
              </a:extLst>
            </p:cNvPr>
            <p:cNvSpPr/>
            <p:nvPr/>
          </p:nvSpPr>
          <p:spPr>
            <a:xfrm>
              <a:off x="3073136" y="4516851"/>
              <a:ext cx="77380" cy="17645"/>
            </a:xfrm>
            <a:custGeom>
              <a:avLst/>
              <a:gdLst/>
              <a:ahLst/>
              <a:cxnLst/>
              <a:rect l="l" t="t" r="r" b="b"/>
              <a:pathLst>
                <a:path w="2333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19"/>
                    <a:pt x="2213" y="0"/>
                    <a:pt x="2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9">
              <a:extLst>
                <a:ext uri="{FF2B5EF4-FFF2-40B4-BE49-F238E27FC236}">
                  <a16:creationId xmlns:a16="http://schemas.microsoft.com/office/drawing/2014/main" id="{D1629850-F616-6EBE-B957-99B76AEB8AF9}"/>
                </a:ext>
              </a:extLst>
            </p:cNvPr>
            <p:cNvSpPr/>
            <p:nvPr/>
          </p:nvSpPr>
          <p:spPr>
            <a:xfrm>
              <a:off x="3073136" y="4546702"/>
              <a:ext cx="77380" cy="17678"/>
            </a:xfrm>
            <a:custGeom>
              <a:avLst/>
              <a:gdLst/>
              <a:ahLst/>
              <a:cxnLst/>
              <a:rect l="l" t="t" r="r" b="b"/>
              <a:pathLst>
                <a:path w="233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67" y="532"/>
                  </a:lnTo>
                  <a:cubicBezTo>
                    <a:pt x="2213" y="532"/>
                    <a:pt x="2333" y="413"/>
                    <a:pt x="2333" y="266"/>
                  </a:cubicBezTo>
                  <a:cubicBezTo>
                    <a:pt x="2333" y="120"/>
                    <a:pt x="2213" y="1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9">
              <a:extLst>
                <a:ext uri="{FF2B5EF4-FFF2-40B4-BE49-F238E27FC236}">
                  <a16:creationId xmlns:a16="http://schemas.microsoft.com/office/drawing/2014/main" id="{DE0A2F2E-BB0B-EC1E-045C-D6C74C6F52DE}"/>
                </a:ext>
              </a:extLst>
            </p:cNvPr>
            <p:cNvSpPr/>
            <p:nvPr/>
          </p:nvSpPr>
          <p:spPr>
            <a:xfrm>
              <a:off x="306776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9" y="128"/>
                    <a:pt x="1" y="197"/>
                    <a:pt x="1" y="267"/>
                  </a:cubicBezTo>
                  <a:cubicBezTo>
                    <a:pt x="1" y="337"/>
                    <a:pt x="29" y="405"/>
                    <a:pt x="79" y="455"/>
                  </a:cubicBezTo>
                  <a:cubicBezTo>
                    <a:pt x="128" y="504"/>
                    <a:pt x="197" y="533"/>
                    <a:pt x="267" y="533"/>
                  </a:cubicBezTo>
                  <a:cubicBezTo>
                    <a:pt x="337" y="533"/>
                    <a:pt x="405" y="504"/>
                    <a:pt x="454" y="455"/>
                  </a:cubicBezTo>
                  <a:cubicBezTo>
                    <a:pt x="505" y="405"/>
                    <a:pt x="532" y="337"/>
                    <a:pt x="532" y="267"/>
                  </a:cubicBezTo>
                  <a:cubicBezTo>
                    <a:pt x="532" y="197"/>
                    <a:pt x="505" y="128"/>
                    <a:pt x="454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9">
              <a:extLst>
                <a:ext uri="{FF2B5EF4-FFF2-40B4-BE49-F238E27FC236}">
                  <a16:creationId xmlns:a16="http://schemas.microsoft.com/office/drawing/2014/main" id="{E3C47590-5837-F5D0-EAEF-296D9AB4D695}"/>
                </a:ext>
              </a:extLst>
            </p:cNvPr>
            <p:cNvSpPr/>
            <p:nvPr/>
          </p:nvSpPr>
          <p:spPr>
            <a:xfrm>
              <a:off x="3100333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8" y="504"/>
                    <a:pt x="196" y="533"/>
                    <a:pt x="266" y="533"/>
                  </a:cubicBezTo>
                  <a:cubicBezTo>
                    <a:pt x="336" y="533"/>
                    <a:pt x="404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9">
              <a:extLst>
                <a:ext uri="{FF2B5EF4-FFF2-40B4-BE49-F238E27FC236}">
                  <a16:creationId xmlns:a16="http://schemas.microsoft.com/office/drawing/2014/main" id="{CBDC3FC0-16B1-AC24-1F31-79A2B7A38468}"/>
                </a:ext>
              </a:extLst>
            </p:cNvPr>
            <p:cNvSpPr/>
            <p:nvPr/>
          </p:nvSpPr>
          <p:spPr>
            <a:xfrm>
              <a:off x="3132871" y="40415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7"/>
                    <a:pt x="28" y="405"/>
                    <a:pt x="78" y="455"/>
                  </a:cubicBezTo>
                  <a:cubicBezTo>
                    <a:pt x="128" y="504"/>
                    <a:pt x="196" y="533"/>
                    <a:pt x="267" y="533"/>
                  </a:cubicBezTo>
                  <a:cubicBezTo>
                    <a:pt x="337" y="533"/>
                    <a:pt x="404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4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9">
              <a:extLst>
                <a:ext uri="{FF2B5EF4-FFF2-40B4-BE49-F238E27FC236}">
                  <a16:creationId xmlns:a16="http://schemas.microsoft.com/office/drawing/2014/main" id="{BBD41FFF-CAE9-D6C6-FECF-73E7BC37F957}"/>
                </a:ext>
              </a:extLst>
            </p:cNvPr>
            <p:cNvSpPr/>
            <p:nvPr/>
          </p:nvSpPr>
          <p:spPr>
            <a:xfrm>
              <a:off x="2686569" y="4504579"/>
              <a:ext cx="59801" cy="59801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1270" y="531"/>
                  </a:moveTo>
                  <a:lnTo>
                    <a:pt x="1270" y="1271"/>
                  </a:lnTo>
                  <a:lnTo>
                    <a:pt x="531" y="1271"/>
                  </a:lnTo>
                  <a:lnTo>
                    <a:pt x="531" y="531"/>
                  </a:lnTo>
                  <a:close/>
                  <a:moveTo>
                    <a:pt x="443" y="0"/>
                  </a:moveTo>
                  <a:cubicBezTo>
                    <a:pt x="198" y="0"/>
                    <a:pt x="0" y="199"/>
                    <a:pt x="0" y="443"/>
                  </a:cubicBezTo>
                  <a:lnTo>
                    <a:pt x="0" y="1360"/>
                  </a:lnTo>
                  <a:cubicBezTo>
                    <a:pt x="0" y="1604"/>
                    <a:pt x="198" y="1802"/>
                    <a:pt x="443" y="1802"/>
                  </a:cubicBezTo>
                  <a:lnTo>
                    <a:pt x="1360" y="1802"/>
                  </a:lnTo>
                  <a:cubicBezTo>
                    <a:pt x="1603" y="1802"/>
                    <a:pt x="1802" y="1604"/>
                    <a:pt x="1802" y="1360"/>
                  </a:cubicBezTo>
                  <a:lnTo>
                    <a:pt x="1802" y="443"/>
                  </a:lnTo>
                  <a:cubicBezTo>
                    <a:pt x="1802" y="199"/>
                    <a:pt x="1603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9">
              <a:extLst>
                <a:ext uri="{FF2B5EF4-FFF2-40B4-BE49-F238E27FC236}">
                  <a16:creationId xmlns:a16="http://schemas.microsoft.com/office/drawing/2014/main" id="{E50020F3-E657-6DAF-9ED0-63BE847B9866}"/>
                </a:ext>
              </a:extLst>
            </p:cNvPr>
            <p:cNvSpPr/>
            <p:nvPr/>
          </p:nvSpPr>
          <p:spPr>
            <a:xfrm>
              <a:off x="2681892" y="4086636"/>
              <a:ext cx="106435" cy="17645"/>
            </a:xfrm>
            <a:custGeom>
              <a:avLst/>
              <a:gdLst/>
              <a:ahLst/>
              <a:cxnLst/>
              <a:rect l="l" t="t" r="r" b="b"/>
              <a:pathLst>
                <a:path w="320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942" y="531"/>
                  </a:lnTo>
                  <a:cubicBezTo>
                    <a:pt x="3089" y="531"/>
                    <a:pt x="3208" y="412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9">
              <a:extLst>
                <a:ext uri="{FF2B5EF4-FFF2-40B4-BE49-F238E27FC236}">
                  <a16:creationId xmlns:a16="http://schemas.microsoft.com/office/drawing/2014/main" id="{57162400-C958-BFD9-645A-88F9E4349BD7}"/>
                </a:ext>
              </a:extLst>
            </p:cNvPr>
            <p:cNvSpPr/>
            <p:nvPr/>
          </p:nvSpPr>
          <p:spPr>
            <a:xfrm>
              <a:off x="2681892" y="4062423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9">
              <a:extLst>
                <a:ext uri="{FF2B5EF4-FFF2-40B4-BE49-F238E27FC236}">
                  <a16:creationId xmlns:a16="http://schemas.microsoft.com/office/drawing/2014/main" id="{A5E67F8C-54EC-6D14-F333-805C6C228344}"/>
                </a:ext>
              </a:extLst>
            </p:cNvPr>
            <p:cNvSpPr/>
            <p:nvPr/>
          </p:nvSpPr>
          <p:spPr>
            <a:xfrm>
              <a:off x="2681892" y="4038244"/>
              <a:ext cx="106435" cy="17678"/>
            </a:xfrm>
            <a:custGeom>
              <a:avLst/>
              <a:gdLst/>
              <a:ahLst/>
              <a:cxnLst/>
              <a:rect l="l" t="t" r="r" b="b"/>
              <a:pathLst>
                <a:path w="3209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942" y="532"/>
                  </a:lnTo>
                  <a:cubicBezTo>
                    <a:pt x="3089" y="532"/>
                    <a:pt x="3208" y="413"/>
                    <a:pt x="3208" y="266"/>
                  </a:cubicBezTo>
                  <a:cubicBezTo>
                    <a:pt x="3208" y="119"/>
                    <a:pt x="3089" y="0"/>
                    <a:pt x="2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0" name="Google Shape;2140;p59">
            <a:extLst>
              <a:ext uri="{FF2B5EF4-FFF2-40B4-BE49-F238E27FC236}">
                <a16:creationId xmlns:a16="http://schemas.microsoft.com/office/drawing/2014/main" id="{28008B64-38C8-DBB9-7110-43D8331B04B0}"/>
              </a:ext>
            </a:extLst>
          </p:cNvPr>
          <p:cNvGrpSpPr/>
          <p:nvPr/>
        </p:nvGrpSpPr>
        <p:grpSpPr>
          <a:xfrm>
            <a:off x="1011700" y="1197775"/>
            <a:ext cx="76825" cy="76800"/>
            <a:chOff x="3104875" y="1099400"/>
            <a:chExt cx="76825" cy="76800"/>
          </a:xfrm>
        </p:grpSpPr>
        <p:sp>
          <p:nvSpPr>
            <p:cNvPr id="2141" name="Google Shape;2141;p59">
              <a:extLst>
                <a:ext uri="{FF2B5EF4-FFF2-40B4-BE49-F238E27FC236}">
                  <a16:creationId xmlns:a16="http://schemas.microsoft.com/office/drawing/2014/main" id="{2A7A186D-436A-8CD5-7BC2-5009092F0DD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9">
              <a:extLst>
                <a:ext uri="{FF2B5EF4-FFF2-40B4-BE49-F238E27FC236}">
                  <a16:creationId xmlns:a16="http://schemas.microsoft.com/office/drawing/2014/main" id="{A6950F27-CC7D-3AF9-CEA1-129F5C774EC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3" name="Google Shape;2143;p59">
            <a:extLst>
              <a:ext uri="{FF2B5EF4-FFF2-40B4-BE49-F238E27FC236}">
                <a16:creationId xmlns:a16="http://schemas.microsoft.com/office/drawing/2014/main" id="{FAE4D420-7C23-1641-6B26-5EBB275CDA96}"/>
              </a:ext>
            </a:extLst>
          </p:cNvPr>
          <p:cNvGrpSpPr/>
          <p:nvPr/>
        </p:nvGrpSpPr>
        <p:grpSpPr>
          <a:xfrm>
            <a:off x="7230363" y="422723"/>
            <a:ext cx="76825" cy="76800"/>
            <a:chOff x="3104875" y="1099400"/>
            <a:chExt cx="76825" cy="76800"/>
          </a:xfrm>
        </p:grpSpPr>
        <p:sp>
          <p:nvSpPr>
            <p:cNvPr id="2144" name="Google Shape;2144;p59">
              <a:extLst>
                <a:ext uri="{FF2B5EF4-FFF2-40B4-BE49-F238E27FC236}">
                  <a16:creationId xmlns:a16="http://schemas.microsoft.com/office/drawing/2014/main" id="{8AA06754-26F7-7941-D344-7195CFE848B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9">
              <a:extLst>
                <a:ext uri="{FF2B5EF4-FFF2-40B4-BE49-F238E27FC236}">
                  <a16:creationId xmlns:a16="http://schemas.microsoft.com/office/drawing/2014/main" id="{2CC04EB1-05EB-85A6-D923-37F7DBC517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6" name="Google Shape;2146;p59">
            <a:extLst>
              <a:ext uri="{FF2B5EF4-FFF2-40B4-BE49-F238E27FC236}">
                <a16:creationId xmlns:a16="http://schemas.microsoft.com/office/drawing/2014/main" id="{8E7D6A4F-81CA-94F8-BBBB-B3FA76A4701D}"/>
              </a:ext>
            </a:extLst>
          </p:cNvPr>
          <p:cNvGrpSpPr/>
          <p:nvPr/>
        </p:nvGrpSpPr>
        <p:grpSpPr>
          <a:xfrm>
            <a:off x="7149100" y="4197150"/>
            <a:ext cx="76825" cy="76800"/>
            <a:chOff x="3104875" y="1099400"/>
            <a:chExt cx="76825" cy="76800"/>
          </a:xfrm>
        </p:grpSpPr>
        <p:sp>
          <p:nvSpPr>
            <p:cNvPr id="2147" name="Google Shape;2147;p59">
              <a:extLst>
                <a:ext uri="{FF2B5EF4-FFF2-40B4-BE49-F238E27FC236}">
                  <a16:creationId xmlns:a16="http://schemas.microsoft.com/office/drawing/2014/main" id="{F7F02B63-11EE-76F8-E460-BABC7F2192A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9">
              <a:extLst>
                <a:ext uri="{FF2B5EF4-FFF2-40B4-BE49-F238E27FC236}">
                  <a16:creationId xmlns:a16="http://schemas.microsoft.com/office/drawing/2014/main" id="{6C33AE60-1AAF-DA37-696E-972679F0ED5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49" name="Google Shape;2149;p59">
            <a:extLst>
              <a:ext uri="{FF2B5EF4-FFF2-40B4-BE49-F238E27FC236}">
                <a16:creationId xmlns:a16="http://schemas.microsoft.com/office/drawing/2014/main" id="{FBD18189-43FE-73E3-8002-4CAD585B6F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245558" y="402887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0" name="Google Shape;2150;p59">
            <a:extLst>
              <a:ext uri="{FF2B5EF4-FFF2-40B4-BE49-F238E27FC236}">
                <a16:creationId xmlns:a16="http://schemas.microsoft.com/office/drawing/2014/main" id="{0F145D60-8231-97D4-94E3-D95DFCCCC2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913061">
            <a:off x="8124770" y="3670401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1" name="Google Shape;2151;p59">
            <a:extLst>
              <a:ext uri="{FF2B5EF4-FFF2-40B4-BE49-F238E27FC236}">
                <a16:creationId xmlns:a16="http://schemas.microsoft.com/office/drawing/2014/main" id="{E185154D-72DC-B409-F56B-FD7761F76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9084173">
            <a:off x="-15382" y="1426384"/>
            <a:ext cx="1175231" cy="763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804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>
          <a:extLst>
            <a:ext uri="{FF2B5EF4-FFF2-40B4-BE49-F238E27FC236}">
              <a16:creationId xmlns:a16="http://schemas.microsoft.com/office/drawing/2014/main" id="{2E8182FA-0582-073D-FE43-8A3AF687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" name="Google Shape;1997;p58">
            <a:extLst>
              <a:ext uri="{FF2B5EF4-FFF2-40B4-BE49-F238E27FC236}">
                <a16:creationId xmlns:a16="http://schemas.microsoft.com/office/drawing/2014/main" id="{12915E3E-D7D6-F13B-EF6F-B2F722EBFF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295">
            <a:off x="7629705" y="-125658"/>
            <a:ext cx="1573807" cy="151731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58">
            <a:extLst>
              <a:ext uri="{FF2B5EF4-FFF2-40B4-BE49-F238E27FC236}">
                <a16:creationId xmlns:a16="http://schemas.microsoft.com/office/drawing/2014/main" id="{471286DE-E21B-E38C-DAE2-05F4A17BF9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Feature</a:t>
            </a:r>
            <a:r>
              <a:rPr lang="pl-PL" dirty="0"/>
              <a:t> Engineering</a:t>
            </a:r>
            <a:endParaRPr dirty="0"/>
          </a:p>
        </p:txBody>
      </p:sp>
      <p:sp>
        <p:nvSpPr>
          <p:cNvPr id="1999" name="Google Shape;1999;p58">
            <a:extLst>
              <a:ext uri="{FF2B5EF4-FFF2-40B4-BE49-F238E27FC236}">
                <a16:creationId xmlns:a16="http://schemas.microsoft.com/office/drawing/2014/main" id="{382961F1-DED5-0933-0E2F-305D8ABA940A}"/>
              </a:ext>
            </a:extLst>
          </p:cNvPr>
          <p:cNvSpPr/>
          <p:nvPr/>
        </p:nvSpPr>
        <p:spPr>
          <a:xfrm>
            <a:off x="6409538" y="1392671"/>
            <a:ext cx="1652700" cy="6387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0" name="Google Shape;2000;p58">
            <a:extLst>
              <a:ext uri="{FF2B5EF4-FFF2-40B4-BE49-F238E27FC236}">
                <a16:creationId xmlns:a16="http://schemas.microsoft.com/office/drawing/2014/main" id="{5944B2D8-13D5-76E0-4C53-202116669FC7}"/>
              </a:ext>
            </a:extLst>
          </p:cNvPr>
          <p:cNvSpPr/>
          <p:nvPr/>
        </p:nvSpPr>
        <p:spPr>
          <a:xfrm>
            <a:off x="6409357" y="2124108"/>
            <a:ext cx="1652700" cy="6387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58">
            <a:extLst>
              <a:ext uri="{FF2B5EF4-FFF2-40B4-BE49-F238E27FC236}">
                <a16:creationId xmlns:a16="http://schemas.microsoft.com/office/drawing/2014/main" id="{C5F7B278-E33E-1E7C-DADC-5B15D086039E}"/>
              </a:ext>
            </a:extLst>
          </p:cNvPr>
          <p:cNvSpPr/>
          <p:nvPr/>
        </p:nvSpPr>
        <p:spPr>
          <a:xfrm>
            <a:off x="6409357" y="2855545"/>
            <a:ext cx="1652936" cy="6387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2" name="Google Shape;2002;p58">
            <a:extLst>
              <a:ext uri="{FF2B5EF4-FFF2-40B4-BE49-F238E27FC236}">
                <a16:creationId xmlns:a16="http://schemas.microsoft.com/office/drawing/2014/main" id="{B5D0D5BB-9141-E781-B78C-1A5895994598}"/>
              </a:ext>
            </a:extLst>
          </p:cNvPr>
          <p:cNvSpPr txBox="1"/>
          <p:nvPr/>
        </p:nvSpPr>
        <p:spPr>
          <a:xfrm>
            <a:off x="1128841" y="1469771"/>
            <a:ext cx="349786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steps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e.g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., log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transform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target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encoding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),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SMOTENC to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balance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by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oversampling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minority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respecting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chosen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classifier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model (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e.g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.,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Logistic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etc.).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3" name="Google Shape;2003;p58">
            <a:extLst>
              <a:ext uri="{FF2B5EF4-FFF2-40B4-BE49-F238E27FC236}">
                <a16:creationId xmlns:a16="http://schemas.microsoft.com/office/drawing/2014/main" id="{3D9E89DA-E196-26C9-991B-668EE9B4C99B}"/>
              </a:ext>
            </a:extLst>
          </p:cNvPr>
          <p:cNvSpPr txBox="1"/>
          <p:nvPr/>
        </p:nvSpPr>
        <p:spPr>
          <a:xfrm>
            <a:off x="4391017" y="1469771"/>
            <a:ext cx="179094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Define</a:t>
            </a:r>
            <a:r>
              <a:rPr lang="pl-PL" sz="12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the Modeling </a:t>
            </a:r>
            <a:r>
              <a:rPr lang="pl-PL" sz="12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Pipeline</a:t>
            </a:r>
            <a:endParaRPr sz="12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04" name="Google Shape;2004;p58">
            <a:extLst>
              <a:ext uri="{FF2B5EF4-FFF2-40B4-BE49-F238E27FC236}">
                <a16:creationId xmlns:a16="http://schemas.microsoft.com/office/drawing/2014/main" id="{1F675C57-9D29-9504-F6B5-542663E5B82A}"/>
              </a:ext>
            </a:extLst>
          </p:cNvPr>
          <p:cNvSpPr txBox="1"/>
          <p:nvPr/>
        </p:nvSpPr>
        <p:spPr>
          <a:xfrm>
            <a:off x="1128840" y="2201207"/>
            <a:ext cx="363072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GridSearchCV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Set: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Parameter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param_grid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with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proper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prefix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classifier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__)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Scoring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metric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balanced_accuracy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(to handle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imbalance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7-fold cross-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lang="pl-PL"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Parallel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processing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pl-PL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n_jobs</a:t>
            </a:r>
            <a:r>
              <a:rPr lang="pl-PL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=-1)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5" name="Google Shape;2005;p58">
            <a:extLst>
              <a:ext uri="{FF2B5EF4-FFF2-40B4-BE49-F238E27FC236}">
                <a16:creationId xmlns:a16="http://schemas.microsoft.com/office/drawing/2014/main" id="{EF11FCA5-2D62-5FE8-9AC3-131EFA040842}"/>
              </a:ext>
            </a:extLst>
          </p:cNvPr>
          <p:cNvSpPr txBox="1"/>
          <p:nvPr/>
        </p:nvSpPr>
        <p:spPr>
          <a:xfrm>
            <a:off x="4626707" y="2201207"/>
            <a:ext cx="155525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Grid Search for Hyperparameter Tuning</a:t>
            </a:r>
            <a:endParaRPr sz="105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06" name="Google Shape;2006;p58">
            <a:extLst>
              <a:ext uri="{FF2B5EF4-FFF2-40B4-BE49-F238E27FC236}">
                <a16:creationId xmlns:a16="http://schemas.microsoft.com/office/drawing/2014/main" id="{1E83C16E-5463-2639-C724-87B4FEABF69C}"/>
              </a:ext>
            </a:extLst>
          </p:cNvPr>
          <p:cNvSpPr txBox="1"/>
          <p:nvPr/>
        </p:nvSpPr>
        <p:spPr>
          <a:xfrm>
            <a:off x="1128840" y="2932643"/>
            <a:ext cx="340042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Fit the full pipeline (preprocessing + SMOTE + classifier) with cross-validation</a:t>
            </a:r>
            <a:endParaRPr lang="pl-PL"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During this step, both hyperparameter tuning and class balancing are handled automatically within each fold.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7" name="Google Shape;2007;p58">
            <a:extLst>
              <a:ext uri="{FF2B5EF4-FFF2-40B4-BE49-F238E27FC236}">
                <a16:creationId xmlns:a16="http://schemas.microsoft.com/office/drawing/2014/main" id="{86661D3D-621A-0BCF-8ADD-5AA91E1A6A12}"/>
              </a:ext>
            </a:extLst>
          </p:cNvPr>
          <p:cNvSpPr txBox="1"/>
          <p:nvPr/>
        </p:nvSpPr>
        <p:spPr>
          <a:xfrm>
            <a:off x="4724882" y="2932643"/>
            <a:ext cx="1457086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Train and Tune the Model</a:t>
            </a:r>
            <a:endParaRPr sz="1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008" name="Google Shape;2008;p58">
            <a:extLst>
              <a:ext uri="{FF2B5EF4-FFF2-40B4-BE49-F238E27FC236}">
                <a16:creationId xmlns:a16="http://schemas.microsoft.com/office/drawing/2014/main" id="{FAB0FCFE-DB84-D331-44E6-11E32D65C076}"/>
              </a:ext>
            </a:extLst>
          </p:cNvPr>
          <p:cNvCxnSpPr>
            <a:cxnSpLocks/>
            <a:stCxn id="2003" idx="3"/>
            <a:endCxn id="1999" idx="1"/>
          </p:cNvCxnSpPr>
          <p:nvPr/>
        </p:nvCxnSpPr>
        <p:spPr>
          <a:xfrm>
            <a:off x="6181966" y="1712021"/>
            <a:ext cx="227572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009" name="Google Shape;2009;p58">
            <a:extLst>
              <a:ext uri="{FF2B5EF4-FFF2-40B4-BE49-F238E27FC236}">
                <a16:creationId xmlns:a16="http://schemas.microsoft.com/office/drawing/2014/main" id="{88A6E3CA-71B5-6D43-DDF1-9AB6147AA9DB}"/>
              </a:ext>
            </a:extLst>
          </p:cNvPr>
          <p:cNvCxnSpPr>
            <a:cxnSpLocks/>
            <a:stCxn id="2005" idx="3"/>
            <a:endCxn id="2000" idx="1"/>
          </p:cNvCxnSpPr>
          <p:nvPr/>
        </p:nvCxnSpPr>
        <p:spPr>
          <a:xfrm>
            <a:off x="6181966" y="2443457"/>
            <a:ext cx="227391" cy="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010" name="Google Shape;2010;p58">
            <a:extLst>
              <a:ext uri="{FF2B5EF4-FFF2-40B4-BE49-F238E27FC236}">
                <a16:creationId xmlns:a16="http://schemas.microsoft.com/office/drawing/2014/main" id="{879CA1C8-888F-0293-3349-954D600F29CD}"/>
              </a:ext>
            </a:extLst>
          </p:cNvPr>
          <p:cNvCxnSpPr>
            <a:cxnSpLocks/>
            <a:stCxn id="2007" idx="3"/>
            <a:endCxn id="2001" idx="1"/>
          </p:cNvCxnSpPr>
          <p:nvPr/>
        </p:nvCxnSpPr>
        <p:spPr>
          <a:xfrm>
            <a:off x="6181968" y="3174893"/>
            <a:ext cx="227389" cy="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2011" name="Google Shape;2011;p58">
            <a:extLst>
              <a:ext uri="{FF2B5EF4-FFF2-40B4-BE49-F238E27FC236}">
                <a16:creationId xmlns:a16="http://schemas.microsoft.com/office/drawing/2014/main" id="{4E5A28DE-D69D-A2E5-7920-952564BAEEEF}"/>
              </a:ext>
            </a:extLst>
          </p:cNvPr>
          <p:cNvGrpSpPr/>
          <p:nvPr/>
        </p:nvGrpSpPr>
        <p:grpSpPr>
          <a:xfrm>
            <a:off x="1279932" y="968946"/>
            <a:ext cx="76825" cy="76800"/>
            <a:chOff x="3104875" y="1099400"/>
            <a:chExt cx="76825" cy="76800"/>
          </a:xfrm>
        </p:grpSpPr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B9D9366D-EF78-B876-87AD-66EE0A7CE4F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979A917-6BE5-DEAC-CC2B-3496D13AE11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58">
            <a:extLst>
              <a:ext uri="{FF2B5EF4-FFF2-40B4-BE49-F238E27FC236}">
                <a16:creationId xmlns:a16="http://schemas.microsoft.com/office/drawing/2014/main" id="{29681CCD-4D31-1C5B-4F6A-AB3DFA66B3D3}"/>
              </a:ext>
            </a:extLst>
          </p:cNvPr>
          <p:cNvGrpSpPr/>
          <p:nvPr/>
        </p:nvGrpSpPr>
        <p:grpSpPr>
          <a:xfrm>
            <a:off x="5958157" y="1045746"/>
            <a:ext cx="76825" cy="76800"/>
            <a:chOff x="3104875" y="1099400"/>
            <a:chExt cx="76825" cy="76800"/>
          </a:xfrm>
        </p:grpSpPr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909260E8-D0EB-CEFB-DAF5-19673FC077A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996DCCA6-1264-1CAB-05B8-B8EAD951EE6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20" name="Google Shape;2020;p58">
            <a:extLst>
              <a:ext uri="{FF2B5EF4-FFF2-40B4-BE49-F238E27FC236}">
                <a16:creationId xmlns:a16="http://schemas.microsoft.com/office/drawing/2014/main" id="{861D06DD-34FC-1E46-988E-BC0C63B55F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6">
            <a:off x="39728" y="3922325"/>
            <a:ext cx="1115441" cy="10539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2" name="Google Shape;2022;p58">
            <a:extLst>
              <a:ext uri="{FF2B5EF4-FFF2-40B4-BE49-F238E27FC236}">
                <a16:creationId xmlns:a16="http://schemas.microsoft.com/office/drawing/2014/main" id="{77764F32-2A90-3B46-E0D0-4EF356DDFF26}"/>
              </a:ext>
            </a:extLst>
          </p:cNvPr>
          <p:cNvGrpSpPr/>
          <p:nvPr/>
        </p:nvGrpSpPr>
        <p:grpSpPr>
          <a:xfrm>
            <a:off x="7384544" y="2214864"/>
            <a:ext cx="395192" cy="457186"/>
            <a:chOff x="1246535" y="1431577"/>
            <a:chExt cx="525871" cy="601957"/>
          </a:xfrm>
        </p:grpSpPr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42AB9CEB-1580-8033-57EC-736E803C5516}"/>
                </a:ext>
              </a:extLst>
            </p:cNvPr>
            <p:cNvSpPr/>
            <p:nvPr/>
          </p:nvSpPr>
          <p:spPr>
            <a:xfrm>
              <a:off x="1350250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2" y="1017"/>
                  </a:lnTo>
                  <a:lnTo>
                    <a:pt x="532" y="532"/>
                  </a:lnTo>
                  <a:close/>
                  <a:moveTo>
                    <a:pt x="373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7" y="1549"/>
                    <a:pt x="373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1BFD0A73-BC6B-B377-A3F3-B48AA5EE7815}"/>
                </a:ext>
              </a:extLst>
            </p:cNvPr>
            <p:cNvSpPr/>
            <p:nvPr/>
          </p:nvSpPr>
          <p:spPr>
            <a:xfrm>
              <a:off x="1460798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3" y="1017"/>
                  </a:lnTo>
                  <a:lnTo>
                    <a:pt x="533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8" y="1549"/>
                    <a:pt x="372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A3CAC611-7A76-FBC2-B36D-A066329D64C1}"/>
                </a:ext>
              </a:extLst>
            </p:cNvPr>
            <p:cNvSpPr/>
            <p:nvPr/>
          </p:nvSpPr>
          <p:spPr>
            <a:xfrm>
              <a:off x="1338807" y="1985342"/>
              <a:ext cx="56352" cy="17645"/>
            </a:xfrm>
            <a:custGeom>
              <a:avLst/>
              <a:gdLst/>
              <a:ahLst/>
              <a:cxnLst/>
              <a:rect l="l" t="t" r="r" b="b"/>
              <a:pathLst>
                <a:path w="1699" h="532" extrusionOk="0">
                  <a:moveTo>
                    <a:pt x="267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7" y="532"/>
                  </a:cubicBezTo>
                  <a:lnTo>
                    <a:pt x="1432" y="532"/>
                  </a:lnTo>
                  <a:cubicBezTo>
                    <a:pt x="1579" y="532"/>
                    <a:pt x="1698" y="413"/>
                    <a:pt x="1698" y="266"/>
                  </a:cubicBezTo>
                  <a:cubicBezTo>
                    <a:pt x="1698" y="119"/>
                    <a:pt x="1579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10C70102-ECBD-DE07-3EA0-D15C086DA29A}"/>
                </a:ext>
              </a:extLst>
            </p:cNvPr>
            <p:cNvSpPr/>
            <p:nvPr/>
          </p:nvSpPr>
          <p:spPr>
            <a:xfrm>
              <a:off x="1464446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4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386CE463-69C1-89FA-6E0E-0BAFD363D006}"/>
                </a:ext>
              </a:extLst>
            </p:cNvPr>
            <p:cNvSpPr/>
            <p:nvPr/>
          </p:nvSpPr>
          <p:spPr>
            <a:xfrm>
              <a:off x="1499902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7" y="0"/>
                    <a:pt x="128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4"/>
                    <a:pt x="77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66465370-C56A-2AD2-0259-462E99703B58}"/>
                </a:ext>
              </a:extLst>
            </p:cNvPr>
            <p:cNvSpPr/>
            <p:nvPr/>
          </p:nvSpPr>
          <p:spPr>
            <a:xfrm>
              <a:off x="1535358" y="198534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5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4"/>
                    <a:pt x="77" y="454"/>
                  </a:cubicBezTo>
                  <a:cubicBezTo>
                    <a:pt x="127" y="503"/>
                    <a:pt x="195" y="532"/>
                    <a:pt x="265" y="532"/>
                  </a:cubicBezTo>
                  <a:cubicBezTo>
                    <a:pt x="335" y="532"/>
                    <a:pt x="404" y="503"/>
                    <a:pt x="453" y="454"/>
                  </a:cubicBezTo>
                  <a:cubicBezTo>
                    <a:pt x="503" y="405"/>
                    <a:pt x="531" y="336"/>
                    <a:pt x="531" y="266"/>
                  </a:cubicBezTo>
                  <a:cubicBezTo>
                    <a:pt x="531" y="196"/>
                    <a:pt x="503" y="127"/>
                    <a:pt x="453" y="78"/>
                  </a:cubicBezTo>
                  <a:cubicBezTo>
                    <a:pt x="404" y="29"/>
                    <a:pt x="335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F6E04B11-CE91-3A19-E25B-2551911BB5C8}"/>
                </a:ext>
              </a:extLst>
            </p:cNvPr>
            <p:cNvSpPr/>
            <p:nvPr/>
          </p:nvSpPr>
          <p:spPr>
            <a:xfrm>
              <a:off x="1403186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9" y="78"/>
                  </a:cubicBezTo>
                  <a:cubicBezTo>
                    <a:pt x="28" y="128"/>
                    <a:pt x="0" y="195"/>
                    <a:pt x="0" y="266"/>
                  </a:cubicBezTo>
                  <a:cubicBezTo>
                    <a:pt x="0" y="336"/>
                    <a:pt x="28" y="405"/>
                    <a:pt x="79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5"/>
                    <a:pt x="504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25425B18-54FD-0D20-FBB9-5A7A5BD88ADB}"/>
                </a:ext>
              </a:extLst>
            </p:cNvPr>
            <p:cNvSpPr/>
            <p:nvPr/>
          </p:nvSpPr>
          <p:spPr>
            <a:xfrm>
              <a:off x="1438608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8" y="78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8"/>
                    <a:pt x="455" y="78"/>
                  </a:cubicBezTo>
                  <a:cubicBezTo>
                    <a:pt x="405" y="28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8">
              <a:extLst>
                <a:ext uri="{FF2B5EF4-FFF2-40B4-BE49-F238E27FC236}">
                  <a16:creationId xmlns:a16="http://schemas.microsoft.com/office/drawing/2014/main" id="{FD8F39FA-D2A5-1B52-669F-678AA29AA1A6}"/>
                </a:ext>
              </a:extLst>
            </p:cNvPr>
            <p:cNvSpPr/>
            <p:nvPr/>
          </p:nvSpPr>
          <p:spPr>
            <a:xfrm>
              <a:off x="1474065" y="1571776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8">
              <a:extLst>
                <a:ext uri="{FF2B5EF4-FFF2-40B4-BE49-F238E27FC236}">
                  <a16:creationId xmlns:a16="http://schemas.microsoft.com/office/drawing/2014/main" id="{42023458-D727-9646-7AC7-F945A6340097}"/>
                </a:ext>
              </a:extLst>
            </p:cNvPr>
            <p:cNvSpPr/>
            <p:nvPr/>
          </p:nvSpPr>
          <p:spPr>
            <a:xfrm>
              <a:off x="1246535" y="1431577"/>
              <a:ext cx="525871" cy="601957"/>
            </a:xfrm>
            <a:custGeom>
              <a:avLst/>
              <a:gdLst/>
              <a:ahLst/>
              <a:cxnLst/>
              <a:rect l="l" t="t" r="r" b="b"/>
              <a:pathLst>
                <a:path w="15855" h="18149" extrusionOk="0">
                  <a:moveTo>
                    <a:pt x="6931" y="1864"/>
                  </a:moveTo>
                  <a:cubicBezTo>
                    <a:pt x="6946" y="1864"/>
                    <a:pt x="6963" y="1865"/>
                    <a:pt x="6978" y="1865"/>
                  </a:cubicBezTo>
                  <a:lnTo>
                    <a:pt x="6978" y="2585"/>
                  </a:lnTo>
                  <a:lnTo>
                    <a:pt x="5137" y="2585"/>
                  </a:lnTo>
                  <a:lnTo>
                    <a:pt x="5137" y="1865"/>
                  </a:lnTo>
                  <a:cubicBezTo>
                    <a:pt x="5153" y="1864"/>
                    <a:pt x="5169" y="1864"/>
                    <a:pt x="5185" y="1864"/>
                  </a:cubicBezTo>
                  <a:close/>
                  <a:moveTo>
                    <a:pt x="15323" y="532"/>
                  </a:moveTo>
                  <a:lnTo>
                    <a:pt x="15323" y="3925"/>
                  </a:lnTo>
                  <a:lnTo>
                    <a:pt x="11009" y="3925"/>
                  </a:lnTo>
                  <a:cubicBezTo>
                    <a:pt x="10933" y="3925"/>
                    <a:pt x="10860" y="3958"/>
                    <a:pt x="10809" y="4016"/>
                  </a:cubicBezTo>
                  <a:lnTo>
                    <a:pt x="10263" y="4640"/>
                  </a:lnTo>
                  <a:lnTo>
                    <a:pt x="10263" y="532"/>
                  </a:lnTo>
                  <a:close/>
                  <a:moveTo>
                    <a:pt x="11140" y="6825"/>
                  </a:moveTo>
                  <a:cubicBezTo>
                    <a:pt x="11384" y="6825"/>
                    <a:pt x="11583" y="7023"/>
                    <a:pt x="11583" y="7268"/>
                  </a:cubicBezTo>
                  <a:lnTo>
                    <a:pt x="11583" y="9382"/>
                  </a:lnTo>
                  <a:cubicBezTo>
                    <a:pt x="11583" y="9626"/>
                    <a:pt x="11384" y="9824"/>
                    <a:pt x="11140" y="9824"/>
                  </a:cubicBezTo>
                  <a:lnTo>
                    <a:pt x="10986" y="9824"/>
                  </a:lnTo>
                  <a:cubicBezTo>
                    <a:pt x="10995" y="9711"/>
                    <a:pt x="11000" y="9595"/>
                    <a:pt x="11000" y="9479"/>
                  </a:cubicBezTo>
                  <a:lnTo>
                    <a:pt x="11000" y="6825"/>
                  </a:lnTo>
                  <a:close/>
                  <a:moveTo>
                    <a:pt x="8826" y="5935"/>
                  </a:moveTo>
                  <a:cubicBezTo>
                    <a:pt x="9221" y="5935"/>
                    <a:pt x="9543" y="6256"/>
                    <a:pt x="9543" y="6651"/>
                  </a:cubicBezTo>
                  <a:lnTo>
                    <a:pt x="9543" y="9287"/>
                  </a:lnTo>
                  <a:cubicBezTo>
                    <a:pt x="9543" y="9681"/>
                    <a:pt x="9222" y="10003"/>
                    <a:pt x="8826" y="10003"/>
                  </a:cubicBezTo>
                  <a:lnTo>
                    <a:pt x="8245" y="10003"/>
                  </a:lnTo>
                  <a:cubicBezTo>
                    <a:pt x="8153" y="9545"/>
                    <a:pt x="7747" y="9200"/>
                    <a:pt x="7263" y="9200"/>
                  </a:cubicBezTo>
                  <a:lnTo>
                    <a:pt x="4940" y="9200"/>
                  </a:lnTo>
                  <a:cubicBezTo>
                    <a:pt x="4454" y="9200"/>
                    <a:pt x="4049" y="9545"/>
                    <a:pt x="3957" y="10003"/>
                  </a:cubicBezTo>
                  <a:lnTo>
                    <a:pt x="3376" y="10003"/>
                  </a:lnTo>
                  <a:cubicBezTo>
                    <a:pt x="2981" y="10003"/>
                    <a:pt x="2660" y="9681"/>
                    <a:pt x="2660" y="9287"/>
                  </a:cubicBezTo>
                  <a:lnTo>
                    <a:pt x="2660" y="6651"/>
                  </a:lnTo>
                  <a:cubicBezTo>
                    <a:pt x="2660" y="6256"/>
                    <a:pt x="2981" y="5935"/>
                    <a:pt x="3376" y="5935"/>
                  </a:cubicBezTo>
                  <a:close/>
                  <a:moveTo>
                    <a:pt x="7263" y="9731"/>
                  </a:moveTo>
                  <a:cubicBezTo>
                    <a:pt x="7522" y="9731"/>
                    <a:pt x="7734" y="9942"/>
                    <a:pt x="7734" y="10202"/>
                  </a:cubicBezTo>
                  <a:cubicBezTo>
                    <a:pt x="7734" y="10462"/>
                    <a:pt x="7522" y="10673"/>
                    <a:pt x="7263" y="10673"/>
                  </a:cubicBezTo>
                  <a:lnTo>
                    <a:pt x="4940" y="10673"/>
                  </a:lnTo>
                  <a:cubicBezTo>
                    <a:pt x="4680" y="10673"/>
                    <a:pt x="4469" y="10462"/>
                    <a:pt x="4469" y="10202"/>
                  </a:cubicBezTo>
                  <a:cubicBezTo>
                    <a:pt x="4469" y="9942"/>
                    <a:pt x="4680" y="9731"/>
                    <a:pt x="4940" y="9731"/>
                  </a:cubicBezTo>
                  <a:close/>
                  <a:moveTo>
                    <a:pt x="2619" y="2962"/>
                  </a:moveTo>
                  <a:lnTo>
                    <a:pt x="2619" y="5660"/>
                  </a:lnTo>
                  <a:cubicBezTo>
                    <a:pt x="2321" y="5889"/>
                    <a:pt x="2128" y="6248"/>
                    <a:pt x="2128" y="6651"/>
                  </a:cubicBezTo>
                  <a:lnTo>
                    <a:pt x="2128" y="9287"/>
                  </a:lnTo>
                  <a:cubicBezTo>
                    <a:pt x="2128" y="9691"/>
                    <a:pt x="2321" y="10050"/>
                    <a:pt x="2619" y="10278"/>
                  </a:cubicBezTo>
                  <a:lnTo>
                    <a:pt x="2619" y="11900"/>
                  </a:lnTo>
                  <a:cubicBezTo>
                    <a:pt x="2017" y="11269"/>
                    <a:pt x="1646" y="10417"/>
                    <a:pt x="1646" y="9479"/>
                  </a:cubicBezTo>
                  <a:lnTo>
                    <a:pt x="1646" y="5383"/>
                  </a:lnTo>
                  <a:cubicBezTo>
                    <a:pt x="1646" y="4446"/>
                    <a:pt x="2017" y="3594"/>
                    <a:pt x="2619" y="2962"/>
                  </a:cubicBezTo>
                  <a:close/>
                  <a:moveTo>
                    <a:pt x="7510" y="1911"/>
                  </a:moveTo>
                  <a:cubicBezTo>
                    <a:pt x="8044" y="1999"/>
                    <a:pt x="8539" y="2207"/>
                    <a:pt x="8965" y="2506"/>
                  </a:cubicBezTo>
                  <a:lnTo>
                    <a:pt x="8965" y="3403"/>
                  </a:lnTo>
                  <a:cubicBezTo>
                    <a:pt x="8965" y="3550"/>
                    <a:pt x="9083" y="3669"/>
                    <a:pt x="9230" y="3669"/>
                  </a:cubicBezTo>
                  <a:cubicBezTo>
                    <a:pt x="9378" y="3669"/>
                    <a:pt x="9496" y="3550"/>
                    <a:pt x="9496" y="3403"/>
                  </a:cubicBezTo>
                  <a:lnTo>
                    <a:pt x="9496" y="2962"/>
                  </a:lnTo>
                  <a:cubicBezTo>
                    <a:pt x="9579" y="3050"/>
                    <a:pt x="9657" y="3140"/>
                    <a:pt x="9730" y="3234"/>
                  </a:cubicBezTo>
                  <a:lnTo>
                    <a:pt x="9730" y="5128"/>
                  </a:lnTo>
                  <a:cubicBezTo>
                    <a:pt x="9730" y="5386"/>
                    <a:pt x="9898" y="5503"/>
                    <a:pt x="10054" y="5503"/>
                  </a:cubicBezTo>
                  <a:cubicBezTo>
                    <a:pt x="10126" y="5503"/>
                    <a:pt x="10235" y="5478"/>
                    <a:pt x="10340" y="5358"/>
                  </a:cubicBezTo>
                  <a:lnTo>
                    <a:pt x="10464" y="5216"/>
                  </a:lnTo>
                  <a:cubicBezTo>
                    <a:pt x="10467" y="5272"/>
                    <a:pt x="10468" y="5327"/>
                    <a:pt x="10468" y="5383"/>
                  </a:cubicBezTo>
                  <a:lnTo>
                    <a:pt x="10468" y="9479"/>
                  </a:lnTo>
                  <a:lnTo>
                    <a:pt x="10469" y="9479"/>
                  </a:lnTo>
                  <a:cubicBezTo>
                    <a:pt x="10469" y="10416"/>
                    <a:pt x="10098" y="11269"/>
                    <a:pt x="9497" y="11900"/>
                  </a:cubicBezTo>
                  <a:lnTo>
                    <a:pt x="9497" y="10339"/>
                  </a:lnTo>
                  <a:cubicBezTo>
                    <a:pt x="9844" y="10117"/>
                    <a:pt x="10075" y="9729"/>
                    <a:pt x="10075" y="9286"/>
                  </a:cubicBezTo>
                  <a:lnTo>
                    <a:pt x="10075" y="6651"/>
                  </a:lnTo>
                  <a:cubicBezTo>
                    <a:pt x="10075" y="6210"/>
                    <a:pt x="9844" y="5821"/>
                    <a:pt x="9497" y="5599"/>
                  </a:cubicBezTo>
                  <a:lnTo>
                    <a:pt x="9497" y="4892"/>
                  </a:lnTo>
                  <a:cubicBezTo>
                    <a:pt x="9497" y="4745"/>
                    <a:pt x="9378" y="4626"/>
                    <a:pt x="9231" y="4626"/>
                  </a:cubicBezTo>
                  <a:cubicBezTo>
                    <a:pt x="9083" y="4626"/>
                    <a:pt x="8965" y="4745"/>
                    <a:pt x="8965" y="4892"/>
                  </a:cubicBezTo>
                  <a:lnTo>
                    <a:pt x="8965" y="5411"/>
                  </a:lnTo>
                  <a:cubicBezTo>
                    <a:pt x="8919" y="5406"/>
                    <a:pt x="8873" y="5403"/>
                    <a:pt x="8826" y="5403"/>
                  </a:cubicBezTo>
                  <a:lnTo>
                    <a:pt x="3376" y="5403"/>
                  </a:lnTo>
                  <a:cubicBezTo>
                    <a:pt x="3299" y="5403"/>
                    <a:pt x="3223" y="5410"/>
                    <a:pt x="3151" y="5424"/>
                  </a:cubicBezTo>
                  <a:lnTo>
                    <a:pt x="3151" y="2504"/>
                  </a:lnTo>
                  <a:cubicBezTo>
                    <a:pt x="3577" y="2207"/>
                    <a:pt x="4070" y="1999"/>
                    <a:pt x="4605" y="1911"/>
                  </a:cubicBezTo>
                  <a:lnTo>
                    <a:pt x="4605" y="2608"/>
                  </a:lnTo>
                  <a:cubicBezTo>
                    <a:pt x="4605" y="2888"/>
                    <a:pt x="4833" y="3115"/>
                    <a:pt x="5114" y="3115"/>
                  </a:cubicBezTo>
                  <a:lnTo>
                    <a:pt x="7001" y="3115"/>
                  </a:lnTo>
                  <a:cubicBezTo>
                    <a:pt x="7282" y="3115"/>
                    <a:pt x="7510" y="2887"/>
                    <a:pt x="7510" y="2608"/>
                  </a:cubicBezTo>
                  <a:lnTo>
                    <a:pt x="7510" y="1911"/>
                  </a:lnTo>
                  <a:close/>
                  <a:moveTo>
                    <a:pt x="3151" y="10514"/>
                  </a:moveTo>
                  <a:cubicBezTo>
                    <a:pt x="3223" y="10527"/>
                    <a:pt x="3299" y="10535"/>
                    <a:pt x="3376" y="10535"/>
                  </a:cubicBezTo>
                  <a:lnTo>
                    <a:pt x="3993" y="10535"/>
                  </a:lnTo>
                  <a:cubicBezTo>
                    <a:pt x="4131" y="10925"/>
                    <a:pt x="4504" y="11205"/>
                    <a:pt x="4939" y="11205"/>
                  </a:cubicBezTo>
                  <a:lnTo>
                    <a:pt x="7263" y="11205"/>
                  </a:lnTo>
                  <a:cubicBezTo>
                    <a:pt x="7699" y="11205"/>
                    <a:pt x="8071" y="10925"/>
                    <a:pt x="8208" y="10535"/>
                  </a:cubicBezTo>
                  <a:lnTo>
                    <a:pt x="8826" y="10535"/>
                  </a:lnTo>
                  <a:cubicBezTo>
                    <a:pt x="8873" y="10535"/>
                    <a:pt x="8919" y="10533"/>
                    <a:pt x="8965" y="10527"/>
                  </a:cubicBezTo>
                  <a:lnTo>
                    <a:pt x="8965" y="12357"/>
                  </a:lnTo>
                  <a:cubicBezTo>
                    <a:pt x="8389" y="12761"/>
                    <a:pt x="7688" y="12999"/>
                    <a:pt x="6931" y="12999"/>
                  </a:cubicBezTo>
                  <a:lnTo>
                    <a:pt x="5185" y="12999"/>
                  </a:lnTo>
                  <a:cubicBezTo>
                    <a:pt x="4428" y="12999"/>
                    <a:pt x="3727" y="12761"/>
                    <a:pt x="3151" y="12357"/>
                  </a:cubicBezTo>
                  <a:lnTo>
                    <a:pt x="3151" y="10514"/>
                  </a:lnTo>
                  <a:close/>
                  <a:moveTo>
                    <a:pt x="7516" y="13489"/>
                  </a:moveTo>
                  <a:lnTo>
                    <a:pt x="7516" y="14261"/>
                  </a:lnTo>
                  <a:lnTo>
                    <a:pt x="4599" y="14261"/>
                  </a:lnTo>
                  <a:lnTo>
                    <a:pt x="4599" y="13489"/>
                  </a:lnTo>
                  <a:cubicBezTo>
                    <a:pt x="4790" y="13515"/>
                    <a:pt x="4986" y="13531"/>
                    <a:pt x="5185" y="13531"/>
                  </a:cubicBezTo>
                  <a:lnTo>
                    <a:pt x="6931" y="13531"/>
                  </a:lnTo>
                  <a:cubicBezTo>
                    <a:pt x="7129" y="13531"/>
                    <a:pt x="7325" y="13515"/>
                    <a:pt x="7516" y="13489"/>
                  </a:cubicBezTo>
                  <a:close/>
                  <a:moveTo>
                    <a:pt x="9365" y="16295"/>
                  </a:moveTo>
                  <a:cubicBezTo>
                    <a:pt x="9631" y="16295"/>
                    <a:pt x="9849" y="16509"/>
                    <a:pt x="9849" y="16774"/>
                  </a:cubicBezTo>
                  <a:lnTo>
                    <a:pt x="9849" y="17618"/>
                  </a:lnTo>
                  <a:lnTo>
                    <a:pt x="2267" y="17618"/>
                  </a:lnTo>
                  <a:lnTo>
                    <a:pt x="2267" y="16774"/>
                  </a:lnTo>
                  <a:cubicBezTo>
                    <a:pt x="2267" y="16509"/>
                    <a:pt x="2483" y="16295"/>
                    <a:pt x="2750" y="16295"/>
                  </a:cubicBezTo>
                  <a:close/>
                  <a:moveTo>
                    <a:pt x="10215" y="0"/>
                  </a:moveTo>
                  <a:cubicBezTo>
                    <a:pt x="9948" y="0"/>
                    <a:pt x="9731" y="217"/>
                    <a:pt x="9731" y="484"/>
                  </a:cubicBezTo>
                  <a:lnTo>
                    <a:pt x="9731" y="2447"/>
                  </a:lnTo>
                  <a:cubicBezTo>
                    <a:pt x="9001" y="1757"/>
                    <a:pt x="8014" y="1332"/>
                    <a:pt x="6931" y="1332"/>
                  </a:cubicBezTo>
                  <a:lnTo>
                    <a:pt x="5185" y="1332"/>
                  </a:lnTo>
                  <a:cubicBezTo>
                    <a:pt x="2940" y="1332"/>
                    <a:pt x="1115" y="3149"/>
                    <a:pt x="1115" y="5383"/>
                  </a:cubicBezTo>
                  <a:lnTo>
                    <a:pt x="1115" y="6293"/>
                  </a:lnTo>
                  <a:lnTo>
                    <a:pt x="975" y="6293"/>
                  </a:lnTo>
                  <a:cubicBezTo>
                    <a:pt x="438" y="6293"/>
                    <a:pt x="0" y="6731"/>
                    <a:pt x="0" y="7268"/>
                  </a:cubicBezTo>
                  <a:lnTo>
                    <a:pt x="0" y="7657"/>
                  </a:lnTo>
                  <a:cubicBezTo>
                    <a:pt x="0" y="7803"/>
                    <a:pt x="120" y="7923"/>
                    <a:pt x="266" y="7923"/>
                  </a:cubicBezTo>
                  <a:cubicBezTo>
                    <a:pt x="413" y="7923"/>
                    <a:pt x="532" y="7803"/>
                    <a:pt x="532" y="7657"/>
                  </a:cubicBezTo>
                  <a:lnTo>
                    <a:pt x="532" y="7269"/>
                  </a:lnTo>
                  <a:cubicBezTo>
                    <a:pt x="532" y="7024"/>
                    <a:pt x="730" y="6825"/>
                    <a:pt x="975" y="6825"/>
                  </a:cubicBezTo>
                  <a:lnTo>
                    <a:pt x="1115" y="6825"/>
                  </a:lnTo>
                  <a:lnTo>
                    <a:pt x="1115" y="9479"/>
                  </a:lnTo>
                  <a:cubicBezTo>
                    <a:pt x="1115" y="9595"/>
                    <a:pt x="1120" y="9711"/>
                    <a:pt x="1130" y="9825"/>
                  </a:cubicBezTo>
                  <a:lnTo>
                    <a:pt x="975" y="9825"/>
                  </a:lnTo>
                  <a:cubicBezTo>
                    <a:pt x="730" y="9825"/>
                    <a:pt x="532" y="9626"/>
                    <a:pt x="532" y="9382"/>
                  </a:cubicBezTo>
                  <a:lnTo>
                    <a:pt x="532" y="9040"/>
                  </a:lnTo>
                  <a:cubicBezTo>
                    <a:pt x="532" y="8893"/>
                    <a:pt x="413" y="8774"/>
                    <a:pt x="266" y="8774"/>
                  </a:cubicBezTo>
                  <a:cubicBezTo>
                    <a:pt x="120" y="8774"/>
                    <a:pt x="0" y="8893"/>
                    <a:pt x="0" y="9040"/>
                  </a:cubicBezTo>
                  <a:lnTo>
                    <a:pt x="0" y="9382"/>
                  </a:lnTo>
                  <a:cubicBezTo>
                    <a:pt x="0" y="9920"/>
                    <a:pt x="438" y="10356"/>
                    <a:pt x="975" y="10356"/>
                  </a:cubicBezTo>
                  <a:lnTo>
                    <a:pt x="1211" y="10356"/>
                  </a:lnTo>
                  <a:cubicBezTo>
                    <a:pt x="1534" y="11808"/>
                    <a:pt x="2642" y="12970"/>
                    <a:pt x="4067" y="13376"/>
                  </a:cubicBezTo>
                  <a:lnTo>
                    <a:pt x="4067" y="14261"/>
                  </a:lnTo>
                  <a:lnTo>
                    <a:pt x="1363" y="14261"/>
                  </a:lnTo>
                  <a:cubicBezTo>
                    <a:pt x="630" y="14261"/>
                    <a:pt x="33" y="14854"/>
                    <a:pt x="33" y="15585"/>
                  </a:cubicBezTo>
                  <a:lnTo>
                    <a:pt x="33" y="17883"/>
                  </a:lnTo>
                  <a:cubicBezTo>
                    <a:pt x="33" y="18030"/>
                    <a:pt x="152" y="18149"/>
                    <a:pt x="299" y="18149"/>
                  </a:cubicBezTo>
                  <a:lnTo>
                    <a:pt x="11816" y="18149"/>
                  </a:lnTo>
                  <a:cubicBezTo>
                    <a:pt x="11963" y="18149"/>
                    <a:pt x="12082" y="18030"/>
                    <a:pt x="12082" y="17883"/>
                  </a:cubicBezTo>
                  <a:lnTo>
                    <a:pt x="12082" y="15585"/>
                  </a:lnTo>
                  <a:cubicBezTo>
                    <a:pt x="12082" y="14854"/>
                    <a:pt x="11486" y="14261"/>
                    <a:pt x="10753" y="14261"/>
                  </a:cubicBezTo>
                  <a:lnTo>
                    <a:pt x="10054" y="14261"/>
                  </a:lnTo>
                  <a:cubicBezTo>
                    <a:pt x="9908" y="14261"/>
                    <a:pt x="9788" y="14380"/>
                    <a:pt x="9788" y="14527"/>
                  </a:cubicBezTo>
                  <a:cubicBezTo>
                    <a:pt x="9788" y="14673"/>
                    <a:pt x="9908" y="14793"/>
                    <a:pt x="10054" y="14793"/>
                  </a:cubicBezTo>
                  <a:lnTo>
                    <a:pt x="10753" y="14793"/>
                  </a:lnTo>
                  <a:cubicBezTo>
                    <a:pt x="11192" y="14793"/>
                    <a:pt x="11550" y="15148"/>
                    <a:pt x="11550" y="15584"/>
                  </a:cubicBezTo>
                  <a:lnTo>
                    <a:pt x="11550" y="17617"/>
                  </a:lnTo>
                  <a:lnTo>
                    <a:pt x="10380" y="17617"/>
                  </a:lnTo>
                  <a:lnTo>
                    <a:pt x="10380" y="16774"/>
                  </a:lnTo>
                  <a:cubicBezTo>
                    <a:pt x="10380" y="16216"/>
                    <a:pt x="9925" y="15762"/>
                    <a:pt x="9364" y="15762"/>
                  </a:cubicBezTo>
                  <a:lnTo>
                    <a:pt x="2750" y="15762"/>
                  </a:lnTo>
                  <a:cubicBezTo>
                    <a:pt x="2191" y="15762"/>
                    <a:pt x="1735" y="16216"/>
                    <a:pt x="1735" y="16774"/>
                  </a:cubicBezTo>
                  <a:lnTo>
                    <a:pt x="1735" y="17617"/>
                  </a:lnTo>
                  <a:lnTo>
                    <a:pt x="564" y="17617"/>
                  </a:lnTo>
                  <a:lnTo>
                    <a:pt x="564" y="15584"/>
                  </a:lnTo>
                  <a:cubicBezTo>
                    <a:pt x="564" y="15148"/>
                    <a:pt x="923" y="14793"/>
                    <a:pt x="1363" y="14793"/>
                  </a:cubicBezTo>
                  <a:lnTo>
                    <a:pt x="8495" y="14793"/>
                  </a:lnTo>
                  <a:cubicBezTo>
                    <a:pt x="8642" y="14793"/>
                    <a:pt x="8761" y="14673"/>
                    <a:pt x="8761" y="14527"/>
                  </a:cubicBezTo>
                  <a:cubicBezTo>
                    <a:pt x="8761" y="14380"/>
                    <a:pt x="8642" y="14261"/>
                    <a:pt x="8495" y="14261"/>
                  </a:cubicBezTo>
                  <a:lnTo>
                    <a:pt x="8048" y="14261"/>
                  </a:lnTo>
                  <a:lnTo>
                    <a:pt x="8048" y="13375"/>
                  </a:lnTo>
                  <a:cubicBezTo>
                    <a:pt x="9473" y="12969"/>
                    <a:pt x="10581" y="11808"/>
                    <a:pt x="10904" y="10356"/>
                  </a:cubicBezTo>
                  <a:lnTo>
                    <a:pt x="11140" y="10356"/>
                  </a:lnTo>
                  <a:cubicBezTo>
                    <a:pt x="11678" y="10356"/>
                    <a:pt x="12115" y="9919"/>
                    <a:pt x="12115" y="9382"/>
                  </a:cubicBezTo>
                  <a:lnTo>
                    <a:pt x="12115" y="7268"/>
                  </a:lnTo>
                  <a:cubicBezTo>
                    <a:pt x="12115" y="6731"/>
                    <a:pt x="11678" y="6293"/>
                    <a:pt x="11140" y="6293"/>
                  </a:cubicBezTo>
                  <a:lnTo>
                    <a:pt x="11001" y="6293"/>
                  </a:lnTo>
                  <a:lnTo>
                    <a:pt x="11001" y="5383"/>
                  </a:lnTo>
                  <a:cubicBezTo>
                    <a:pt x="11001" y="5142"/>
                    <a:pt x="10978" y="4906"/>
                    <a:pt x="10937" y="4676"/>
                  </a:cubicBezTo>
                  <a:lnTo>
                    <a:pt x="11130" y="4457"/>
                  </a:lnTo>
                  <a:lnTo>
                    <a:pt x="15370" y="4457"/>
                  </a:lnTo>
                  <a:cubicBezTo>
                    <a:pt x="15637" y="4457"/>
                    <a:pt x="15854" y="4240"/>
                    <a:pt x="15854" y="3973"/>
                  </a:cubicBezTo>
                  <a:lnTo>
                    <a:pt x="15854" y="484"/>
                  </a:lnTo>
                  <a:cubicBezTo>
                    <a:pt x="15854" y="217"/>
                    <a:pt x="15637" y="0"/>
                    <a:pt x="15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8">
              <a:extLst>
                <a:ext uri="{FF2B5EF4-FFF2-40B4-BE49-F238E27FC236}">
                  <a16:creationId xmlns:a16="http://schemas.microsoft.com/office/drawing/2014/main" id="{480D470B-D300-54A3-4981-966EEE3D6A86}"/>
                </a:ext>
              </a:extLst>
            </p:cNvPr>
            <p:cNvSpPr/>
            <p:nvPr/>
          </p:nvSpPr>
          <p:spPr>
            <a:xfrm>
              <a:off x="1696552" y="1465541"/>
              <a:ext cx="39934" cy="17678"/>
            </a:xfrm>
            <a:custGeom>
              <a:avLst/>
              <a:gdLst/>
              <a:ahLst/>
              <a:cxnLst/>
              <a:rect l="l" t="t" r="r" b="b"/>
              <a:pathLst>
                <a:path w="120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937" y="533"/>
                  </a:lnTo>
                  <a:cubicBezTo>
                    <a:pt x="1084" y="533"/>
                    <a:pt x="1203" y="414"/>
                    <a:pt x="1203" y="267"/>
                  </a:cubicBezTo>
                  <a:cubicBezTo>
                    <a:pt x="1203" y="120"/>
                    <a:pt x="1084" y="1"/>
                    <a:pt x="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8">
              <a:extLst>
                <a:ext uri="{FF2B5EF4-FFF2-40B4-BE49-F238E27FC236}">
                  <a16:creationId xmlns:a16="http://schemas.microsoft.com/office/drawing/2014/main" id="{F64DC26C-9C1D-4DB0-794E-6C278EC4562B}"/>
                </a:ext>
              </a:extLst>
            </p:cNvPr>
            <p:cNvSpPr/>
            <p:nvPr/>
          </p:nvSpPr>
          <p:spPr>
            <a:xfrm>
              <a:off x="1605209" y="1495922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8">
              <a:extLst>
                <a:ext uri="{FF2B5EF4-FFF2-40B4-BE49-F238E27FC236}">
                  <a16:creationId xmlns:a16="http://schemas.microsoft.com/office/drawing/2014/main" id="{F7F752F4-9934-C25E-97B3-227E29823893}"/>
                </a:ext>
              </a:extLst>
            </p:cNvPr>
            <p:cNvSpPr/>
            <p:nvPr/>
          </p:nvSpPr>
          <p:spPr>
            <a:xfrm>
              <a:off x="1605209" y="1527730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8">
              <a:extLst>
                <a:ext uri="{FF2B5EF4-FFF2-40B4-BE49-F238E27FC236}">
                  <a16:creationId xmlns:a16="http://schemas.microsoft.com/office/drawing/2014/main" id="{7873404D-9D3B-0273-EF0B-2F32685F8C2E}"/>
                </a:ext>
              </a:extLst>
            </p:cNvPr>
            <p:cNvSpPr/>
            <p:nvPr/>
          </p:nvSpPr>
          <p:spPr>
            <a:xfrm>
              <a:off x="1605209" y="1465541"/>
              <a:ext cx="79768" cy="17678"/>
            </a:xfrm>
            <a:custGeom>
              <a:avLst/>
              <a:gdLst/>
              <a:ahLst/>
              <a:cxnLst/>
              <a:rect l="l" t="t" r="r" b="b"/>
              <a:pathLst>
                <a:path w="2405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2139" y="533"/>
                  </a:lnTo>
                  <a:cubicBezTo>
                    <a:pt x="2286" y="533"/>
                    <a:pt x="2405" y="414"/>
                    <a:pt x="2405" y="267"/>
                  </a:cubicBezTo>
                  <a:cubicBezTo>
                    <a:pt x="2405" y="120"/>
                    <a:pt x="2286" y="1"/>
                    <a:pt x="2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7" name="Google Shape;2037;p58">
            <a:extLst>
              <a:ext uri="{FF2B5EF4-FFF2-40B4-BE49-F238E27FC236}">
                <a16:creationId xmlns:a16="http://schemas.microsoft.com/office/drawing/2014/main" id="{F956AFA8-BE31-1B35-6284-AF906A77A7D3}"/>
              </a:ext>
            </a:extLst>
          </p:cNvPr>
          <p:cNvGrpSpPr/>
          <p:nvPr/>
        </p:nvGrpSpPr>
        <p:grpSpPr>
          <a:xfrm>
            <a:off x="7400034" y="2946287"/>
            <a:ext cx="364212" cy="457211"/>
            <a:chOff x="2636386" y="3145176"/>
            <a:chExt cx="478408" cy="601990"/>
          </a:xfrm>
        </p:grpSpPr>
        <p:sp>
          <p:nvSpPr>
            <p:cNvPr id="2038" name="Google Shape;2038;p58">
              <a:extLst>
                <a:ext uri="{FF2B5EF4-FFF2-40B4-BE49-F238E27FC236}">
                  <a16:creationId xmlns:a16="http://schemas.microsoft.com/office/drawing/2014/main" id="{788F3834-EEBA-80BA-6068-6D43CC05F6B3}"/>
                </a:ext>
              </a:extLst>
            </p:cNvPr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58">
              <a:extLst>
                <a:ext uri="{FF2B5EF4-FFF2-40B4-BE49-F238E27FC236}">
                  <a16:creationId xmlns:a16="http://schemas.microsoft.com/office/drawing/2014/main" id="{11A7FA39-D55F-127A-12EE-F4FCCCE9A140}"/>
                </a:ext>
              </a:extLst>
            </p:cNvPr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58">
              <a:extLst>
                <a:ext uri="{FF2B5EF4-FFF2-40B4-BE49-F238E27FC236}">
                  <a16:creationId xmlns:a16="http://schemas.microsoft.com/office/drawing/2014/main" id="{7941C889-CF3A-5AF1-26BA-06A1CBF917B9}"/>
                </a:ext>
              </a:extLst>
            </p:cNvPr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58">
              <a:extLst>
                <a:ext uri="{FF2B5EF4-FFF2-40B4-BE49-F238E27FC236}">
                  <a16:creationId xmlns:a16="http://schemas.microsoft.com/office/drawing/2014/main" id="{BEAF3328-311F-7753-78E4-C6A91C720049}"/>
                </a:ext>
              </a:extLst>
            </p:cNvPr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58">
              <a:extLst>
                <a:ext uri="{FF2B5EF4-FFF2-40B4-BE49-F238E27FC236}">
                  <a16:creationId xmlns:a16="http://schemas.microsoft.com/office/drawing/2014/main" id="{E24707AE-F8C3-5A8F-83C3-97A2F2F591CA}"/>
                </a:ext>
              </a:extLst>
            </p:cNvPr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58">
            <a:extLst>
              <a:ext uri="{FF2B5EF4-FFF2-40B4-BE49-F238E27FC236}">
                <a16:creationId xmlns:a16="http://schemas.microsoft.com/office/drawing/2014/main" id="{0783DBB6-3C91-EDBE-E1B8-9995D99AFB31}"/>
              </a:ext>
            </a:extLst>
          </p:cNvPr>
          <p:cNvGrpSpPr/>
          <p:nvPr/>
        </p:nvGrpSpPr>
        <p:grpSpPr>
          <a:xfrm>
            <a:off x="7434897" y="1483415"/>
            <a:ext cx="294485" cy="457211"/>
            <a:chOff x="3375624" y="3145176"/>
            <a:chExt cx="388657" cy="601990"/>
          </a:xfrm>
        </p:grpSpPr>
        <p:sp>
          <p:nvSpPr>
            <p:cNvPr id="2044" name="Google Shape;2044;p58">
              <a:extLst>
                <a:ext uri="{FF2B5EF4-FFF2-40B4-BE49-F238E27FC236}">
                  <a16:creationId xmlns:a16="http://schemas.microsoft.com/office/drawing/2014/main" id="{87DE514C-B06B-28C6-822C-991F621522B0}"/>
                </a:ext>
              </a:extLst>
            </p:cNvPr>
            <p:cNvSpPr/>
            <p:nvPr/>
          </p:nvSpPr>
          <p:spPr>
            <a:xfrm>
              <a:off x="3427663" y="3145176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5" y="533"/>
                  </a:moveTo>
                  <a:lnTo>
                    <a:pt x="1235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319"/>
                  </a:lnTo>
                  <a:cubicBezTo>
                    <a:pt x="0" y="1564"/>
                    <a:pt x="198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7" y="1564"/>
                    <a:pt x="1767" y="1319"/>
                  </a:cubicBezTo>
                  <a:lnTo>
                    <a:pt x="1767" y="443"/>
                  </a:lnTo>
                  <a:cubicBezTo>
                    <a:pt x="1767" y="199"/>
                    <a:pt x="1569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58">
              <a:extLst>
                <a:ext uri="{FF2B5EF4-FFF2-40B4-BE49-F238E27FC236}">
                  <a16:creationId xmlns:a16="http://schemas.microsoft.com/office/drawing/2014/main" id="{A764F570-5C2A-1D46-A5B4-1DBA360C6EDF}"/>
                </a:ext>
              </a:extLst>
            </p:cNvPr>
            <p:cNvSpPr/>
            <p:nvPr/>
          </p:nvSpPr>
          <p:spPr>
            <a:xfrm>
              <a:off x="3643219" y="3162954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1" y="1231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319"/>
                  </a:lnTo>
                  <a:cubicBezTo>
                    <a:pt x="1" y="1564"/>
                    <a:pt x="199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8" y="1564"/>
                    <a:pt x="1768" y="1319"/>
                  </a:cubicBezTo>
                  <a:lnTo>
                    <a:pt x="1768" y="443"/>
                  </a:lnTo>
                  <a:cubicBezTo>
                    <a:pt x="1768" y="199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58">
              <a:extLst>
                <a:ext uri="{FF2B5EF4-FFF2-40B4-BE49-F238E27FC236}">
                  <a16:creationId xmlns:a16="http://schemas.microsoft.com/office/drawing/2014/main" id="{5A21A1D3-B4EA-A029-CF27-6459C04C6542}"/>
                </a:ext>
              </a:extLst>
            </p:cNvPr>
            <p:cNvSpPr/>
            <p:nvPr/>
          </p:nvSpPr>
          <p:spPr>
            <a:xfrm>
              <a:off x="3471743" y="3204314"/>
              <a:ext cx="87496" cy="87131"/>
            </a:xfrm>
            <a:custGeom>
              <a:avLst/>
              <a:gdLst/>
              <a:ahLst/>
              <a:cxnLst/>
              <a:rect l="l" t="t" r="r" b="b"/>
              <a:pathLst>
                <a:path w="2638" h="2627" extrusionOk="0">
                  <a:moveTo>
                    <a:pt x="2106" y="532"/>
                  </a:moveTo>
                  <a:lnTo>
                    <a:pt x="2106" y="1229"/>
                  </a:lnTo>
                  <a:lnTo>
                    <a:pt x="1680" y="1229"/>
                  </a:lnTo>
                  <a:cubicBezTo>
                    <a:pt x="1435" y="1229"/>
                    <a:pt x="1237" y="1429"/>
                    <a:pt x="1237" y="1673"/>
                  </a:cubicBezTo>
                  <a:lnTo>
                    <a:pt x="1237" y="2095"/>
                  </a:lnTo>
                  <a:lnTo>
                    <a:pt x="533" y="2095"/>
                  </a:lnTo>
                  <a:lnTo>
                    <a:pt x="533" y="1397"/>
                  </a:lnTo>
                  <a:lnTo>
                    <a:pt x="959" y="1397"/>
                  </a:lnTo>
                  <a:cubicBezTo>
                    <a:pt x="1203" y="1397"/>
                    <a:pt x="1401" y="1199"/>
                    <a:pt x="1401" y="954"/>
                  </a:cubicBezTo>
                  <a:lnTo>
                    <a:pt x="1401" y="532"/>
                  </a:lnTo>
                  <a:close/>
                  <a:moveTo>
                    <a:pt x="1313" y="0"/>
                  </a:moveTo>
                  <a:cubicBezTo>
                    <a:pt x="1069" y="0"/>
                    <a:pt x="871" y="199"/>
                    <a:pt x="871" y="443"/>
                  </a:cubicBezTo>
                  <a:lnTo>
                    <a:pt x="871" y="866"/>
                  </a:lnTo>
                  <a:lnTo>
                    <a:pt x="444" y="866"/>
                  </a:lnTo>
                  <a:cubicBezTo>
                    <a:pt x="200" y="866"/>
                    <a:pt x="1" y="1064"/>
                    <a:pt x="1" y="1308"/>
                  </a:cubicBezTo>
                  <a:lnTo>
                    <a:pt x="1" y="2184"/>
                  </a:lnTo>
                  <a:cubicBezTo>
                    <a:pt x="1" y="2429"/>
                    <a:pt x="200" y="2627"/>
                    <a:pt x="444" y="2627"/>
                  </a:cubicBezTo>
                  <a:lnTo>
                    <a:pt x="1325" y="2627"/>
                  </a:lnTo>
                  <a:cubicBezTo>
                    <a:pt x="1570" y="2627"/>
                    <a:pt x="1769" y="2429"/>
                    <a:pt x="1769" y="2184"/>
                  </a:cubicBezTo>
                  <a:lnTo>
                    <a:pt x="1769" y="1761"/>
                  </a:lnTo>
                  <a:lnTo>
                    <a:pt x="2194" y="1761"/>
                  </a:lnTo>
                  <a:cubicBezTo>
                    <a:pt x="2438" y="1761"/>
                    <a:pt x="2638" y="1563"/>
                    <a:pt x="2638" y="1319"/>
                  </a:cubicBezTo>
                  <a:lnTo>
                    <a:pt x="2638" y="443"/>
                  </a:lnTo>
                  <a:cubicBezTo>
                    <a:pt x="2638" y="199"/>
                    <a:pt x="2438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58">
              <a:extLst>
                <a:ext uri="{FF2B5EF4-FFF2-40B4-BE49-F238E27FC236}">
                  <a16:creationId xmlns:a16="http://schemas.microsoft.com/office/drawing/2014/main" id="{5649CDF7-7C33-5A20-6871-480894545B60}"/>
                </a:ext>
              </a:extLst>
            </p:cNvPr>
            <p:cNvSpPr/>
            <p:nvPr/>
          </p:nvSpPr>
          <p:spPr>
            <a:xfrm>
              <a:off x="3375624" y="3216254"/>
              <a:ext cx="387960" cy="530912"/>
            </a:xfrm>
            <a:custGeom>
              <a:avLst/>
              <a:gdLst/>
              <a:ahLst/>
              <a:cxnLst/>
              <a:rect l="l" t="t" r="r" b="b"/>
              <a:pathLst>
                <a:path w="11697" h="16007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7401" y="1037"/>
                  </a:moveTo>
                  <a:lnTo>
                    <a:pt x="7401" y="1735"/>
                  </a:lnTo>
                  <a:lnTo>
                    <a:pt x="6697" y="1735"/>
                  </a:lnTo>
                  <a:lnTo>
                    <a:pt x="6697" y="1037"/>
                  </a:lnTo>
                  <a:close/>
                  <a:moveTo>
                    <a:pt x="5061" y="3567"/>
                  </a:moveTo>
                  <a:lnTo>
                    <a:pt x="5061" y="4398"/>
                  </a:lnTo>
                  <a:lnTo>
                    <a:pt x="3608" y="4398"/>
                  </a:lnTo>
                  <a:lnTo>
                    <a:pt x="3608" y="3567"/>
                  </a:lnTo>
                  <a:close/>
                  <a:moveTo>
                    <a:pt x="9137" y="4930"/>
                  </a:moveTo>
                  <a:lnTo>
                    <a:pt x="9137" y="5805"/>
                  </a:lnTo>
                  <a:cubicBezTo>
                    <a:pt x="9135" y="5816"/>
                    <a:pt x="9123" y="5838"/>
                    <a:pt x="9115" y="5846"/>
                  </a:cubicBezTo>
                  <a:lnTo>
                    <a:pt x="8244" y="6346"/>
                  </a:lnTo>
                  <a:cubicBezTo>
                    <a:pt x="8240" y="6346"/>
                    <a:pt x="8237" y="6345"/>
                    <a:pt x="8234" y="6345"/>
                  </a:cubicBezTo>
                  <a:lnTo>
                    <a:pt x="6994" y="6345"/>
                  </a:lnTo>
                  <a:cubicBezTo>
                    <a:pt x="6847" y="6345"/>
                    <a:pt x="6728" y="6464"/>
                    <a:pt x="6728" y="6611"/>
                  </a:cubicBezTo>
                  <a:cubicBezTo>
                    <a:pt x="6728" y="6759"/>
                    <a:pt x="6847" y="6877"/>
                    <a:pt x="6994" y="6877"/>
                  </a:cubicBezTo>
                  <a:lnTo>
                    <a:pt x="7320" y="6877"/>
                  </a:lnTo>
                  <a:lnTo>
                    <a:pt x="6443" y="7382"/>
                  </a:lnTo>
                  <a:cubicBezTo>
                    <a:pt x="6278" y="7478"/>
                    <a:pt x="6157" y="7686"/>
                    <a:pt x="6157" y="7878"/>
                  </a:cubicBezTo>
                  <a:lnTo>
                    <a:pt x="6157" y="8953"/>
                  </a:lnTo>
                  <a:lnTo>
                    <a:pt x="5561" y="8953"/>
                  </a:lnTo>
                  <a:lnTo>
                    <a:pt x="5561" y="7878"/>
                  </a:lnTo>
                  <a:cubicBezTo>
                    <a:pt x="5561" y="7686"/>
                    <a:pt x="5441" y="7478"/>
                    <a:pt x="5275" y="7382"/>
                  </a:cubicBezTo>
                  <a:lnTo>
                    <a:pt x="4398" y="6877"/>
                  </a:lnTo>
                  <a:lnTo>
                    <a:pt x="5363" y="6877"/>
                  </a:lnTo>
                  <a:cubicBezTo>
                    <a:pt x="5510" y="6877"/>
                    <a:pt x="5629" y="6758"/>
                    <a:pt x="5629" y="6612"/>
                  </a:cubicBezTo>
                  <a:cubicBezTo>
                    <a:pt x="5629" y="6464"/>
                    <a:pt x="5510" y="6346"/>
                    <a:pt x="5363" y="6346"/>
                  </a:cubicBezTo>
                  <a:lnTo>
                    <a:pt x="3580" y="6346"/>
                  </a:lnTo>
                  <a:cubicBezTo>
                    <a:pt x="3551" y="6346"/>
                    <a:pt x="3523" y="6350"/>
                    <a:pt x="3496" y="6359"/>
                  </a:cubicBezTo>
                  <a:lnTo>
                    <a:pt x="2604" y="5846"/>
                  </a:lnTo>
                  <a:cubicBezTo>
                    <a:pt x="2595" y="5838"/>
                    <a:pt x="2584" y="5817"/>
                    <a:pt x="2581" y="5805"/>
                  </a:cubicBezTo>
                  <a:lnTo>
                    <a:pt x="2581" y="4930"/>
                  </a:lnTo>
                  <a:lnTo>
                    <a:pt x="3077" y="4930"/>
                  </a:lnTo>
                  <a:lnTo>
                    <a:pt x="3077" y="5463"/>
                  </a:lnTo>
                  <a:cubicBezTo>
                    <a:pt x="3077" y="5610"/>
                    <a:pt x="3196" y="5729"/>
                    <a:pt x="3342" y="5729"/>
                  </a:cubicBezTo>
                  <a:cubicBezTo>
                    <a:pt x="3489" y="5729"/>
                    <a:pt x="3608" y="5610"/>
                    <a:pt x="3608" y="5463"/>
                  </a:cubicBezTo>
                  <a:lnTo>
                    <a:pt x="3608" y="4930"/>
                  </a:lnTo>
                  <a:lnTo>
                    <a:pt x="5061" y="4930"/>
                  </a:lnTo>
                  <a:lnTo>
                    <a:pt x="5061" y="5463"/>
                  </a:lnTo>
                  <a:cubicBezTo>
                    <a:pt x="5061" y="5610"/>
                    <a:pt x="5180" y="5729"/>
                    <a:pt x="5327" y="5729"/>
                  </a:cubicBezTo>
                  <a:cubicBezTo>
                    <a:pt x="5474" y="5729"/>
                    <a:pt x="5593" y="5610"/>
                    <a:pt x="5593" y="5463"/>
                  </a:cubicBezTo>
                  <a:lnTo>
                    <a:pt x="5593" y="4930"/>
                  </a:lnTo>
                  <a:lnTo>
                    <a:pt x="6783" y="4930"/>
                  </a:lnTo>
                  <a:lnTo>
                    <a:pt x="6783" y="5463"/>
                  </a:lnTo>
                  <a:cubicBezTo>
                    <a:pt x="6783" y="5610"/>
                    <a:pt x="6902" y="5729"/>
                    <a:pt x="7049" y="5729"/>
                  </a:cubicBezTo>
                  <a:cubicBezTo>
                    <a:pt x="7196" y="5729"/>
                    <a:pt x="7315" y="5610"/>
                    <a:pt x="7315" y="5463"/>
                  </a:cubicBezTo>
                  <a:lnTo>
                    <a:pt x="7315" y="4930"/>
                  </a:lnTo>
                  <a:lnTo>
                    <a:pt x="7951" y="4930"/>
                  </a:lnTo>
                  <a:lnTo>
                    <a:pt x="7951" y="5479"/>
                  </a:lnTo>
                  <a:cubicBezTo>
                    <a:pt x="7951" y="5626"/>
                    <a:pt x="8071" y="5745"/>
                    <a:pt x="8217" y="5745"/>
                  </a:cubicBezTo>
                  <a:cubicBezTo>
                    <a:pt x="8363" y="5745"/>
                    <a:pt x="8482" y="5626"/>
                    <a:pt x="8482" y="5479"/>
                  </a:cubicBezTo>
                  <a:lnTo>
                    <a:pt x="8482" y="4930"/>
                  </a:lnTo>
                  <a:close/>
                  <a:moveTo>
                    <a:pt x="443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320"/>
                  </a:lnTo>
                  <a:cubicBezTo>
                    <a:pt x="0" y="1563"/>
                    <a:pt x="199" y="1763"/>
                    <a:pt x="443" y="1763"/>
                  </a:cubicBezTo>
                  <a:lnTo>
                    <a:pt x="617" y="1763"/>
                  </a:lnTo>
                  <a:lnTo>
                    <a:pt x="617" y="2714"/>
                  </a:lnTo>
                  <a:cubicBezTo>
                    <a:pt x="617" y="2959"/>
                    <a:pt x="817" y="3157"/>
                    <a:pt x="1061" y="3157"/>
                  </a:cubicBezTo>
                  <a:lnTo>
                    <a:pt x="3077" y="3157"/>
                  </a:lnTo>
                  <a:lnTo>
                    <a:pt x="3077" y="4398"/>
                  </a:lnTo>
                  <a:lnTo>
                    <a:pt x="2491" y="4398"/>
                  </a:lnTo>
                  <a:cubicBezTo>
                    <a:pt x="2247" y="4398"/>
                    <a:pt x="2049" y="4596"/>
                    <a:pt x="2049" y="4841"/>
                  </a:cubicBezTo>
                  <a:lnTo>
                    <a:pt x="2049" y="5809"/>
                  </a:lnTo>
                  <a:cubicBezTo>
                    <a:pt x="2049" y="6001"/>
                    <a:pt x="2169" y="6209"/>
                    <a:pt x="2335" y="6305"/>
                  </a:cubicBezTo>
                  <a:lnTo>
                    <a:pt x="5006" y="7841"/>
                  </a:lnTo>
                  <a:cubicBezTo>
                    <a:pt x="5015" y="7849"/>
                    <a:pt x="5027" y="7870"/>
                    <a:pt x="5029" y="7881"/>
                  </a:cubicBezTo>
                  <a:lnTo>
                    <a:pt x="5029" y="9041"/>
                  </a:lnTo>
                  <a:cubicBezTo>
                    <a:pt x="5029" y="9184"/>
                    <a:pt x="5097" y="9311"/>
                    <a:pt x="5202" y="9392"/>
                  </a:cubicBezTo>
                  <a:lnTo>
                    <a:pt x="4920" y="9673"/>
                  </a:lnTo>
                  <a:cubicBezTo>
                    <a:pt x="4899" y="9693"/>
                    <a:pt x="4833" y="9720"/>
                    <a:pt x="4805" y="9721"/>
                  </a:cubicBezTo>
                  <a:lnTo>
                    <a:pt x="464" y="9721"/>
                  </a:lnTo>
                  <a:cubicBezTo>
                    <a:pt x="220" y="9721"/>
                    <a:pt x="21" y="9919"/>
                    <a:pt x="21" y="10163"/>
                  </a:cubicBezTo>
                  <a:lnTo>
                    <a:pt x="21" y="15564"/>
                  </a:lnTo>
                  <a:cubicBezTo>
                    <a:pt x="21" y="15809"/>
                    <a:pt x="220" y="16007"/>
                    <a:pt x="464" y="16007"/>
                  </a:cubicBezTo>
                  <a:lnTo>
                    <a:pt x="11253" y="16007"/>
                  </a:lnTo>
                  <a:cubicBezTo>
                    <a:pt x="11498" y="16007"/>
                    <a:pt x="11696" y="15809"/>
                    <a:pt x="11696" y="15564"/>
                  </a:cubicBezTo>
                  <a:lnTo>
                    <a:pt x="11696" y="14483"/>
                  </a:lnTo>
                  <a:cubicBezTo>
                    <a:pt x="11696" y="14336"/>
                    <a:pt x="11577" y="14217"/>
                    <a:pt x="11430" y="14217"/>
                  </a:cubicBezTo>
                  <a:cubicBezTo>
                    <a:pt x="11283" y="14217"/>
                    <a:pt x="11165" y="14336"/>
                    <a:pt x="11165" y="14483"/>
                  </a:cubicBezTo>
                  <a:lnTo>
                    <a:pt x="11165" y="15476"/>
                  </a:lnTo>
                  <a:lnTo>
                    <a:pt x="553" y="15476"/>
                  </a:lnTo>
                  <a:lnTo>
                    <a:pt x="553" y="10253"/>
                  </a:lnTo>
                  <a:lnTo>
                    <a:pt x="4805" y="10253"/>
                  </a:lnTo>
                  <a:cubicBezTo>
                    <a:pt x="4974" y="10253"/>
                    <a:pt x="5175" y="10170"/>
                    <a:pt x="5295" y="10050"/>
                  </a:cubicBezTo>
                  <a:lnTo>
                    <a:pt x="5859" y="9489"/>
                  </a:lnTo>
                  <a:lnTo>
                    <a:pt x="6423" y="10050"/>
                  </a:lnTo>
                  <a:cubicBezTo>
                    <a:pt x="6542" y="10170"/>
                    <a:pt x="6744" y="10253"/>
                    <a:pt x="6913" y="10253"/>
                  </a:cubicBezTo>
                  <a:lnTo>
                    <a:pt x="11165" y="10253"/>
                  </a:lnTo>
                  <a:lnTo>
                    <a:pt x="11165" y="12711"/>
                  </a:lnTo>
                  <a:cubicBezTo>
                    <a:pt x="11165" y="12858"/>
                    <a:pt x="11284" y="12977"/>
                    <a:pt x="11431" y="12977"/>
                  </a:cubicBezTo>
                  <a:cubicBezTo>
                    <a:pt x="11578" y="12977"/>
                    <a:pt x="11696" y="12858"/>
                    <a:pt x="11696" y="12711"/>
                  </a:cubicBezTo>
                  <a:lnTo>
                    <a:pt x="11696" y="10164"/>
                  </a:lnTo>
                  <a:cubicBezTo>
                    <a:pt x="11696" y="9920"/>
                    <a:pt x="11498" y="9721"/>
                    <a:pt x="11253" y="9721"/>
                  </a:cubicBezTo>
                  <a:lnTo>
                    <a:pt x="6913" y="9721"/>
                  </a:lnTo>
                  <a:cubicBezTo>
                    <a:pt x="6885" y="9721"/>
                    <a:pt x="6819" y="9693"/>
                    <a:pt x="6797" y="9674"/>
                  </a:cubicBezTo>
                  <a:lnTo>
                    <a:pt x="6515" y="9391"/>
                  </a:lnTo>
                  <a:cubicBezTo>
                    <a:pt x="6621" y="9311"/>
                    <a:pt x="6689" y="9184"/>
                    <a:pt x="6689" y="9041"/>
                  </a:cubicBezTo>
                  <a:lnTo>
                    <a:pt x="6689" y="7881"/>
                  </a:lnTo>
                  <a:cubicBezTo>
                    <a:pt x="6691" y="7870"/>
                    <a:pt x="6703" y="7849"/>
                    <a:pt x="6712" y="7841"/>
                  </a:cubicBezTo>
                  <a:lnTo>
                    <a:pt x="9383" y="6305"/>
                  </a:lnTo>
                  <a:cubicBezTo>
                    <a:pt x="9549" y="6208"/>
                    <a:pt x="9669" y="6000"/>
                    <a:pt x="9669" y="5809"/>
                  </a:cubicBezTo>
                  <a:lnTo>
                    <a:pt x="9669" y="4841"/>
                  </a:lnTo>
                  <a:cubicBezTo>
                    <a:pt x="9669" y="4596"/>
                    <a:pt x="9471" y="4398"/>
                    <a:pt x="9227" y="4398"/>
                  </a:cubicBezTo>
                  <a:lnTo>
                    <a:pt x="8482" y="4398"/>
                  </a:lnTo>
                  <a:lnTo>
                    <a:pt x="8482" y="3347"/>
                  </a:lnTo>
                  <a:lnTo>
                    <a:pt x="8766" y="3347"/>
                  </a:lnTo>
                  <a:cubicBezTo>
                    <a:pt x="8913" y="3347"/>
                    <a:pt x="9032" y="3228"/>
                    <a:pt x="9032" y="3081"/>
                  </a:cubicBezTo>
                  <a:cubicBezTo>
                    <a:pt x="9032" y="2934"/>
                    <a:pt x="8913" y="2815"/>
                    <a:pt x="8766" y="2815"/>
                  </a:cubicBezTo>
                  <a:lnTo>
                    <a:pt x="8394" y="2815"/>
                  </a:lnTo>
                  <a:cubicBezTo>
                    <a:pt x="8150" y="2815"/>
                    <a:pt x="7950" y="3014"/>
                    <a:pt x="7950" y="3259"/>
                  </a:cubicBezTo>
                  <a:lnTo>
                    <a:pt x="7950" y="4398"/>
                  </a:lnTo>
                  <a:lnTo>
                    <a:pt x="7315" y="4398"/>
                  </a:lnTo>
                  <a:lnTo>
                    <a:pt x="7315" y="2267"/>
                  </a:lnTo>
                  <a:lnTo>
                    <a:pt x="7489" y="2267"/>
                  </a:lnTo>
                  <a:cubicBezTo>
                    <a:pt x="7734" y="2267"/>
                    <a:pt x="7933" y="2069"/>
                    <a:pt x="7933" y="1824"/>
                  </a:cubicBezTo>
                  <a:lnTo>
                    <a:pt x="7933" y="948"/>
                  </a:lnTo>
                  <a:cubicBezTo>
                    <a:pt x="7933" y="704"/>
                    <a:pt x="7734" y="506"/>
                    <a:pt x="7489" y="506"/>
                  </a:cubicBezTo>
                  <a:lnTo>
                    <a:pt x="6609" y="506"/>
                  </a:lnTo>
                  <a:cubicBezTo>
                    <a:pt x="6364" y="506"/>
                    <a:pt x="6165" y="704"/>
                    <a:pt x="6165" y="948"/>
                  </a:cubicBezTo>
                  <a:lnTo>
                    <a:pt x="6165" y="1824"/>
                  </a:lnTo>
                  <a:cubicBezTo>
                    <a:pt x="6165" y="2069"/>
                    <a:pt x="6364" y="2267"/>
                    <a:pt x="6609" y="2267"/>
                  </a:cubicBezTo>
                  <a:lnTo>
                    <a:pt x="6783" y="2267"/>
                  </a:lnTo>
                  <a:lnTo>
                    <a:pt x="6783" y="4398"/>
                  </a:lnTo>
                  <a:lnTo>
                    <a:pt x="5593" y="4398"/>
                  </a:lnTo>
                  <a:lnTo>
                    <a:pt x="5593" y="3478"/>
                  </a:lnTo>
                  <a:cubicBezTo>
                    <a:pt x="5593" y="3234"/>
                    <a:pt x="5395" y="3035"/>
                    <a:pt x="5151" y="3035"/>
                  </a:cubicBezTo>
                  <a:lnTo>
                    <a:pt x="3606" y="3035"/>
                  </a:lnTo>
                  <a:cubicBezTo>
                    <a:pt x="3589" y="2807"/>
                    <a:pt x="3398" y="2626"/>
                    <a:pt x="3165" y="2626"/>
                  </a:cubicBezTo>
                  <a:lnTo>
                    <a:pt x="1149" y="2626"/>
                  </a:lnTo>
                  <a:lnTo>
                    <a:pt x="1149" y="1763"/>
                  </a:lnTo>
                  <a:lnTo>
                    <a:pt x="1324" y="1763"/>
                  </a:lnTo>
                  <a:cubicBezTo>
                    <a:pt x="1568" y="1763"/>
                    <a:pt x="1767" y="1564"/>
                    <a:pt x="1767" y="1320"/>
                  </a:cubicBezTo>
                  <a:lnTo>
                    <a:pt x="1767" y="444"/>
                  </a:lnTo>
                  <a:cubicBezTo>
                    <a:pt x="1767" y="200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8">
              <a:extLst>
                <a:ext uri="{FF2B5EF4-FFF2-40B4-BE49-F238E27FC236}">
                  <a16:creationId xmlns:a16="http://schemas.microsoft.com/office/drawing/2014/main" id="{E917128A-E6A8-FA2C-6E12-AA0C349028F9}"/>
                </a:ext>
              </a:extLst>
            </p:cNvPr>
            <p:cNvSpPr/>
            <p:nvPr/>
          </p:nvSpPr>
          <p:spPr>
            <a:xfrm>
              <a:off x="3418576" y="3584181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1"/>
                  </a:moveTo>
                  <a:cubicBezTo>
                    <a:pt x="118" y="1"/>
                    <a:pt x="0" y="119"/>
                    <a:pt x="0" y="266"/>
                  </a:cubicBezTo>
                  <a:cubicBezTo>
                    <a:pt x="0" y="412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2"/>
                    <a:pt x="1918" y="266"/>
                  </a:cubicBezTo>
                  <a:cubicBezTo>
                    <a:pt x="1919" y="119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8">
              <a:extLst>
                <a:ext uri="{FF2B5EF4-FFF2-40B4-BE49-F238E27FC236}">
                  <a16:creationId xmlns:a16="http://schemas.microsoft.com/office/drawing/2014/main" id="{0F28615C-6DBB-9F3C-EA77-7EBF856668E5}"/>
                </a:ext>
              </a:extLst>
            </p:cNvPr>
            <p:cNvSpPr/>
            <p:nvPr/>
          </p:nvSpPr>
          <p:spPr>
            <a:xfrm>
              <a:off x="3418576" y="3617879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6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58">
              <a:extLst>
                <a:ext uri="{FF2B5EF4-FFF2-40B4-BE49-F238E27FC236}">
                  <a16:creationId xmlns:a16="http://schemas.microsoft.com/office/drawing/2014/main" id="{064FF956-7C54-0641-A1AA-81F5AF7A4E1C}"/>
                </a:ext>
              </a:extLst>
            </p:cNvPr>
            <p:cNvSpPr/>
            <p:nvPr/>
          </p:nvSpPr>
          <p:spPr>
            <a:xfrm>
              <a:off x="3418576" y="3651578"/>
              <a:ext cx="63682" cy="17678"/>
            </a:xfrm>
            <a:custGeom>
              <a:avLst/>
              <a:gdLst/>
              <a:ahLst/>
              <a:cxnLst/>
              <a:rect l="l" t="t" r="r" b="b"/>
              <a:pathLst>
                <a:path w="1920" h="533" extrusionOk="0">
                  <a:moveTo>
                    <a:pt x="265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7"/>
                  </a:cubicBezTo>
                  <a:cubicBezTo>
                    <a:pt x="1919" y="120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58">
              <a:extLst>
                <a:ext uri="{FF2B5EF4-FFF2-40B4-BE49-F238E27FC236}">
                  <a16:creationId xmlns:a16="http://schemas.microsoft.com/office/drawing/2014/main" id="{8142AB53-0DD8-2545-2B70-6DAD3A3F5002}"/>
                </a:ext>
              </a:extLst>
            </p:cNvPr>
            <p:cNvSpPr/>
            <p:nvPr/>
          </p:nvSpPr>
          <p:spPr>
            <a:xfrm>
              <a:off x="3418576" y="3685309"/>
              <a:ext cx="63682" cy="17612"/>
            </a:xfrm>
            <a:custGeom>
              <a:avLst/>
              <a:gdLst/>
              <a:ahLst/>
              <a:cxnLst/>
              <a:rect l="l" t="t" r="r" b="b"/>
              <a:pathLst>
                <a:path w="1920" h="531" extrusionOk="0">
                  <a:moveTo>
                    <a:pt x="265" y="0"/>
                  </a:moveTo>
                  <a:cubicBezTo>
                    <a:pt x="118" y="0"/>
                    <a:pt x="0" y="119"/>
                    <a:pt x="0" y="265"/>
                  </a:cubicBezTo>
                  <a:cubicBezTo>
                    <a:pt x="0" y="412"/>
                    <a:pt x="118" y="531"/>
                    <a:pt x="265" y="531"/>
                  </a:cubicBezTo>
                  <a:lnTo>
                    <a:pt x="1653" y="531"/>
                  </a:lnTo>
                  <a:cubicBezTo>
                    <a:pt x="1799" y="531"/>
                    <a:pt x="1918" y="412"/>
                    <a:pt x="1918" y="265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8">
              <a:extLst>
                <a:ext uri="{FF2B5EF4-FFF2-40B4-BE49-F238E27FC236}">
                  <a16:creationId xmlns:a16="http://schemas.microsoft.com/office/drawing/2014/main" id="{A5BAE9EC-A6F2-AE89-A357-57969F89284C}"/>
                </a:ext>
              </a:extLst>
            </p:cNvPr>
            <p:cNvSpPr/>
            <p:nvPr/>
          </p:nvSpPr>
          <p:spPr>
            <a:xfrm>
              <a:off x="3501096" y="3584181"/>
              <a:ext cx="112471" cy="17645"/>
            </a:xfrm>
            <a:custGeom>
              <a:avLst/>
              <a:gdLst/>
              <a:ahLst/>
              <a:cxnLst/>
              <a:rect l="l" t="t" r="r" b="b"/>
              <a:pathLst>
                <a:path w="3391" h="532" extrusionOk="0">
                  <a:moveTo>
                    <a:pt x="267" y="1"/>
                  </a:moveTo>
                  <a:cubicBezTo>
                    <a:pt x="120" y="1"/>
                    <a:pt x="1" y="119"/>
                    <a:pt x="1" y="266"/>
                  </a:cubicBezTo>
                  <a:cubicBezTo>
                    <a:pt x="1" y="412"/>
                    <a:pt x="120" y="532"/>
                    <a:pt x="267" y="532"/>
                  </a:cubicBezTo>
                  <a:lnTo>
                    <a:pt x="3124" y="532"/>
                  </a:lnTo>
                  <a:cubicBezTo>
                    <a:pt x="3271" y="532"/>
                    <a:pt x="3390" y="412"/>
                    <a:pt x="3390" y="266"/>
                  </a:cubicBezTo>
                  <a:cubicBezTo>
                    <a:pt x="3390" y="119"/>
                    <a:pt x="3271" y="1"/>
                    <a:pt x="3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8">
              <a:extLst>
                <a:ext uri="{FF2B5EF4-FFF2-40B4-BE49-F238E27FC236}">
                  <a16:creationId xmlns:a16="http://schemas.microsoft.com/office/drawing/2014/main" id="{EE8A9ECB-D90B-1C12-98B0-1119E9839624}"/>
                </a:ext>
              </a:extLst>
            </p:cNvPr>
            <p:cNvSpPr/>
            <p:nvPr/>
          </p:nvSpPr>
          <p:spPr>
            <a:xfrm>
              <a:off x="3627630" y="3584181"/>
              <a:ext cx="93731" cy="17645"/>
            </a:xfrm>
            <a:custGeom>
              <a:avLst/>
              <a:gdLst/>
              <a:ahLst/>
              <a:cxnLst/>
              <a:rect l="l" t="t" r="r" b="b"/>
              <a:pathLst>
                <a:path w="2826" h="532" extrusionOk="0">
                  <a:moveTo>
                    <a:pt x="266" y="1"/>
                  </a:moveTo>
                  <a:cubicBezTo>
                    <a:pt x="119" y="1"/>
                    <a:pt x="0" y="119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2560" y="532"/>
                  </a:lnTo>
                  <a:cubicBezTo>
                    <a:pt x="2707" y="532"/>
                    <a:pt x="2826" y="412"/>
                    <a:pt x="2826" y="266"/>
                  </a:cubicBezTo>
                  <a:cubicBezTo>
                    <a:pt x="2826" y="119"/>
                    <a:pt x="2707" y="1"/>
                    <a:pt x="2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58">
              <a:extLst>
                <a:ext uri="{FF2B5EF4-FFF2-40B4-BE49-F238E27FC236}">
                  <a16:creationId xmlns:a16="http://schemas.microsoft.com/office/drawing/2014/main" id="{5B9E7DCF-F605-DCDB-64A1-782A8A4DE3B6}"/>
                </a:ext>
              </a:extLst>
            </p:cNvPr>
            <p:cNvSpPr/>
            <p:nvPr/>
          </p:nvSpPr>
          <p:spPr>
            <a:xfrm>
              <a:off x="3501096" y="3617879"/>
              <a:ext cx="218176" cy="17645"/>
            </a:xfrm>
            <a:custGeom>
              <a:avLst/>
              <a:gdLst/>
              <a:ahLst/>
              <a:cxnLst/>
              <a:rect l="l" t="t" r="r" b="b"/>
              <a:pathLst>
                <a:path w="6578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6311" y="532"/>
                  </a:lnTo>
                  <a:cubicBezTo>
                    <a:pt x="6458" y="532"/>
                    <a:pt x="6577" y="413"/>
                    <a:pt x="6577" y="266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8">
              <a:extLst>
                <a:ext uri="{FF2B5EF4-FFF2-40B4-BE49-F238E27FC236}">
                  <a16:creationId xmlns:a16="http://schemas.microsoft.com/office/drawing/2014/main" id="{345EA5B8-51FA-EF89-0F61-3EEE39F58D48}"/>
                </a:ext>
              </a:extLst>
            </p:cNvPr>
            <p:cNvSpPr/>
            <p:nvPr/>
          </p:nvSpPr>
          <p:spPr>
            <a:xfrm>
              <a:off x="3501096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8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8">
              <a:extLst>
                <a:ext uri="{FF2B5EF4-FFF2-40B4-BE49-F238E27FC236}">
                  <a16:creationId xmlns:a16="http://schemas.microsoft.com/office/drawing/2014/main" id="{362579DC-033B-686D-838A-6C0BDCC14B07}"/>
                </a:ext>
              </a:extLst>
            </p:cNvPr>
            <p:cNvSpPr/>
            <p:nvPr/>
          </p:nvSpPr>
          <p:spPr>
            <a:xfrm>
              <a:off x="3590217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7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8">
              <a:extLst>
                <a:ext uri="{FF2B5EF4-FFF2-40B4-BE49-F238E27FC236}">
                  <a16:creationId xmlns:a16="http://schemas.microsoft.com/office/drawing/2014/main" id="{56DD2BA9-EFD7-E15D-900F-363A78F65A52}"/>
                </a:ext>
              </a:extLst>
            </p:cNvPr>
            <p:cNvSpPr/>
            <p:nvPr/>
          </p:nvSpPr>
          <p:spPr>
            <a:xfrm>
              <a:off x="3680367" y="3651578"/>
              <a:ext cx="38905" cy="17678"/>
            </a:xfrm>
            <a:custGeom>
              <a:avLst/>
              <a:gdLst/>
              <a:ahLst/>
              <a:cxnLst/>
              <a:rect l="l" t="t" r="r" b="b"/>
              <a:pathLst>
                <a:path w="1173" h="533" extrusionOk="0">
                  <a:moveTo>
                    <a:pt x="266" y="1"/>
                  </a:moveTo>
                  <a:cubicBezTo>
                    <a:pt x="119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906" y="532"/>
                  </a:lnTo>
                  <a:cubicBezTo>
                    <a:pt x="1053" y="532"/>
                    <a:pt x="1172" y="413"/>
                    <a:pt x="1172" y="267"/>
                  </a:cubicBezTo>
                  <a:cubicBezTo>
                    <a:pt x="1172" y="120"/>
                    <a:pt x="1053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8">
              <a:extLst>
                <a:ext uri="{FF2B5EF4-FFF2-40B4-BE49-F238E27FC236}">
                  <a16:creationId xmlns:a16="http://schemas.microsoft.com/office/drawing/2014/main" id="{A2701E74-F061-01B2-87A7-FC42BB7C1031}"/>
                </a:ext>
              </a:extLst>
            </p:cNvPr>
            <p:cNvSpPr/>
            <p:nvPr/>
          </p:nvSpPr>
          <p:spPr>
            <a:xfrm>
              <a:off x="3501096" y="3685309"/>
              <a:ext cx="218176" cy="17612"/>
            </a:xfrm>
            <a:custGeom>
              <a:avLst/>
              <a:gdLst/>
              <a:ahLst/>
              <a:cxnLst/>
              <a:rect l="l" t="t" r="r" b="b"/>
              <a:pathLst>
                <a:path w="6578" h="531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cubicBezTo>
                    <a:pt x="1" y="412"/>
                    <a:pt x="120" y="531"/>
                    <a:pt x="267" y="531"/>
                  </a:cubicBezTo>
                  <a:lnTo>
                    <a:pt x="6311" y="531"/>
                  </a:lnTo>
                  <a:cubicBezTo>
                    <a:pt x="6458" y="531"/>
                    <a:pt x="6577" y="412"/>
                    <a:pt x="6577" y="265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8">
              <a:extLst>
                <a:ext uri="{FF2B5EF4-FFF2-40B4-BE49-F238E27FC236}">
                  <a16:creationId xmlns:a16="http://schemas.microsoft.com/office/drawing/2014/main" id="{B6C53FA1-9294-FB4E-4BB1-9FEE2E90FB7C}"/>
                </a:ext>
              </a:extLst>
            </p:cNvPr>
            <p:cNvSpPr/>
            <p:nvPr/>
          </p:nvSpPr>
          <p:spPr>
            <a:xfrm>
              <a:off x="3704546" y="3221495"/>
              <a:ext cx="59735" cy="105771"/>
            </a:xfrm>
            <a:custGeom>
              <a:avLst/>
              <a:gdLst/>
              <a:ahLst/>
              <a:cxnLst/>
              <a:rect l="l" t="t" r="r" b="b"/>
              <a:pathLst>
                <a:path w="1801" h="3189" extrusionOk="0">
                  <a:moveTo>
                    <a:pt x="1270" y="533"/>
                  </a:moveTo>
                  <a:lnTo>
                    <a:pt x="1270" y="1231"/>
                  </a:lnTo>
                  <a:lnTo>
                    <a:pt x="565" y="1231"/>
                  </a:lnTo>
                  <a:lnTo>
                    <a:pt x="565" y="533"/>
                  </a:lnTo>
                  <a:close/>
                  <a:moveTo>
                    <a:pt x="476" y="1"/>
                  </a:moveTo>
                  <a:cubicBezTo>
                    <a:pt x="233" y="1"/>
                    <a:pt x="34" y="200"/>
                    <a:pt x="34" y="444"/>
                  </a:cubicBezTo>
                  <a:lnTo>
                    <a:pt x="34" y="1320"/>
                  </a:lnTo>
                  <a:cubicBezTo>
                    <a:pt x="34" y="1564"/>
                    <a:pt x="233" y="1763"/>
                    <a:pt x="476" y="1763"/>
                  </a:cubicBezTo>
                  <a:lnTo>
                    <a:pt x="626" y="1763"/>
                  </a:lnTo>
                  <a:lnTo>
                    <a:pt x="626" y="2657"/>
                  </a:lnTo>
                  <a:lnTo>
                    <a:pt x="267" y="2657"/>
                  </a:lnTo>
                  <a:cubicBezTo>
                    <a:pt x="120" y="2657"/>
                    <a:pt x="1" y="2776"/>
                    <a:pt x="1" y="2923"/>
                  </a:cubicBezTo>
                  <a:cubicBezTo>
                    <a:pt x="1" y="3070"/>
                    <a:pt x="120" y="3189"/>
                    <a:pt x="267" y="3189"/>
                  </a:cubicBezTo>
                  <a:lnTo>
                    <a:pt x="714" y="3189"/>
                  </a:lnTo>
                  <a:cubicBezTo>
                    <a:pt x="959" y="3189"/>
                    <a:pt x="1157" y="2991"/>
                    <a:pt x="1157" y="2746"/>
                  </a:cubicBezTo>
                  <a:lnTo>
                    <a:pt x="1157" y="1763"/>
                  </a:lnTo>
                  <a:lnTo>
                    <a:pt x="1358" y="1763"/>
                  </a:lnTo>
                  <a:cubicBezTo>
                    <a:pt x="1602" y="1763"/>
                    <a:pt x="1801" y="1564"/>
                    <a:pt x="1801" y="1320"/>
                  </a:cubicBezTo>
                  <a:lnTo>
                    <a:pt x="1801" y="444"/>
                  </a:lnTo>
                  <a:cubicBezTo>
                    <a:pt x="1801" y="200"/>
                    <a:pt x="1602" y="1"/>
                    <a:pt x="1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001;p58">
            <a:extLst>
              <a:ext uri="{FF2B5EF4-FFF2-40B4-BE49-F238E27FC236}">
                <a16:creationId xmlns:a16="http://schemas.microsoft.com/office/drawing/2014/main" id="{BC7CD437-A65D-551A-5F2B-DEE70F505CC7}"/>
              </a:ext>
            </a:extLst>
          </p:cNvPr>
          <p:cNvSpPr/>
          <p:nvPr/>
        </p:nvSpPr>
        <p:spPr>
          <a:xfrm>
            <a:off x="6409119" y="3609163"/>
            <a:ext cx="1652937" cy="6387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006;p58">
            <a:extLst>
              <a:ext uri="{FF2B5EF4-FFF2-40B4-BE49-F238E27FC236}">
                <a16:creationId xmlns:a16="http://schemas.microsoft.com/office/drawing/2014/main" id="{47D93A39-7198-6D1A-83F1-ACDFC073A281}"/>
              </a:ext>
            </a:extLst>
          </p:cNvPr>
          <p:cNvSpPr txBox="1"/>
          <p:nvPr/>
        </p:nvSpPr>
        <p:spPr>
          <a:xfrm>
            <a:off x="1128840" y="3686261"/>
            <a:ext cx="3341559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 on the validation set (</a:t>
            </a:r>
            <a:r>
              <a:rPr lang="en-US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X_val</a:t>
            </a: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lang="pl-PL"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Calculate and print the balanced accuracy score</a:t>
            </a:r>
            <a:endParaRPr lang="pl-PL"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 the best parameters found by </a:t>
            </a:r>
            <a:r>
              <a:rPr lang="en-US" sz="8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GridSearch</a:t>
            </a:r>
            <a:endParaRPr lang="pl-PL"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Return the best estimator for further use or testing</a:t>
            </a:r>
            <a:endParaRPr sz="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007;p58">
            <a:extLst>
              <a:ext uri="{FF2B5EF4-FFF2-40B4-BE49-F238E27FC236}">
                <a16:creationId xmlns:a16="http://schemas.microsoft.com/office/drawing/2014/main" id="{C94ED58B-6B89-CCA2-046D-19DFD99CCF14}"/>
              </a:ext>
            </a:extLst>
          </p:cNvPr>
          <p:cNvSpPr txBox="1"/>
          <p:nvPr/>
        </p:nvSpPr>
        <p:spPr>
          <a:xfrm>
            <a:off x="4298461" y="3686261"/>
            <a:ext cx="1883508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Evaluate and Return the Best Model</a:t>
            </a:r>
            <a:endParaRPr sz="1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5" name="Google Shape;2010;p58">
            <a:extLst>
              <a:ext uri="{FF2B5EF4-FFF2-40B4-BE49-F238E27FC236}">
                <a16:creationId xmlns:a16="http://schemas.microsoft.com/office/drawing/2014/main" id="{CD3F1DDD-23B2-89B0-03D2-267780CA391B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6181969" y="3928511"/>
            <a:ext cx="227150" cy="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6" name="Google Shape;2017;p58">
            <a:extLst>
              <a:ext uri="{FF2B5EF4-FFF2-40B4-BE49-F238E27FC236}">
                <a16:creationId xmlns:a16="http://schemas.microsoft.com/office/drawing/2014/main" id="{05AAAD4E-6EB4-5BBD-BEC9-6AACD5B22C44}"/>
              </a:ext>
            </a:extLst>
          </p:cNvPr>
          <p:cNvGrpSpPr/>
          <p:nvPr/>
        </p:nvGrpSpPr>
        <p:grpSpPr>
          <a:xfrm>
            <a:off x="4160546" y="4417714"/>
            <a:ext cx="76825" cy="76800"/>
            <a:chOff x="3104875" y="1099400"/>
            <a:chExt cx="76825" cy="76800"/>
          </a:xfrm>
        </p:grpSpPr>
        <p:sp>
          <p:nvSpPr>
            <p:cNvPr id="7" name="Google Shape;2018;p58">
              <a:extLst>
                <a:ext uri="{FF2B5EF4-FFF2-40B4-BE49-F238E27FC236}">
                  <a16:creationId xmlns:a16="http://schemas.microsoft.com/office/drawing/2014/main" id="{B4E81461-37F8-C73F-DC00-DC464B2FE06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19;p58">
              <a:extLst>
                <a:ext uri="{FF2B5EF4-FFF2-40B4-BE49-F238E27FC236}">
                  <a16:creationId xmlns:a16="http://schemas.microsoft.com/office/drawing/2014/main" id="{442B4191-D89A-FFEC-1C41-080AEE9444F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2043;p58">
            <a:extLst>
              <a:ext uri="{FF2B5EF4-FFF2-40B4-BE49-F238E27FC236}">
                <a16:creationId xmlns:a16="http://schemas.microsoft.com/office/drawing/2014/main" id="{FC74B6E4-B5B1-31BC-564F-7564A4B0C542}"/>
              </a:ext>
            </a:extLst>
          </p:cNvPr>
          <p:cNvGrpSpPr/>
          <p:nvPr/>
        </p:nvGrpSpPr>
        <p:grpSpPr>
          <a:xfrm>
            <a:off x="7440349" y="3714469"/>
            <a:ext cx="294485" cy="457211"/>
            <a:chOff x="3375624" y="3145176"/>
            <a:chExt cx="388657" cy="601990"/>
          </a:xfrm>
        </p:grpSpPr>
        <p:sp>
          <p:nvSpPr>
            <p:cNvPr id="19" name="Google Shape;2044;p58">
              <a:extLst>
                <a:ext uri="{FF2B5EF4-FFF2-40B4-BE49-F238E27FC236}">
                  <a16:creationId xmlns:a16="http://schemas.microsoft.com/office/drawing/2014/main" id="{365D5253-84D9-FB92-D9C1-FD0BA8FF1DB5}"/>
                </a:ext>
              </a:extLst>
            </p:cNvPr>
            <p:cNvSpPr/>
            <p:nvPr/>
          </p:nvSpPr>
          <p:spPr>
            <a:xfrm>
              <a:off x="3427663" y="3145176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5" y="533"/>
                  </a:moveTo>
                  <a:lnTo>
                    <a:pt x="1235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319"/>
                  </a:lnTo>
                  <a:cubicBezTo>
                    <a:pt x="0" y="1564"/>
                    <a:pt x="198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7" y="1564"/>
                    <a:pt x="1767" y="1319"/>
                  </a:cubicBezTo>
                  <a:lnTo>
                    <a:pt x="1767" y="443"/>
                  </a:lnTo>
                  <a:cubicBezTo>
                    <a:pt x="1767" y="199"/>
                    <a:pt x="1569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45;p58">
              <a:extLst>
                <a:ext uri="{FF2B5EF4-FFF2-40B4-BE49-F238E27FC236}">
                  <a16:creationId xmlns:a16="http://schemas.microsoft.com/office/drawing/2014/main" id="{F4045B95-0967-0E6C-9614-48D1D384F7DD}"/>
                </a:ext>
              </a:extLst>
            </p:cNvPr>
            <p:cNvSpPr/>
            <p:nvPr/>
          </p:nvSpPr>
          <p:spPr>
            <a:xfrm>
              <a:off x="3643219" y="3162954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1" y="1231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319"/>
                  </a:lnTo>
                  <a:cubicBezTo>
                    <a:pt x="1" y="1564"/>
                    <a:pt x="199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8" y="1564"/>
                    <a:pt x="1768" y="1319"/>
                  </a:cubicBezTo>
                  <a:lnTo>
                    <a:pt x="1768" y="443"/>
                  </a:lnTo>
                  <a:cubicBezTo>
                    <a:pt x="1768" y="199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46;p58">
              <a:extLst>
                <a:ext uri="{FF2B5EF4-FFF2-40B4-BE49-F238E27FC236}">
                  <a16:creationId xmlns:a16="http://schemas.microsoft.com/office/drawing/2014/main" id="{B34AA078-E2DC-0E8C-F2B3-CFD798D66C2B}"/>
                </a:ext>
              </a:extLst>
            </p:cNvPr>
            <p:cNvSpPr/>
            <p:nvPr/>
          </p:nvSpPr>
          <p:spPr>
            <a:xfrm>
              <a:off x="3471743" y="3204314"/>
              <a:ext cx="87496" cy="87131"/>
            </a:xfrm>
            <a:custGeom>
              <a:avLst/>
              <a:gdLst/>
              <a:ahLst/>
              <a:cxnLst/>
              <a:rect l="l" t="t" r="r" b="b"/>
              <a:pathLst>
                <a:path w="2638" h="2627" extrusionOk="0">
                  <a:moveTo>
                    <a:pt x="2106" y="532"/>
                  </a:moveTo>
                  <a:lnTo>
                    <a:pt x="2106" y="1229"/>
                  </a:lnTo>
                  <a:lnTo>
                    <a:pt x="1680" y="1229"/>
                  </a:lnTo>
                  <a:cubicBezTo>
                    <a:pt x="1435" y="1229"/>
                    <a:pt x="1237" y="1429"/>
                    <a:pt x="1237" y="1673"/>
                  </a:cubicBezTo>
                  <a:lnTo>
                    <a:pt x="1237" y="2095"/>
                  </a:lnTo>
                  <a:lnTo>
                    <a:pt x="533" y="2095"/>
                  </a:lnTo>
                  <a:lnTo>
                    <a:pt x="533" y="1397"/>
                  </a:lnTo>
                  <a:lnTo>
                    <a:pt x="959" y="1397"/>
                  </a:lnTo>
                  <a:cubicBezTo>
                    <a:pt x="1203" y="1397"/>
                    <a:pt x="1401" y="1199"/>
                    <a:pt x="1401" y="954"/>
                  </a:cubicBezTo>
                  <a:lnTo>
                    <a:pt x="1401" y="532"/>
                  </a:lnTo>
                  <a:close/>
                  <a:moveTo>
                    <a:pt x="1313" y="0"/>
                  </a:moveTo>
                  <a:cubicBezTo>
                    <a:pt x="1069" y="0"/>
                    <a:pt x="871" y="199"/>
                    <a:pt x="871" y="443"/>
                  </a:cubicBezTo>
                  <a:lnTo>
                    <a:pt x="871" y="866"/>
                  </a:lnTo>
                  <a:lnTo>
                    <a:pt x="444" y="866"/>
                  </a:lnTo>
                  <a:cubicBezTo>
                    <a:pt x="200" y="866"/>
                    <a:pt x="1" y="1064"/>
                    <a:pt x="1" y="1308"/>
                  </a:cubicBezTo>
                  <a:lnTo>
                    <a:pt x="1" y="2184"/>
                  </a:lnTo>
                  <a:cubicBezTo>
                    <a:pt x="1" y="2429"/>
                    <a:pt x="200" y="2627"/>
                    <a:pt x="444" y="2627"/>
                  </a:cubicBezTo>
                  <a:lnTo>
                    <a:pt x="1325" y="2627"/>
                  </a:lnTo>
                  <a:cubicBezTo>
                    <a:pt x="1570" y="2627"/>
                    <a:pt x="1769" y="2429"/>
                    <a:pt x="1769" y="2184"/>
                  </a:cubicBezTo>
                  <a:lnTo>
                    <a:pt x="1769" y="1761"/>
                  </a:lnTo>
                  <a:lnTo>
                    <a:pt x="2194" y="1761"/>
                  </a:lnTo>
                  <a:cubicBezTo>
                    <a:pt x="2438" y="1761"/>
                    <a:pt x="2638" y="1563"/>
                    <a:pt x="2638" y="1319"/>
                  </a:cubicBezTo>
                  <a:lnTo>
                    <a:pt x="2638" y="443"/>
                  </a:lnTo>
                  <a:cubicBezTo>
                    <a:pt x="2638" y="199"/>
                    <a:pt x="2438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47;p58">
              <a:extLst>
                <a:ext uri="{FF2B5EF4-FFF2-40B4-BE49-F238E27FC236}">
                  <a16:creationId xmlns:a16="http://schemas.microsoft.com/office/drawing/2014/main" id="{96882256-4129-9328-6806-4D392D21DA2C}"/>
                </a:ext>
              </a:extLst>
            </p:cNvPr>
            <p:cNvSpPr/>
            <p:nvPr/>
          </p:nvSpPr>
          <p:spPr>
            <a:xfrm>
              <a:off x="3375624" y="3216254"/>
              <a:ext cx="387960" cy="530912"/>
            </a:xfrm>
            <a:custGeom>
              <a:avLst/>
              <a:gdLst/>
              <a:ahLst/>
              <a:cxnLst/>
              <a:rect l="l" t="t" r="r" b="b"/>
              <a:pathLst>
                <a:path w="11697" h="16007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7401" y="1037"/>
                  </a:moveTo>
                  <a:lnTo>
                    <a:pt x="7401" y="1735"/>
                  </a:lnTo>
                  <a:lnTo>
                    <a:pt x="6697" y="1735"/>
                  </a:lnTo>
                  <a:lnTo>
                    <a:pt x="6697" y="1037"/>
                  </a:lnTo>
                  <a:close/>
                  <a:moveTo>
                    <a:pt x="5061" y="3567"/>
                  </a:moveTo>
                  <a:lnTo>
                    <a:pt x="5061" y="4398"/>
                  </a:lnTo>
                  <a:lnTo>
                    <a:pt x="3608" y="4398"/>
                  </a:lnTo>
                  <a:lnTo>
                    <a:pt x="3608" y="3567"/>
                  </a:lnTo>
                  <a:close/>
                  <a:moveTo>
                    <a:pt x="9137" y="4930"/>
                  </a:moveTo>
                  <a:lnTo>
                    <a:pt x="9137" y="5805"/>
                  </a:lnTo>
                  <a:cubicBezTo>
                    <a:pt x="9135" y="5816"/>
                    <a:pt x="9123" y="5838"/>
                    <a:pt x="9115" y="5846"/>
                  </a:cubicBezTo>
                  <a:lnTo>
                    <a:pt x="8244" y="6346"/>
                  </a:lnTo>
                  <a:cubicBezTo>
                    <a:pt x="8240" y="6346"/>
                    <a:pt x="8237" y="6345"/>
                    <a:pt x="8234" y="6345"/>
                  </a:cubicBezTo>
                  <a:lnTo>
                    <a:pt x="6994" y="6345"/>
                  </a:lnTo>
                  <a:cubicBezTo>
                    <a:pt x="6847" y="6345"/>
                    <a:pt x="6728" y="6464"/>
                    <a:pt x="6728" y="6611"/>
                  </a:cubicBezTo>
                  <a:cubicBezTo>
                    <a:pt x="6728" y="6759"/>
                    <a:pt x="6847" y="6877"/>
                    <a:pt x="6994" y="6877"/>
                  </a:cubicBezTo>
                  <a:lnTo>
                    <a:pt x="7320" y="6877"/>
                  </a:lnTo>
                  <a:lnTo>
                    <a:pt x="6443" y="7382"/>
                  </a:lnTo>
                  <a:cubicBezTo>
                    <a:pt x="6278" y="7478"/>
                    <a:pt x="6157" y="7686"/>
                    <a:pt x="6157" y="7878"/>
                  </a:cubicBezTo>
                  <a:lnTo>
                    <a:pt x="6157" y="8953"/>
                  </a:lnTo>
                  <a:lnTo>
                    <a:pt x="5561" y="8953"/>
                  </a:lnTo>
                  <a:lnTo>
                    <a:pt x="5561" y="7878"/>
                  </a:lnTo>
                  <a:cubicBezTo>
                    <a:pt x="5561" y="7686"/>
                    <a:pt x="5441" y="7478"/>
                    <a:pt x="5275" y="7382"/>
                  </a:cubicBezTo>
                  <a:lnTo>
                    <a:pt x="4398" y="6877"/>
                  </a:lnTo>
                  <a:lnTo>
                    <a:pt x="5363" y="6877"/>
                  </a:lnTo>
                  <a:cubicBezTo>
                    <a:pt x="5510" y="6877"/>
                    <a:pt x="5629" y="6758"/>
                    <a:pt x="5629" y="6612"/>
                  </a:cubicBezTo>
                  <a:cubicBezTo>
                    <a:pt x="5629" y="6464"/>
                    <a:pt x="5510" y="6346"/>
                    <a:pt x="5363" y="6346"/>
                  </a:cubicBezTo>
                  <a:lnTo>
                    <a:pt x="3580" y="6346"/>
                  </a:lnTo>
                  <a:cubicBezTo>
                    <a:pt x="3551" y="6346"/>
                    <a:pt x="3523" y="6350"/>
                    <a:pt x="3496" y="6359"/>
                  </a:cubicBezTo>
                  <a:lnTo>
                    <a:pt x="2604" y="5846"/>
                  </a:lnTo>
                  <a:cubicBezTo>
                    <a:pt x="2595" y="5838"/>
                    <a:pt x="2584" y="5817"/>
                    <a:pt x="2581" y="5805"/>
                  </a:cubicBezTo>
                  <a:lnTo>
                    <a:pt x="2581" y="4930"/>
                  </a:lnTo>
                  <a:lnTo>
                    <a:pt x="3077" y="4930"/>
                  </a:lnTo>
                  <a:lnTo>
                    <a:pt x="3077" y="5463"/>
                  </a:lnTo>
                  <a:cubicBezTo>
                    <a:pt x="3077" y="5610"/>
                    <a:pt x="3196" y="5729"/>
                    <a:pt x="3342" y="5729"/>
                  </a:cubicBezTo>
                  <a:cubicBezTo>
                    <a:pt x="3489" y="5729"/>
                    <a:pt x="3608" y="5610"/>
                    <a:pt x="3608" y="5463"/>
                  </a:cubicBezTo>
                  <a:lnTo>
                    <a:pt x="3608" y="4930"/>
                  </a:lnTo>
                  <a:lnTo>
                    <a:pt x="5061" y="4930"/>
                  </a:lnTo>
                  <a:lnTo>
                    <a:pt x="5061" y="5463"/>
                  </a:lnTo>
                  <a:cubicBezTo>
                    <a:pt x="5061" y="5610"/>
                    <a:pt x="5180" y="5729"/>
                    <a:pt x="5327" y="5729"/>
                  </a:cubicBezTo>
                  <a:cubicBezTo>
                    <a:pt x="5474" y="5729"/>
                    <a:pt x="5593" y="5610"/>
                    <a:pt x="5593" y="5463"/>
                  </a:cubicBezTo>
                  <a:lnTo>
                    <a:pt x="5593" y="4930"/>
                  </a:lnTo>
                  <a:lnTo>
                    <a:pt x="6783" y="4930"/>
                  </a:lnTo>
                  <a:lnTo>
                    <a:pt x="6783" y="5463"/>
                  </a:lnTo>
                  <a:cubicBezTo>
                    <a:pt x="6783" y="5610"/>
                    <a:pt x="6902" y="5729"/>
                    <a:pt x="7049" y="5729"/>
                  </a:cubicBezTo>
                  <a:cubicBezTo>
                    <a:pt x="7196" y="5729"/>
                    <a:pt x="7315" y="5610"/>
                    <a:pt x="7315" y="5463"/>
                  </a:cubicBezTo>
                  <a:lnTo>
                    <a:pt x="7315" y="4930"/>
                  </a:lnTo>
                  <a:lnTo>
                    <a:pt x="7951" y="4930"/>
                  </a:lnTo>
                  <a:lnTo>
                    <a:pt x="7951" y="5479"/>
                  </a:lnTo>
                  <a:cubicBezTo>
                    <a:pt x="7951" y="5626"/>
                    <a:pt x="8071" y="5745"/>
                    <a:pt x="8217" y="5745"/>
                  </a:cubicBezTo>
                  <a:cubicBezTo>
                    <a:pt x="8363" y="5745"/>
                    <a:pt x="8482" y="5626"/>
                    <a:pt x="8482" y="5479"/>
                  </a:cubicBezTo>
                  <a:lnTo>
                    <a:pt x="8482" y="4930"/>
                  </a:lnTo>
                  <a:close/>
                  <a:moveTo>
                    <a:pt x="443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320"/>
                  </a:lnTo>
                  <a:cubicBezTo>
                    <a:pt x="0" y="1563"/>
                    <a:pt x="199" y="1763"/>
                    <a:pt x="443" y="1763"/>
                  </a:cubicBezTo>
                  <a:lnTo>
                    <a:pt x="617" y="1763"/>
                  </a:lnTo>
                  <a:lnTo>
                    <a:pt x="617" y="2714"/>
                  </a:lnTo>
                  <a:cubicBezTo>
                    <a:pt x="617" y="2959"/>
                    <a:pt x="817" y="3157"/>
                    <a:pt x="1061" y="3157"/>
                  </a:cubicBezTo>
                  <a:lnTo>
                    <a:pt x="3077" y="3157"/>
                  </a:lnTo>
                  <a:lnTo>
                    <a:pt x="3077" y="4398"/>
                  </a:lnTo>
                  <a:lnTo>
                    <a:pt x="2491" y="4398"/>
                  </a:lnTo>
                  <a:cubicBezTo>
                    <a:pt x="2247" y="4398"/>
                    <a:pt x="2049" y="4596"/>
                    <a:pt x="2049" y="4841"/>
                  </a:cubicBezTo>
                  <a:lnTo>
                    <a:pt x="2049" y="5809"/>
                  </a:lnTo>
                  <a:cubicBezTo>
                    <a:pt x="2049" y="6001"/>
                    <a:pt x="2169" y="6209"/>
                    <a:pt x="2335" y="6305"/>
                  </a:cubicBezTo>
                  <a:lnTo>
                    <a:pt x="5006" y="7841"/>
                  </a:lnTo>
                  <a:cubicBezTo>
                    <a:pt x="5015" y="7849"/>
                    <a:pt x="5027" y="7870"/>
                    <a:pt x="5029" y="7881"/>
                  </a:cubicBezTo>
                  <a:lnTo>
                    <a:pt x="5029" y="9041"/>
                  </a:lnTo>
                  <a:cubicBezTo>
                    <a:pt x="5029" y="9184"/>
                    <a:pt x="5097" y="9311"/>
                    <a:pt x="5202" y="9392"/>
                  </a:cubicBezTo>
                  <a:lnTo>
                    <a:pt x="4920" y="9673"/>
                  </a:lnTo>
                  <a:cubicBezTo>
                    <a:pt x="4899" y="9693"/>
                    <a:pt x="4833" y="9720"/>
                    <a:pt x="4805" y="9721"/>
                  </a:cubicBezTo>
                  <a:lnTo>
                    <a:pt x="464" y="9721"/>
                  </a:lnTo>
                  <a:cubicBezTo>
                    <a:pt x="220" y="9721"/>
                    <a:pt x="21" y="9919"/>
                    <a:pt x="21" y="10163"/>
                  </a:cubicBezTo>
                  <a:lnTo>
                    <a:pt x="21" y="15564"/>
                  </a:lnTo>
                  <a:cubicBezTo>
                    <a:pt x="21" y="15809"/>
                    <a:pt x="220" y="16007"/>
                    <a:pt x="464" y="16007"/>
                  </a:cubicBezTo>
                  <a:lnTo>
                    <a:pt x="11253" y="16007"/>
                  </a:lnTo>
                  <a:cubicBezTo>
                    <a:pt x="11498" y="16007"/>
                    <a:pt x="11696" y="15809"/>
                    <a:pt x="11696" y="15564"/>
                  </a:cubicBezTo>
                  <a:lnTo>
                    <a:pt x="11696" y="14483"/>
                  </a:lnTo>
                  <a:cubicBezTo>
                    <a:pt x="11696" y="14336"/>
                    <a:pt x="11577" y="14217"/>
                    <a:pt x="11430" y="14217"/>
                  </a:cubicBezTo>
                  <a:cubicBezTo>
                    <a:pt x="11283" y="14217"/>
                    <a:pt x="11165" y="14336"/>
                    <a:pt x="11165" y="14483"/>
                  </a:cubicBezTo>
                  <a:lnTo>
                    <a:pt x="11165" y="15476"/>
                  </a:lnTo>
                  <a:lnTo>
                    <a:pt x="553" y="15476"/>
                  </a:lnTo>
                  <a:lnTo>
                    <a:pt x="553" y="10253"/>
                  </a:lnTo>
                  <a:lnTo>
                    <a:pt x="4805" y="10253"/>
                  </a:lnTo>
                  <a:cubicBezTo>
                    <a:pt x="4974" y="10253"/>
                    <a:pt x="5175" y="10170"/>
                    <a:pt x="5295" y="10050"/>
                  </a:cubicBezTo>
                  <a:lnTo>
                    <a:pt x="5859" y="9489"/>
                  </a:lnTo>
                  <a:lnTo>
                    <a:pt x="6423" y="10050"/>
                  </a:lnTo>
                  <a:cubicBezTo>
                    <a:pt x="6542" y="10170"/>
                    <a:pt x="6744" y="10253"/>
                    <a:pt x="6913" y="10253"/>
                  </a:cubicBezTo>
                  <a:lnTo>
                    <a:pt x="11165" y="10253"/>
                  </a:lnTo>
                  <a:lnTo>
                    <a:pt x="11165" y="12711"/>
                  </a:lnTo>
                  <a:cubicBezTo>
                    <a:pt x="11165" y="12858"/>
                    <a:pt x="11284" y="12977"/>
                    <a:pt x="11431" y="12977"/>
                  </a:cubicBezTo>
                  <a:cubicBezTo>
                    <a:pt x="11578" y="12977"/>
                    <a:pt x="11696" y="12858"/>
                    <a:pt x="11696" y="12711"/>
                  </a:cubicBezTo>
                  <a:lnTo>
                    <a:pt x="11696" y="10164"/>
                  </a:lnTo>
                  <a:cubicBezTo>
                    <a:pt x="11696" y="9920"/>
                    <a:pt x="11498" y="9721"/>
                    <a:pt x="11253" y="9721"/>
                  </a:cubicBezTo>
                  <a:lnTo>
                    <a:pt x="6913" y="9721"/>
                  </a:lnTo>
                  <a:cubicBezTo>
                    <a:pt x="6885" y="9721"/>
                    <a:pt x="6819" y="9693"/>
                    <a:pt x="6797" y="9674"/>
                  </a:cubicBezTo>
                  <a:lnTo>
                    <a:pt x="6515" y="9391"/>
                  </a:lnTo>
                  <a:cubicBezTo>
                    <a:pt x="6621" y="9311"/>
                    <a:pt x="6689" y="9184"/>
                    <a:pt x="6689" y="9041"/>
                  </a:cubicBezTo>
                  <a:lnTo>
                    <a:pt x="6689" y="7881"/>
                  </a:lnTo>
                  <a:cubicBezTo>
                    <a:pt x="6691" y="7870"/>
                    <a:pt x="6703" y="7849"/>
                    <a:pt x="6712" y="7841"/>
                  </a:cubicBezTo>
                  <a:lnTo>
                    <a:pt x="9383" y="6305"/>
                  </a:lnTo>
                  <a:cubicBezTo>
                    <a:pt x="9549" y="6208"/>
                    <a:pt x="9669" y="6000"/>
                    <a:pt x="9669" y="5809"/>
                  </a:cubicBezTo>
                  <a:lnTo>
                    <a:pt x="9669" y="4841"/>
                  </a:lnTo>
                  <a:cubicBezTo>
                    <a:pt x="9669" y="4596"/>
                    <a:pt x="9471" y="4398"/>
                    <a:pt x="9227" y="4398"/>
                  </a:cubicBezTo>
                  <a:lnTo>
                    <a:pt x="8482" y="4398"/>
                  </a:lnTo>
                  <a:lnTo>
                    <a:pt x="8482" y="3347"/>
                  </a:lnTo>
                  <a:lnTo>
                    <a:pt x="8766" y="3347"/>
                  </a:lnTo>
                  <a:cubicBezTo>
                    <a:pt x="8913" y="3347"/>
                    <a:pt x="9032" y="3228"/>
                    <a:pt x="9032" y="3081"/>
                  </a:cubicBezTo>
                  <a:cubicBezTo>
                    <a:pt x="9032" y="2934"/>
                    <a:pt x="8913" y="2815"/>
                    <a:pt x="8766" y="2815"/>
                  </a:cubicBezTo>
                  <a:lnTo>
                    <a:pt x="8394" y="2815"/>
                  </a:lnTo>
                  <a:cubicBezTo>
                    <a:pt x="8150" y="2815"/>
                    <a:pt x="7950" y="3014"/>
                    <a:pt x="7950" y="3259"/>
                  </a:cubicBezTo>
                  <a:lnTo>
                    <a:pt x="7950" y="4398"/>
                  </a:lnTo>
                  <a:lnTo>
                    <a:pt x="7315" y="4398"/>
                  </a:lnTo>
                  <a:lnTo>
                    <a:pt x="7315" y="2267"/>
                  </a:lnTo>
                  <a:lnTo>
                    <a:pt x="7489" y="2267"/>
                  </a:lnTo>
                  <a:cubicBezTo>
                    <a:pt x="7734" y="2267"/>
                    <a:pt x="7933" y="2069"/>
                    <a:pt x="7933" y="1824"/>
                  </a:cubicBezTo>
                  <a:lnTo>
                    <a:pt x="7933" y="948"/>
                  </a:lnTo>
                  <a:cubicBezTo>
                    <a:pt x="7933" y="704"/>
                    <a:pt x="7734" y="506"/>
                    <a:pt x="7489" y="506"/>
                  </a:cubicBezTo>
                  <a:lnTo>
                    <a:pt x="6609" y="506"/>
                  </a:lnTo>
                  <a:cubicBezTo>
                    <a:pt x="6364" y="506"/>
                    <a:pt x="6165" y="704"/>
                    <a:pt x="6165" y="948"/>
                  </a:cubicBezTo>
                  <a:lnTo>
                    <a:pt x="6165" y="1824"/>
                  </a:lnTo>
                  <a:cubicBezTo>
                    <a:pt x="6165" y="2069"/>
                    <a:pt x="6364" y="2267"/>
                    <a:pt x="6609" y="2267"/>
                  </a:cubicBezTo>
                  <a:lnTo>
                    <a:pt x="6783" y="2267"/>
                  </a:lnTo>
                  <a:lnTo>
                    <a:pt x="6783" y="4398"/>
                  </a:lnTo>
                  <a:lnTo>
                    <a:pt x="5593" y="4398"/>
                  </a:lnTo>
                  <a:lnTo>
                    <a:pt x="5593" y="3478"/>
                  </a:lnTo>
                  <a:cubicBezTo>
                    <a:pt x="5593" y="3234"/>
                    <a:pt x="5395" y="3035"/>
                    <a:pt x="5151" y="3035"/>
                  </a:cubicBezTo>
                  <a:lnTo>
                    <a:pt x="3606" y="3035"/>
                  </a:lnTo>
                  <a:cubicBezTo>
                    <a:pt x="3589" y="2807"/>
                    <a:pt x="3398" y="2626"/>
                    <a:pt x="3165" y="2626"/>
                  </a:cubicBezTo>
                  <a:lnTo>
                    <a:pt x="1149" y="2626"/>
                  </a:lnTo>
                  <a:lnTo>
                    <a:pt x="1149" y="1763"/>
                  </a:lnTo>
                  <a:lnTo>
                    <a:pt x="1324" y="1763"/>
                  </a:lnTo>
                  <a:cubicBezTo>
                    <a:pt x="1568" y="1763"/>
                    <a:pt x="1767" y="1564"/>
                    <a:pt x="1767" y="1320"/>
                  </a:cubicBezTo>
                  <a:lnTo>
                    <a:pt x="1767" y="444"/>
                  </a:lnTo>
                  <a:cubicBezTo>
                    <a:pt x="1767" y="200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48;p58">
              <a:extLst>
                <a:ext uri="{FF2B5EF4-FFF2-40B4-BE49-F238E27FC236}">
                  <a16:creationId xmlns:a16="http://schemas.microsoft.com/office/drawing/2014/main" id="{1C96C974-45B8-706E-15DF-A480132910CB}"/>
                </a:ext>
              </a:extLst>
            </p:cNvPr>
            <p:cNvSpPr/>
            <p:nvPr/>
          </p:nvSpPr>
          <p:spPr>
            <a:xfrm>
              <a:off x="3418576" y="3584181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1"/>
                  </a:moveTo>
                  <a:cubicBezTo>
                    <a:pt x="118" y="1"/>
                    <a:pt x="0" y="119"/>
                    <a:pt x="0" y="266"/>
                  </a:cubicBezTo>
                  <a:cubicBezTo>
                    <a:pt x="0" y="412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2"/>
                    <a:pt x="1918" y="266"/>
                  </a:cubicBezTo>
                  <a:cubicBezTo>
                    <a:pt x="1919" y="119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49;p58">
              <a:extLst>
                <a:ext uri="{FF2B5EF4-FFF2-40B4-BE49-F238E27FC236}">
                  <a16:creationId xmlns:a16="http://schemas.microsoft.com/office/drawing/2014/main" id="{9125ABF3-C4C6-8393-1833-DC308675033D}"/>
                </a:ext>
              </a:extLst>
            </p:cNvPr>
            <p:cNvSpPr/>
            <p:nvPr/>
          </p:nvSpPr>
          <p:spPr>
            <a:xfrm>
              <a:off x="3418576" y="3617879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6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50;p58">
              <a:extLst>
                <a:ext uri="{FF2B5EF4-FFF2-40B4-BE49-F238E27FC236}">
                  <a16:creationId xmlns:a16="http://schemas.microsoft.com/office/drawing/2014/main" id="{94369F23-A0BC-6004-8C3A-AF91D4C7AC24}"/>
                </a:ext>
              </a:extLst>
            </p:cNvPr>
            <p:cNvSpPr/>
            <p:nvPr/>
          </p:nvSpPr>
          <p:spPr>
            <a:xfrm>
              <a:off x="3418576" y="3651578"/>
              <a:ext cx="63682" cy="17678"/>
            </a:xfrm>
            <a:custGeom>
              <a:avLst/>
              <a:gdLst/>
              <a:ahLst/>
              <a:cxnLst/>
              <a:rect l="l" t="t" r="r" b="b"/>
              <a:pathLst>
                <a:path w="1920" h="533" extrusionOk="0">
                  <a:moveTo>
                    <a:pt x="265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7"/>
                  </a:cubicBezTo>
                  <a:cubicBezTo>
                    <a:pt x="1919" y="120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51;p58">
              <a:extLst>
                <a:ext uri="{FF2B5EF4-FFF2-40B4-BE49-F238E27FC236}">
                  <a16:creationId xmlns:a16="http://schemas.microsoft.com/office/drawing/2014/main" id="{AE7F895D-445B-ED99-66C0-8FE0FE37C19E}"/>
                </a:ext>
              </a:extLst>
            </p:cNvPr>
            <p:cNvSpPr/>
            <p:nvPr/>
          </p:nvSpPr>
          <p:spPr>
            <a:xfrm>
              <a:off x="3418576" y="3685309"/>
              <a:ext cx="63682" cy="17612"/>
            </a:xfrm>
            <a:custGeom>
              <a:avLst/>
              <a:gdLst/>
              <a:ahLst/>
              <a:cxnLst/>
              <a:rect l="l" t="t" r="r" b="b"/>
              <a:pathLst>
                <a:path w="1920" h="531" extrusionOk="0">
                  <a:moveTo>
                    <a:pt x="265" y="0"/>
                  </a:moveTo>
                  <a:cubicBezTo>
                    <a:pt x="118" y="0"/>
                    <a:pt x="0" y="119"/>
                    <a:pt x="0" y="265"/>
                  </a:cubicBezTo>
                  <a:cubicBezTo>
                    <a:pt x="0" y="412"/>
                    <a:pt x="118" y="531"/>
                    <a:pt x="265" y="531"/>
                  </a:cubicBezTo>
                  <a:lnTo>
                    <a:pt x="1653" y="531"/>
                  </a:lnTo>
                  <a:cubicBezTo>
                    <a:pt x="1799" y="531"/>
                    <a:pt x="1918" y="412"/>
                    <a:pt x="1918" y="265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52;p58">
              <a:extLst>
                <a:ext uri="{FF2B5EF4-FFF2-40B4-BE49-F238E27FC236}">
                  <a16:creationId xmlns:a16="http://schemas.microsoft.com/office/drawing/2014/main" id="{AB28FDB3-6467-330F-E8DF-39B47F5543D2}"/>
                </a:ext>
              </a:extLst>
            </p:cNvPr>
            <p:cNvSpPr/>
            <p:nvPr/>
          </p:nvSpPr>
          <p:spPr>
            <a:xfrm>
              <a:off x="3501096" y="3584181"/>
              <a:ext cx="112471" cy="17645"/>
            </a:xfrm>
            <a:custGeom>
              <a:avLst/>
              <a:gdLst/>
              <a:ahLst/>
              <a:cxnLst/>
              <a:rect l="l" t="t" r="r" b="b"/>
              <a:pathLst>
                <a:path w="3391" h="532" extrusionOk="0">
                  <a:moveTo>
                    <a:pt x="267" y="1"/>
                  </a:moveTo>
                  <a:cubicBezTo>
                    <a:pt x="120" y="1"/>
                    <a:pt x="1" y="119"/>
                    <a:pt x="1" y="266"/>
                  </a:cubicBezTo>
                  <a:cubicBezTo>
                    <a:pt x="1" y="412"/>
                    <a:pt x="120" y="532"/>
                    <a:pt x="267" y="532"/>
                  </a:cubicBezTo>
                  <a:lnTo>
                    <a:pt x="3124" y="532"/>
                  </a:lnTo>
                  <a:cubicBezTo>
                    <a:pt x="3271" y="532"/>
                    <a:pt x="3390" y="412"/>
                    <a:pt x="3390" y="266"/>
                  </a:cubicBezTo>
                  <a:cubicBezTo>
                    <a:pt x="3390" y="119"/>
                    <a:pt x="3271" y="1"/>
                    <a:pt x="3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53;p58">
              <a:extLst>
                <a:ext uri="{FF2B5EF4-FFF2-40B4-BE49-F238E27FC236}">
                  <a16:creationId xmlns:a16="http://schemas.microsoft.com/office/drawing/2014/main" id="{6AC004C9-AFF1-3BE7-553A-1448186D8DA1}"/>
                </a:ext>
              </a:extLst>
            </p:cNvPr>
            <p:cNvSpPr/>
            <p:nvPr/>
          </p:nvSpPr>
          <p:spPr>
            <a:xfrm>
              <a:off x="3627630" y="3584181"/>
              <a:ext cx="93731" cy="17645"/>
            </a:xfrm>
            <a:custGeom>
              <a:avLst/>
              <a:gdLst/>
              <a:ahLst/>
              <a:cxnLst/>
              <a:rect l="l" t="t" r="r" b="b"/>
              <a:pathLst>
                <a:path w="2826" h="532" extrusionOk="0">
                  <a:moveTo>
                    <a:pt x="266" y="1"/>
                  </a:moveTo>
                  <a:cubicBezTo>
                    <a:pt x="119" y="1"/>
                    <a:pt x="0" y="119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2560" y="532"/>
                  </a:lnTo>
                  <a:cubicBezTo>
                    <a:pt x="2707" y="532"/>
                    <a:pt x="2826" y="412"/>
                    <a:pt x="2826" y="266"/>
                  </a:cubicBezTo>
                  <a:cubicBezTo>
                    <a:pt x="2826" y="119"/>
                    <a:pt x="2707" y="1"/>
                    <a:pt x="2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54;p58">
              <a:extLst>
                <a:ext uri="{FF2B5EF4-FFF2-40B4-BE49-F238E27FC236}">
                  <a16:creationId xmlns:a16="http://schemas.microsoft.com/office/drawing/2014/main" id="{B450C569-3C25-C79E-BC11-8411A3B1ECDF}"/>
                </a:ext>
              </a:extLst>
            </p:cNvPr>
            <p:cNvSpPr/>
            <p:nvPr/>
          </p:nvSpPr>
          <p:spPr>
            <a:xfrm>
              <a:off x="3501096" y="3617879"/>
              <a:ext cx="218176" cy="17645"/>
            </a:xfrm>
            <a:custGeom>
              <a:avLst/>
              <a:gdLst/>
              <a:ahLst/>
              <a:cxnLst/>
              <a:rect l="l" t="t" r="r" b="b"/>
              <a:pathLst>
                <a:path w="6578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6311" y="532"/>
                  </a:lnTo>
                  <a:cubicBezTo>
                    <a:pt x="6458" y="532"/>
                    <a:pt x="6577" y="413"/>
                    <a:pt x="6577" y="266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055;p58">
              <a:extLst>
                <a:ext uri="{FF2B5EF4-FFF2-40B4-BE49-F238E27FC236}">
                  <a16:creationId xmlns:a16="http://schemas.microsoft.com/office/drawing/2014/main" id="{94873993-B029-37F8-5A98-84062D556C93}"/>
                </a:ext>
              </a:extLst>
            </p:cNvPr>
            <p:cNvSpPr/>
            <p:nvPr/>
          </p:nvSpPr>
          <p:spPr>
            <a:xfrm>
              <a:off x="3501096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8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056;p58">
              <a:extLst>
                <a:ext uri="{FF2B5EF4-FFF2-40B4-BE49-F238E27FC236}">
                  <a16:creationId xmlns:a16="http://schemas.microsoft.com/office/drawing/2014/main" id="{229D1EAB-0CF2-1ECF-9E40-C2BED7B37E09}"/>
                </a:ext>
              </a:extLst>
            </p:cNvPr>
            <p:cNvSpPr/>
            <p:nvPr/>
          </p:nvSpPr>
          <p:spPr>
            <a:xfrm>
              <a:off x="3590217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7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57;p58">
              <a:extLst>
                <a:ext uri="{FF2B5EF4-FFF2-40B4-BE49-F238E27FC236}">
                  <a16:creationId xmlns:a16="http://schemas.microsoft.com/office/drawing/2014/main" id="{17FDF487-13BA-6CBE-6231-5DA3B1457924}"/>
                </a:ext>
              </a:extLst>
            </p:cNvPr>
            <p:cNvSpPr/>
            <p:nvPr/>
          </p:nvSpPr>
          <p:spPr>
            <a:xfrm>
              <a:off x="3680367" y="3651578"/>
              <a:ext cx="38905" cy="17678"/>
            </a:xfrm>
            <a:custGeom>
              <a:avLst/>
              <a:gdLst/>
              <a:ahLst/>
              <a:cxnLst/>
              <a:rect l="l" t="t" r="r" b="b"/>
              <a:pathLst>
                <a:path w="1173" h="533" extrusionOk="0">
                  <a:moveTo>
                    <a:pt x="266" y="1"/>
                  </a:moveTo>
                  <a:cubicBezTo>
                    <a:pt x="119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906" y="532"/>
                  </a:lnTo>
                  <a:cubicBezTo>
                    <a:pt x="1053" y="532"/>
                    <a:pt x="1172" y="413"/>
                    <a:pt x="1172" y="267"/>
                  </a:cubicBezTo>
                  <a:cubicBezTo>
                    <a:pt x="1172" y="120"/>
                    <a:pt x="1053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058;p58">
              <a:extLst>
                <a:ext uri="{FF2B5EF4-FFF2-40B4-BE49-F238E27FC236}">
                  <a16:creationId xmlns:a16="http://schemas.microsoft.com/office/drawing/2014/main" id="{76782D48-95B3-6AA6-C23E-B480E02EFFC8}"/>
                </a:ext>
              </a:extLst>
            </p:cNvPr>
            <p:cNvSpPr/>
            <p:nvPr/>
          </p:nvSpPr>
          <p:spPr>
            <a:xfrm>
              <a:off x="3501096" y="3685309"/>
              <a:ext cx="218176" cy="17612"/>
            </a:xfrm>
            <a:custGeom>
              <a:avLst/>
              <a:gdLst/>
              <a:ahLst/>
              <a:cxnLst/>
              <a:rect l="l" t="t" r="r" b="b"/>
              <a:pathLst>
                <a:path w="6578" h="531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cubicBezTo>
                    <a:pt x="1" y="412"/>
                    <a:pt x="120" y="531"/>
                    <a:pt x="267" y="531"/>
                  </a:cubicBezTo>
                  <a:lnTo>
                    <a:pt x="6311" y="531"/>
                  </a:lnTo>
                  <a:cubicBezTo>
                    <a:pt x="6458" y="531"/>
                    <a:pt x="6577" y="412"/>
                    <a:pt x="6577" y="265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059;p58">
              <a:extLst>
                <a:ext uri="{FF2B5EF4-FFF2-40B4-BE49-F238E27FC236}">
                  <a16:creationId xmlns:a16="http://schemas.microsoft.com/office/drawing/2014/main" id="{0FF1B356-88C9-2FB4-3395-8B560AC35573}"/>
                </a:ext>
              </a:extLst>
            </p:cNvPr>
            <p:cNvSpPr/>
            <p:nvPr/>
          </p:nvSpPr>
          <p:spPr>
            <a:xfrm>
              <a:off x="3704546" y="3221495"/>
              <a:ext cx="59735" cy="105771"/>
            </a:xfrm>
            <a:custGeom>
              <a:avLst/>
              <a:gdLst/>
              <a:ahLst/>
              <a:cxnLst/>
              <a:rect l="l" t="t" r="r" b="b"/>
              <a:pathLst>
                <a:path w="1801" h="3189" extrusionOk="0">
                  <a:moveTo>
                    <a:pt x="1270" y="533"/>
                  </a:moveTo>
                  <a:lnTo>
                    <a:pt x="1270" y="1231"/>
                  </a:lnTo>
                  <a:lnTo>
                    <a:pt x="565" y="1231"/>
                  </a:lnTo>
                  <a:lnTo>
                    <a:pt x="565" y="533"/>
                  </a:lnTo>
                  <a:close/>
                  <a:moveTo>
                    <a:pt x="476" y="1"/>
                  </a:moveTo>
                  <a:cubicBezTo>
                    <a:pt x="233" y="1"/>
                    <a:pt x="34" y="200"/>
                    <a:pt x="34" y="444"/>
                  </a:cubicBezTo>
                  <a:lnTo>
                    <a:pt x="34" y="1320"/>
                  </a:lnTo>
                  <a:cubicBezTo>
                    <a:pt x="34" y="1564"/>
                    <a:pt x="233" y="1763"/>
                    <a:pt x="476" y="1763"/>
                  </a:cubicBezTo>
                  <a:lnTo>
                    <a:pt x="626" y="1763"/>
                  </a:lnTo>
                  <a:lnTo>
                    <a:pt x="626" y="2657"/>
                  </a:lnTo>
                  <a:lnTo>
                    <a:pt x="267" y="2657"/>
                  </a:lnTo>
                  <a:cubicBezTo>
                    <a:pt x="120" y="2657"/>
                    <a:pt x="1" y="2776"/>
                    <a:pt x="1" y="2923"/>
                  </a:cubicBezTo>
                  <a:cubicBezTo>
                    <a:pt x="1" y="3070"/>
                    <a:pt x="120" y="3189"/>
                    <a:pt x="267" y="3189"/>
                  </a:cubicBezTo>
                  <a:lnTo>
                    <a:pt x="714" y="3189"/>
                  </a:lnTo>
                  <a:cubicBezTo>
                    <a:pt x="959" y="3189"/>
                    <a:pt x="1157" y="2991"/>
                    <a:pt x="1157" y="2746"/>
                  </a:cubicBezTo>
                  <a:lnTo>
                    <a:pt x="1157" y="1763"/>
                  </a:lnTo>
                  <a:lnTo>
                    <a:pt x="1358" y="1763"/>
                  </a:lnTo>
                  <a:cubicBezTo>
                    <a:pt x="1602" y="1763"/>
                    <a:pt x="1801" y="1564"/>
                    <a:pt x="1801" y="1320"/>
                  </a:cubicBezTo>
                  <a:lnTo>
                    <a:pt x="1801" y="444"/>
                  </a:lnTo>
                  <a:cubicBezTo>
                    <a:pt x="1801" y="200"/>
                    <a:pt x="1602" y="1"/>
                    <a:pt x="1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95551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>
          <a:extLst>
            <a:ext uri="{FF2B5EF4-FFF2-40B4-BE49-F238E27FC236}">
              <a16:creationId xmlns:a16="http://schemas.microsoft.com/office/drawing/2014/main" id="{E3733A6E-61DA-1C82-89F1-1427AF42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9">
            <a:extLst>
              <a:ext uri="{FF2B5EF4-FFF2-40B4-BE49-F238E27FC236}">
                <a16:creationId xmlns:a16="http://schemas.microsoft.com/office/drawing/2014/main" id="{E19ECF51-4D8E-5F32-3324-9CC35D9D16B3}"/>
              </a:ext>
            </a:extLst>
          </p:cNvPr>
          <p:cNvSpPr/>
          <p:nvPr/>
        </p:nvSpPr>
        <p:spPr>
          <a:xfrm rot="5400000">
            <a:off x="1496537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9">
            <a:extLst>
              <a:ext uri="{FF2B5EF4-FFF2-40B4-BE49-F238E27FC236}">
                <a16:creationId xmlns:a16="http://schemas.microsoft.com/office/drawing/2014/main" id="{AE19B6A7-5A1E-E99F-FF63-45522F982572}"/>
              </a:ext>
            </a:extLst>
          </p:cNvPr>
          <p:cNvSpPr/>
          <p:nvPr/>
        </p:nvSpPr>
        <p:spPr>
          <a:xfrm rot="5400000">
            <a:off x="4093948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9">
            <a:extLst>
              <a:ext uri="{FF2B5EF4-FFF2-40B4-BE49-F238E27FC236}">
                <a16:creationId xmlns:a16="http://schemas.microsoft.com/office/drawing/2014/main" id="{93C8B928-18BF-8808-78A4-59CE1A9B4BE4}"/>
              </a:ext>
            </a:extLst>
          </p:cNvPr>
          <p:cNvSpPr/>
          <p:nvPr/>
        </p:nvSpPr>
        <p:spPr>
          <a:xfrm rot="5400000">
            <a:off x="6691361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>
            <a:extLst>
              <a:ext uri="{FF2B5EF4-FFF2-40B4-BE49-F238E27FC236}">
                <a16:creationId xmlns:a16="http://schemas.microsoft.com/office/drawing/2014/main" id="{EBDD32CE-29DC-49B6-6155-09EBB3735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Modelling</a:t>
            </a:r>
            <a:endParaRPr dirty="0"/>
          </a:p>
        </p:txBody>
      </p:sp>
      <p:sp>
        <p:nvSpPr>
          <p:cNvPr id="1328" name="Google Shape;1328;p39">
            <a:extLst>
              <a:ext uri="{FF2B5EF4-FFF2-40B4-BE49-F238E27FC236}">
                <a16:creationId xmlns:a16="http://schemas.microsoft.com/office/drawing/2014/main" id="{E215D205-7DD5-7446-DCEE-A158601E20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3969" y="3180750"/>
            <a:ext cx="2766646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l-PL" dirty="0" err="1"/>
              <a:t>Balanced</a:t>
            </a:r>
            <a:r>
              <a:rPr lang="pl-PL" dirty="0"/>
              <a:t> Class </a:t>
            </a:r>
            <a:r>
              <a:rPr lang="pl-PL" dirty="0" err="1"/>
              <a:t>Weights</a:t>
            </a:r>
            <a:endParaRPr lang="pl-PL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l-PL" dirty="0"/>
              <a:t>Many </a:t>
            </a:r>
            <a:r>
              <a:rPr lang="pl-PL" dirty="0" err="1"/>
              <a:t>Regularisation</a:t>
            </a:r>
            <a:r>
              <a:rPr lang="pl-PL" dirty="0"/>
              <a:t> </a:t>
            </a:r>
            <a:r>
              <a:rPr lang="pl-PL" dirty="0" err="1"/>
              <a:t>Possibilities</a:t>
            </a:r>
            <a:endParaRPr lang="pl-PL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pl-PL" dirty="0"/>
              <a:t>Many </a:t>
            </a:r>
            <a:r>
              <a:rPr lang="pl-PL" dirty="0" err="1"/>
              <a:t>solvers</a:t>
            </a:r>
            <a:r>
              <a:rPr lang="pl-PL" dirty="0"/>
              <a:t> </a:t>
            </a:r>
            <a:r>
              <a:rPr lang="pl-PL" dirty="0" err="1"/>
              <a:t>tested</a:t>
            </a:r>
            <a:endParaRPr dirty="0"/>
          </a:p>
        </p:txBody>
      </p:sp>
      <p:sp>
        <p:nvSpPr>
          <p:cNvPr id="1329" name="Google Shape;1329;p39">
            <a:extLst>
              <a:ext uri="{FF2B5EF4-FFF2-40B4-BE49-F238E27FC236}">
                <a16:creationId xmlns:a16="http://schemas.microsoft.com/office/drawing/2014/main" id="{1FF1B22C-078C-F59A-77B7-8A9AD13CE06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Various</a:t>
            </a:r>
            <a:r>
              <a:rPr lang="pl-PL" dirty="0"/>
              <a:t> n </a:t>
            </a:r>
            <a:r>
              <a:rPr lang="pl-PL" dirty="0" err="1"/>
              <a:t>number</a:t>
            </a:r>
            <a:r>
              <a:rPr lang="pl-PL" dirty="0"/>
              <a:t>, </a:t>
            </a:r>
            <a:r>
              <a:rPr lang="pl-PL" dirty="0" err="1"/>
              <a:t>weights</a:t>
            </a:r>
            <a:r>
              <a:rPr lang="pl-PL" dirty="0"/>
              <a:t>, </a:t>
            </a:r>
            <a:r>
              <a:rPr lang="pl-PL" dirty="0" err="1"/>
              <a:t>distance</a:t>
            </a:r>
            <a:r>
              <a:rPr lang="pl-PL" dirty="0"/>
              <a:t> </a:t>
            </a:r>
            <a:r>
              <a:rPr lang="pl-PL" dirty="0" err="1"/>
              <a:t>metrics</a:t>
            </a:r>
            <a:r>
              <a:rPr lang="pl-PL" dirty="0"/>
              <a:t>, p, </a:t>
            </a:r>
            <a:r>
              <a:rPr lang="pl-PL" dirty="0" err="1"/>
              <a:t>algorythm</a:t>
            </a:r>
            <a:endParaRPr dirty="0"/>
          </a:p>
        </p:txBody>
      </p:sp>
      <p:sp>
        <p:nvSpPr>
          <p:cNvPr id="1330" name="Google Shape;1330;p39">
            <a:extLst>
              <a:ext uri="{FF2B5EF4-FFF2-40B4-BE49-F238E27FC236}">
                <a16:creationId xmlns:a16="http://schemas.microsoft.com/office/drawing/2014/main" id="{46F573B8-F6CF-640C-092B-19E59E0EFA3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Various</a:t>
            </a:r>
            <a:r>
              <a:rPr lang="pl-PL" dirty="0"/>
              <a:t> </a:t>
            </a:r>
            <a:r>
              <a:rPr lang="pl-PL" dirty="0" err="1"/>
              <a:t>kernels</a:t>
            </a:r>
            <a:r>
              <a:rPr lang="pl-PL" dirty="0"/>
              <a:t> and C </a:t>
            </a:r>
            <a:r>
              <a:rPr lang="pl-PL" dirty="0" err="1"/>
              <a:t>Values</a:t>
            </a:r>
            <a:r>
              <a:rPr lang="pl-PL" dirty="0"/>
              <a:t>, </a:t>
            </a:r>
            <a:r>
              <a:rPr lang="pl-PL" dirty="0" err="1"/>
              <a:t>Balanced</a:t>
            </a:r>
            <a:r>
              <a:rPr lang="pl-PL" dirty="0"/>
              <a:t> Class </a:t>
            </a:r>
            <a:r>
              <a:rPr lang="pl-PL" dirty="0" err="1"/>
              <a:t>Weight</a:t>
            </a:r>
            <a:endParaRPr dirty="0"/>
          </a:p>
        </p:txBody>
      </p:sp>
      <p:sp>
        <p:nvSpPr>
          <p:cNvPr id="1331" name="Google Shape;1331;p39">
            <a:extLst>
              <a:ext uri="{FF2B5EF4-FFF2-40B4-BE49-F238E27FC236}">
                <a16:creationId xmlns:a16="http://schemas.microsoft.com/office/drawing/2014/main" id="{1F5ED345-0203-F08C-2EB3-3BD58C565C8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61341" y="2725452"/>
            <a:ext cx="3019395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 err="1"/>
              <a:t>Logistic</a:t>
            </a:r>
            <a:r>
              <a:rPr lang="pl-PL" sz="2000" dirty="0"/>
              <a:t> </a:t>
            </a:r>
            <a:r>
              <a:rPr lang="pl-PL" sz="2000" dirty="0" err="1"/>
              <a:t>Regression</a:t>
            </a:r>
            <a:endParaRPr sz="2000" dirty="0"/>
          </a:p>
        </p:txBody>
      </p:sp>
      <p:sp>
        <p:nvSpPr>
          <p:cNvPr id="1332" name="Google Shape;1332;p39">
            <a:extLst>
              <a:ext uri="{FF2B5EF4-FFF2-40B4-BE49-F238E27FC236}">
                <a16:creationId xmlns:a16="http://schemas.microsoft.com/office/drawing/2014/main" id="{073571BD-DC18-4207-453C-29687410B78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KNN</a:t>
            </a:r>
            <a:endParaRPr dirty="0"/>
          </a:p>
        </p:txBody>
      </p:sp>
      <p:sp>
        <p:nvSpPr>
          <p:cNvPr id="1333" name="Google Shape;1333;p39">
            <a:extLst>
              <a:ext uri="{FF2B5EF4-FFF2-40B4-BE49-F238E27FC236}">
                <a16:creationId xmlns:a16="http://schemas.microsoft.com/office/drawing/2014/main" id="{98129491-E32A-1D3B-D86D-C2AC293DC64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SVM</a:t>
            </a:r>
            <a:endParaRPr dirty="0"/>
          </a:p>
        </p:txBody>
      </p:sp>
      <p:grpSp>
        <p:nvGrpSpPr>
          <p:cNvPr id="1334" name="Google Shape;1334;p39">
            <a:extLst>
              <a:ext uri="{FF2B5EF4-FFF2-40B4-BE49-F238E27FC236}">
                <a16:creationId xmlns:a16="http://schemas.microsoft.com/office/drawing/2014/main" id="{6856BD4A-F647-E6F5-3D64-3DE452701EF3}"/>
              </a:ext>
            </a:extLst>
          </p:cNvPr>
          <p:cNvGrpSpPr/>
          <p:nvPr/>
        </p:nvGrpSpPr>
        <p:grpSpPr>
          <a:xfrm>
            <a:off x="1708816" y="1793256"/>
            <a:ext cx="531542" cy="602023"/>
            <a:chOff x="4020665" y="1431080"/>
            <a:chExt cx="531542" cy="602023"/>
          </a:xfrm>
        </p:grpSpPr>
        <p:sp>
          <p:nvSpPr>
            <p:cNvPr id="1335" name="Google Shape;1335;p39">
              <a:extLst>
                <a:ext uri="{FF2B5EF4-FFF2-40B4-BE49-F238E27FC236}">
                  <a16:creationId xmlns:a16="http://schemas.microsoft.com/office/drawing/2014/main" id="{19AFA3A1-CB30-6C28-D21F-03F6A5D46212}"/>
                </a:ext>
              </a:extLst>
            </p:cNvPr>
            <p:cNvSpPr/>
            <p:nvPr/>
          </p:nvSpPr>
          <p:spPr>
            <a:xfrm>
              <a:off x="4094363" y="1495524"/>
              <a:ext cx="457844" cy="537579"/>
            </a:xfrm>
            <a:custGeom>
              <a:avLst/>
              <a:gdLst/>
              <a:ahLst/>
              <a:cxnLst/>
              <a:rect l="l" t="t" r="r" b="b"/>
              <a:pathLst>
                <a:path w="13804" h="16208" extrusionOk="0">
                  <a:moveTo>
                    <a:pt x="10670" y="532"/>
                  </a:moveTo>
                  <a:lnTo>
                    <a:pt x="10670" y="973"/>
                  </a:lnTo>
                  <a:cubicBezTo>
                    <a:pt x="10670" y="1181"/>
                    <a:pt x="10810" y="1383"/>
                    <a:pt x="11006" y="1455"/>
                  </a:cubicBezTo>
                  <a:lnTo>
                    <a:pt x="11230" y="1549"/>
                  </a:lnTo>
                  <a:cubicBezTo>
                    <a:pt x="11294" y="1579"/>
                    <a:pt x="11367" y="1594"/>
                    <a:pt x="11441" y="1594"/>
                  </a:cubicBezTo>
                  <a:cubicBezTo>
                    <a:pt x="11582" y="1594"/>
                    <a:pt x="11717" y="1540"/>
                    <a:pt x="11810" y="1446"/>
                  </a:cubicBezTo>
                  <a:lnTo>
                    <a:pt x="12117" y="1137"/>
                  </a:lnTo>
                  <a:lnTo>
                    <a:pt x="12674" y="1697"/>
                  </a:lnTo>
                  <a:lnTo>
                    <a:pt x="12364" y="2009"/>
                  </a:lnTo>
                  <a:cubicBezTo>
                    <a:pt x="12217" y="2157"/>
                    <a:pt x="12175" y="2399"/>
                    <a:pt x="12262" y="2588"/>
                  </a:cubicBezTo>
                  <a:lnTo>
                    <a:pt x="12355" y="2815"/>
                  </a:lnTo>
                  <a:cubicBezTo>
                    <a:pt x="12426" y="3012"/>
                    <a:pt x="12628" y="3154"/>
                    <a:pt x="12838" y="3154"/>
                  </a:cubicBezTo>
                  <a:lnTo>
                    <a:pt x="13271" y="3154"/>
                  </a:lnTo>
                  <a:lnTo>
                    <a:pt x="13271" y="3948"/>
                  </a:lnTo>
                  <a:lnTo>
                    <a:pt x="12838" y="3948"/>
                  </a:lnTo>
                  <a:cubicBezTo>
                    <a:pt x="12629" y="3948"/>
                    <a:pt x="12426" y="4090"/>
                    <a:pt x="12355" y="4287"/>
                  </a:cubicBezTo>
                  <a:lnTo>
                    <a:pt x="12262" y="4514"/>
                  </a:lnTo>
                  <a:cubicBezTo>
                    <a:pt x="12175" y="4703"/>
                    <a:pt x="12217" y="4945"/>
                    <a:pt x="12364" y="5093"/>
                  </a:cubicBezTo>
                  <a:lnTo>
                    <a:pt x="12674" y="5405"/>
                  </a:lnTo>
                  <a:lnTo>
                    <a:pt x="12117" y="5966"/>
                  </a:lnTo>
                  <a:lnTo>
                    <a:pt x="11810" y="5656"/>
                  </a:lnTo>
                  <a:cubicBezTo>
                    <a:pt x="11717" y="5562"/>
                    <a:pt x="11582" y="5508"/>
                    <a:pt x="11441" y="5508"/>
                  </a:cubicBezTo>
                  <a:cubicBezTo>
                    <a:pt x="11367" y="5508"/>
                    <a:pt x="11294" y="5523"/>
                    <a:pt x="11230" y="5553"/>
                  </a:cubicBezTo>
                  <a:lnTo>
                    <a:pt x="11006" y="5647"/>
                  </a:lnTo>
                  <a:cubicBezTo>
                    <a:pt x="10811" y="5718"/>
                    <a:pt x="10670" y="5921"/>
                    <a:pt x="10670" y="6129"/>
                  </a:cubicBezTo>
                  <a:lnTo>
                    <a:pt x="10670" y="6570"/>
                  </a:lnTo>
                  <a:lnTo>
                    <a:pt x="9885" y="6570"/>
                  </a:lnTo>
                  <a:lnTo>
                    <a:pt x="9885" y="6129"/>
                  </a:lnTo>
                  <a:cubicBezTo>
                    <a:pt x="9885" y="5921"/>
                    <a:pt x="9745" y="5718"/>
                    <a:pt x="9548" y="5647"/>
                  </a:cubicBezTo>
                  <a:lnTo>
                    <a:pt x="9325" y="5553"/>
                  </a:lnTo>
                  <a:cubicBezTo>
                    <a:pt x="9261" y="5523"/>
                    <a:pt x="9189" y="5508"/>
                    <a:pt x="9114" y="5508"/>
                  </a:cubicBezTo>
                  <a:cubicBezTo>
                    <a:pt x="8972" y="5508"/>
                    <a:pt x="8838" y="5562"/>
                    <a:pt x="8745" y="5656"/>
                  </a:cubicBezTo>
                  <a:lnTo>
                    <a:pt x="8438" y="5966"/>
                  </a:lnTo>
                  <a:lnTo>
                    <a:pt x="7882" y="5405"/>
                  </a:lnTo>
                  <a:lnTo>
                    <a:pt x="8191" y="5093"/>
                  </a:lnTo>
                  <a:cubicBezTo>
                    <a:pt x="8338" y="4945"/>
                    <a:pt x="8380" y="4703"/>
                    <a:pt x="8293" y="4513"/>
                  </a:cubicBezTo>
                  <a:lnTo>
                    <a:pt x="8200" y="4287"/>
                  </a:lnTo>
                  <a:cubicBezTo>
                    <a:pt x="8129" y="4090"/>
                    <a:pt x="7927" y="3948"/>
                    <a:pt x="7717" y="3948"/>
                  </a:cubicBezTo>
                  <a:lnTo>
                    <a:pt x="7283" y="3948"/>
                  </a:lnTo>
                  <a:lnTo>
                    <a:pt x="7283" y="3154"/>
                  </a:lnTo>
                  <a:lnTo>
                    <a:pt x="7717" y="3154"/>
                  </a:lnTo>
                  <a:cubicBezTo>
                    <a:pt x="7927" y="3154"/>
                    <a:pt x="8129" y="3012"/>
                    <a:pt x="8200" y="2815"/>
                  </a:cubicBezTo>
                  <a:lnTo>
                    <a:pt x="8293" y="2588"/>
                  </a:lnTo>
                  <a:cubicBezTo>
                    <a:pt x="8380" y="2399"/>
                    <a:pt x="8338" y="2157"/>
                    <a:pt x="8191" y="2009"/>
                  </a:cubicBezTo>
                  <a:lnTo>
                    <a:pt x="7881" y="1697"/>
                  </a:lnTo>
                  <a:lnTo>
                    <a:pt x="8438" y="1136"/>
                  </a:lnTo>
                  <a:lnTo>
                    <a:pt x="8745" y="1446"/>
                  </a:lnTo>
                  <a:cubicBezTo>
                    <a:pt x="8838" y="1540"/>
                    <a:pt x="8972" y="1594"/>
                    <a:pt x="9114" y="1594"/>
                  </a:cubicBezTo>
                  <a:cubicBezTo>
                    <a:pt x="9188" y="1594"/>
                    <a:pt x="9261" y="1579"/>
                    <a:pt x="9325" y="1549"/>
                  </a:cubicBezTo>
                  <a:lnTo>
                    <a:pt x="9548" y="1455"/>
                  </a:lnTo>
                  <a:cubicBezTo>
                    <a:pt x="9744" y="1383"/>
                    <a:pt x="9885" y="1181"/>
                    <a:pt x="9885" y="973"/>
                  </a:cubicBezTo>
                  <a:lnTo>
                    <a:pt x="9885" y="532"/>
                  </a:lnTo>
                  <a:close/>
                  <a:moveTo>
                    <a:pt x="4565" y="7569"/>
                  </a:moveTo>
                  <a:lnTo>
                    <a:pt x="4919" y="7925"/>
                  </a:lnTo>
                  <a:lnTo>
                    <a:pt x="4559" y="8288"/>
                  </a:lnTo>
                  <a:lnTo>
                    <a:pt x="4204" y="7931"/>
                  </a:lnTo>
                  <a:lnTo>
                    <a:pt x="4565" y="7569"/>
                  </a:lnTo>
                  <a:close/>
                  <a:moveTo>
                    <a:pt x="8369" y="8852"/>
                  </a:moveTo>
                  <a:lnTo>
                    <a:pt x="8369" y="9367"/>
                  </a:lnTo>
                  <a:lnTo>
                    <a:pt x="7870" y="9367"/>
                  </a:lnTo>
                  <a:lnTo>
                    <a:pt x="7870" y="8852"/>
                  </a:lnTo>
                  <a:close/>
                  <a:moveTo>
                    <a:pt x="5045" y="9926"/>
                  </a:moveTo>
                  <a:lnTo>
                    <a:pt x="5045" y="10441"/>
                  </a:lnTo>
                  <a:lnTo>
                    <a:pt x="4546" y="10441"/>
                  </a:lnTo>
                  <a:lnTo>
                    <a:pt x="4546" y="9926"/>
                  </a:lnTo>
                  <a:close/>
                  <a:moveTo>
                    <a:pt x="8185" y="13407"/>
                  </a:moveTo>
                  <a:cubicBezTo>
                    <a:pt x="8233" y="13407"/>
                    <a:pt x="8273" y="13448"/>
                    <a:pt x="8273" y="13495"/>
                  </a:cubicBezTo>
                  <a:lnTo>
                    <a:pt x="8273" y="14072"/>
                  </a:lnTo>
                  <a:cubicBezTo>
                    <a:pt x="8273" y="14120"/>
                    <a:pt x="8233" y="14160"/>
                    <a:pt x="8185" y="14160"/>
                  </a:cubicBezTo>
                  <a:lnTo>
                    <a:pt x="3845" y="14160"/>
                  </a:lnTo>
                  <a:cubicBezTo>
                    <a:pt x="3797" y="14160"/>
                    <a:pt x="3756" y="14120"/>
                    <a:pt x="3756" y="14072"/>
                  </a:cubicBezTo>
                  <a:lnTo>
                    <a:pt x="3756" y="13495"/>
                  </a:lnTo>
                  <a:cubicBezTo>
                    <a:pt x="3756" y="13448"/>
                    <a:pt x="3797" y="13407"/>
                    <a:pt x="3845" y="13407"/>
                  </a:cubicBezTo>
                  <a:close/>
                  <a:moveTo>
                    <a:pt x="7265" y="14692"/>
                  </a:moveTo>
                  <a:lnTo>
                    <a:pt x="7265" y="14887"/>
                  </a:lnTo>
                  <a:lnTo>
                    <a:pt x="4764" y="14887"/>
                  </a:lnTo>
                  <a:lnTo>
                    <a:pt x="4764" y="14692"/>
                  </a:lnTo>
                  <a:close/>
                  <a:moveTo>
                    <a:pt x="7265" y="15419"/>
                  </a:moveTo>
                  <a:lnTo>
                    <a:pt x="7265" y="15626"/>
                  </a:lnTo>
                  <a:cubicBezTo>
                    <a:pt x="7265" y="15653"/>
                    <a:pt x="7242" y="15676"/>
                    <a:pt x="7217" y="15676"/>
                  </a:cubicBezTo>
                  <a:lnTo>
                    <a:pt x="4812" y="15676"/>
                  </a:lnTo>
                  <a:cubicBezTo>
                    <a:pt x="4786" y="15676"/>
                    <a:pt x="4764" y="15653"/>
                    <a:pt x="4764" y="15626"/>
                  </a:cubicBezTo>
                  <a:lnTo>
                    <a:pt x="4764" y="15419"/>
                  </a:lnTo>
                  <a:close/>
                  <a:moveTo>
                    <a:pt x="9797" y="0"/>
                  </a:moveTo>
                  <a:cubicBezTo>
                    <a:pt x="9553" y="0"/>
                    <a:pt x="9353" y="199"/>
                    <a:pt x="9353" y="443"/>
                  </a:cubicBezTo>
                  <a:lnTo>
                    <a:pt x="9353" y="960"/>
                  </a:lnTo>
                  <a:lnTo>
                    <a:pt x="9353" y="962"/>
                  </a:lnTo>
                  <a:cubicBezTo>
                    <a:pt x="9352" y="962"/>
                    <a:pt x="9351" y="963"/>
                    <a:pt x="9350" y="963"/>
                  </a:cubicBezTo>
                  <a:lnTo>
                    <a:pt x="9115" y="1060"/>
                  </a:lnTo>
                  <a:cubicBezTo>
                    <a:pt x="9114" y="1061"/>
                    <a:pt x="9113" y="1061"/>
                    <a:pt x="9112" y="1061"/>
                  </a:cubicBezTo>
                  <a:lnTo>
                    <a:pt x="8752" y="698"/>
                  </a:lnTo>
                  <a:cubicBezTo>
                    <a:pt x="8668" y="613"/>
                    <a:pt x="8557" y="567"/>
                    <a:pt x="8438" y="567"/>
                  </a:cubicBezTo>
                  <a:cubicBezTo>
                    <a:pt x="8322" y="567"/>
                    <a:pt x="8213" y="612"/>
                    <a:pt x="8130" y="693"/>
                  </a:cubicBezTo>
                  <a:cubicBezTo>
                    <a:pt x="7471" y="443"/>
                    <a:pt x="6759" y="305"/>
                    <a:pt x="6014" y="305"/>
                  </a:cubicBezTo>
                  <a:cubicBezTo>
                    <a:pt x="2698" y="305"/>
                    <a:pt x="1" y="3023"/>
                    <a:pt x="1" y="6363"/>
                  </a:cubicBezTo>
                  <a:cubicBezTo>
                    <a:pt x="1" y="7600"/>
                    <a:pt x="368" y="8791"/>
                    <a:pt x="1066" y="9805"/>
                  </a:cubicBezTo>
                  <a:cubicBezTo>
                    <a:pt x="1711" y="10746"/>
                    <a:pt x="2595" y="11476"/>
                    <a:pt x="3631" y="11927"/>
                  </a:cubicBezTo>
                  <a:lnTo>
                    <a:pt x="3631" y="12914"/>
                  </a:lnTo>
                  <a:cubicBezTo>
                    <a:pt x="3394" y="13001"/>
                    <a:pt x="3224" y="13228"/>
                    <a:pt x="3224" y="13495"/>
                  </a:cubicBezTo>
                  <a:lnTo>
                    <a:pt x="3224" y="14072"/>
                  </a:lnTo>
                  <a:cubicBezTo>
                    <a:pt x="3224" y="14414"/>
                    <a:pt x="3502" y="14692"/>
                    <a:pt x="3845" y="14692"/>
                  </a:cubicBezTo>
                  <a:lnTo>
                    <a:pt x="4232" y="14692"/>
                  </a:lnTo>
                  <a:lnTo>
                    <a:pt x="4232" y="15625"/>
                  </a:lnTo>
                  <a:cubicBezTo>
                    <a:pt x="4232" y="15947"/>
                    <a:pt x="4493" y="16208"/>
                    <a:pt x="4812" y="16208"/>
                  </a:cubicBezTo>
                  <a:lnTo>
                    <a:pt x="7217" y="16208"/>
                  </a:lnTo>
                  <a:cubicBezTo>
                    <a:pt x="7537" y="16208"/>
                    <a:pt x="7797" y="15947"/>
                    <a:pt x="7797" y="15625"/>
                  </a:cubicBezTo>
                  <a:lnTo>
                    <a:pt x="7797" y="14692"/>
                  </a:lnTo>
                  <a:lnTo>
                    <a:pt x="8185" y="14692"/>
                  </a:lnTo>
                  <a:cubicBezTo>
                    <a:pt x="8527" y="14692"/>
                    <a:pt x="8805" y="14414"/>
                    <a:pt x="8805" y="14072"/>
                  </a:cubicBezTo>
                  <a:lnTo>
                    <a:pt x="8805" y="13495"/>
                  </a:lnTo>
                  <a:cubicBezTo>
                    <a:pt x="8805" y="13228"/>
                    <a:pt x="8635" y="13001"/>
                    <a:pt x="8399" y="12914"/>
                  </a:cubicBezTo>
                  <a:lnTo>
                    <a:pt x="8399" y="11927"/>
                  </a:lnTo>
                  <a:cubicBezTo>
                    <a:pt x="9745" y="11341"/>
                    <a:pt x="10827" y="10289"/>
                    <a:pt x="11455" y="8946"/>
                  </a:cubicBezTo>
                  <a:cubicBezTo>
                    <a:pt x="11518" y="8814"/>
                    <a:pt x="11460" y="8656"/>
                    <a:pt x="11328" y="8593"/>
                  </a:cubicBezTo>
                  <a:cubicBezTo>
                    <a:pt x="11291" y="8576"/>
                    <a:pt x="11253" y="8568"/>
                    <a:pt x="11215" y="8568"/>
                  </a:cubicBezTo>
                  <a:cubicBezTo>
                    <a:pt x="11115" y="8568"/>
                    <a:pt x="11019" y="8625"/>
                    <a:pt x="10974" y="8722"/>
                  </a:cubicBezTo>
                  <a:cubicBezTo>
                    <a:pt x="10434" y="9875"/>
                    <a:pt x="9527" y="10793"/>
                    <a:pt x="8398" y="11341"/>
                  </a:cubicBezTo>
                  <a:lnTo>
                    <a:pt x="8398" y="9899"/>
                  </a:lnTo>
                  <a:lnTo>
                    <a:pt x="8457" y="9899"/>
                  </a:lnTo>
                  <a:cubicBezTo>
                    <a:pt x="8701" y="9899"/>
                    <a:pt x="8901" y="9700"/>
                    <a:pt x="8901" y="9457"/>
                  </a:cubicBezTo>
                  <a:lnTo>
                    <a:pt x="8901" y="8764"/>
                  </a:lnTo>
                  <a:cubicBezTo>
                    <a:pt x="8901" y="8519"/>
                    <a:pt x="8701" y="8320"/>
                    <a:pt x="8457" y="8320"/>
                  </a:cubicBezTo>
                  <a:lnTo>
                    <a:pt x="7781" y="8320"/>
                  </a:lnTo>
                  <a:cubicBezTo>
                    <a:pt x="7537" y="8320"/>
                    <a:pt x="7338" y="8519"/>
                    <a:pt x="7338" y="8764"/>
                  </a:cubicBezTo>
                  <a:lnTo>
                    <a:pt x="7338" y="9457"/>
                  </a:lnTo>
                  <a:cubicBezTo>
                    <a:pt x="7338" y="9700"/>
                    <a:pt x="7537" y="9899"/>
                    <a:pt x="7781" y="9899"/>
                  </a:cubicBezTo>
                  <a:lnTo>
                    <a:pt x="7866" y="9899"/>
                  </a:lnTo>
                  <a:lnTo>
                    <a:pt x="7866" y="12875"/>
                  </a:lnTo>
                  <a:lnTo>
                    <a:pt x="7479" y="12875"/>
                  </a:lnTo>
                  <a:lnTo>
                    <a:pt x="7479" y="10836"/>
                  </a:lnTo>
                  <a:cubicBezTo>
                    <a:pt x="7479" y="10666"/>
                    <a:pt x="7395" y="10465"/>
                    <a:pt x="7277" y="10345"/>
                  </a:cubicBezTo>
                  <a:lnTo>
                    <a:pt x="5271" y="8324"/>
                  </a:lnTo>
                  <a:lnTo>
                    <a:pt x="5357" y="8238"/>
                  </a:lnTo>
                  <a:cubicBezTo>
                    <a:pt x="5528" y="8066"/>
                    <a:pt x="5528" y="7784"/>
                    <a:pt x="5357" y="7612"/>
                  </a:cubicBezTo>
                  <a:lnTo>
                    <a:pt x="4878" y="7129"/>
                  </a:lnTo>
                  <a:cubicBezTo>
                    <a:pt x="4795" y="7045"/>
                    <a:pt x="4683" y="6999"/>
                    <a:pt x="4565" y="6999"/>
                  </a:cubicBezTo>
                  <a:cubicBezTo>
                    <a:pt x="4446" y="6999"/>
                    <a:pt x="4334" y="7045"/>
                    <a:pt x="4250" y="7129"/>
                  </a:cubicBezTo>
                  <a:lnTo>
                    <a:pt x="3766" y="7618"/>
                  </a:lnTo>
                  <a:cubicBezTo>
                    <a:pt x="3594" y="7790"/>
                    <a:pt x="3594" y="8072"/>
                    <a:pt x="3766" y="8244"/>
                  </a:cubicBezTo>
                  <a:lnTo>
                    <a:pt x="4244" y="8727"/>
                  </a:lnTo>
                  <a:cubicBezTo>
                    <a:pt x="4329" y="8811"/>
                    <a:pt x="4439" y="8857"/>
                    <a:pt x="4559" y="8857"/>
                  </a:cubicBezTo>
                  <a:cubicBezTo>
                    <a:pt x="4677" y="8857"/>
                    <a:pt x="4789" y="8811"/>
                    <a:pt x="4872" y="8727"/>
                  </a:cubicBezTo>
                  <a:lnTo>
                    <a:pt x="4897" y="8701"/>
                  </a:lnTo>
                  <a:lnTo>
                    <a:pt x="6899" y="10720"/>
                  </a:lnTo>
                  <a:cubicBezTo>
                    <a:pt x="6919" y="10739"/>
                    <a:pt x="6947" y="10807"/>
                    <a:pt x="6947" y="10836"/>
                  </a:cubicBezTo>
                  <a:lnTo>
                    <a:pt x="6947" y="12875"/>
                  </a:lnTo>
                  <a:lnTo>
                    <a:pt x="6397" y="12875"/>
                  </a:lnTo>
                  <a:lnTo>
                    <a:pt x="6397" y="10642"/>
                  </a:lnTo>
                  <a:cubicBezTo>
                    <a:pt x="6397" y="10495"/>
                    <a:pt x="6278" y="10376"/>
                    <a:pt x="6131" y="10376"/>
                  </a:cubicBezTo>
                  <a:cubicBezTo>
                    <a:pt x="5985" y="10376"/>
                    <a:pt x="5866" y="10495"/>
                    <a:pt x="5866" y="10642"/>
                  </a:cubicBezTo>
                  <a:lnTo>
                    <a:pt x="5866" y="12875"/>
                  </a:lnTo>
                  <a:lnTo>
                    <a:pt x="5062" y="12875"/>
                  </a:lnTo>
                  <a:lnTo>
                    <a:pt x="5062" y="10973"/>
                  </a:lnTo>
                  <a:lnTo>
                    <a:pt x="5133" y="10973"/>
                  </a:lnTo>
                  <a:cubicBezTo>
                    <a:pt x="5378" y="10973"/>
                    <a:pt x="5577" y="10774"/>
                    <a:pt x="5577" y="10530"/>
                  </a:cubicBezTo>
                  <a:lnTo>
                    <a:pt x="5577" y="9838"/>
                  </a:lnTo>
                  <a:cubicBezTo>
                    <a:pt x="5577" y="9593"/>
                    <a:pt x="5378" y="9394"/>
                    <a:pt x="5133" y="9394"/>
                  </a:cubicBezTo>
                  <a:lnTo>
                    <a:pt x="4458" y="9394"/>
                  </a:lnTo>
                  <a:cubicBezTo>
                    <a:pt x="4214" y="9394"/>
                    <a:pt x="4014" y="9592"/>
                    <a:pt x="4014" y="9838"/>
                  </a:cubicBezTo>
                  <a:lnTo>
                    <a:pt x="4014" y="10530"/>
                  </a:lnTo>
                  <a:cubicBezTo>
                    <a:pt x="4014" y="10774"/>
                    <a:pt x="4214" y="10973"/>
                    <a:pt x="4458" y="10973"/>
                  </a:cubicBezTo>
                  <a:lnTo>
                    <a:pt x="4530" y="10973"/>
                  </a:lnTo>
                  <a:lnTo>
                    <a:pt x="4530" y="12875"/>
                  </a:lnTo>
                  <a:lnTo>
                    <a:pt x="4162" y="12875"/>
                  </a:lnTo>
                  <a:lnTo>
                    <a:pt x="4162" y="11749"/>
                  </a:lnTo>
                  <a:cubicBezTo>
                    <a:pt x="4162" y="11641"/>
                    <a:pt x="4096" y="11543"/>
                    <a:pt x="3995" y="11503"/>
                  </a:cubicBezTo>
                  <a:cubicBezTo>
                    <a:pt x="2986" y="11100"/>
                    <a:pt x="2124" y="10409"/>
                    <a:pt x="1503" y="9504"/>
                  </a:cubicBezTo>
                  <a:cubicBezTo>
                    <a:pt x="867" y="8579"/>
                    <a:pt x="532" y="7493"/>
                    <a:pt x="532" y="6363"/>
                  </a:cubicBezTo>
                  <a:cubicBezTo>
                    <a:pt x="532" y="3316"/>
                    <a:pt x="2991" y="837"/>
                    <a:pt x="6014" y="837"/>
                  </a:cubicBezTo>
                  <a:cubicBezTo>
                    <a:pt x="6608" y="837"/>
                    <a:pt x="7180" y="933"/>
                    <a:pt x="7715" y="1109"/>
                  </a:cubicBezTo>
                  <a:lnTo>
                    <a:pt x="7443" y="1383"/>
                  </a:lnTo>
                  <a:cubicBezTo>
                    <a:pt x="7272" y="1557"/>
                    <a:pt x="7272" y="1837"/>
                    <a:pt x="7443" y="2010"/>
                  </a:cubicBezTo>
                  <a:lnTo>
                    <a:pt x="7805" y="2375"/>
                  </a:lnTo>
                  <a:lnTo>
                    <a:pt x="7805" y="2376"/>
                  </a:lnTo>
                  <a:cubicBezTo>
                    <a:pt x="7805" y="2377"/>
                    <a:pt x="7804" y="2379"/>
                    <a:pt x="7803" y="2380"/>
                  </a:cubicBezTo>
                  <a:lnTo>
                    <a:pt x="7705" y="2620"/>
                  </a:lnTo>
                  <a:cubicBezTo>
                    <a:pt x="7705" y="2621"/>
                    <a:pt x="7704" y="2622"/>
                    <a:pt x="7704" y="2623"/>
                  </a:cubicBezTo>
                  <a:lnTo>
                    <a:pt x="7194" y="2623"/>
                  </a:lnTo>
                  <a:cubicBezTo>
                    <a:pt x="6950" y="2623"/>
                    <a:pt x="6752" y="2821"/>
                    <a:pt x="6752" y="3065"/>
                  </a:cubicBezTo>
                  <a:lnTo>
                    <a:pt x="6752" y="4037"/>
                  </a:lnTo>
                  <a:cubicBezTo>
                    <a:pt x="6752" y="4281"/>
                    <a:pt x="6950" y="4480"/>
                    <a:pt x="7194" y="4480"/>
                  </a:cubicBezTo>
                  <a:lnTo>
                    <a:pt x="7704" y="4480"/>
                  </a:lnTo>
                  <a:cubicBezTo>
                    <a:pt x="7705" y="4481"/>
                    <a:pt x="7705" y="4481"/>
                    <a:pt x="7705" y="4482"/>
                  </a:cubicBezTo>
                  <a:lnTo>
                    <a:pt x="7803" y="4721"/>
                  </a:lnTo>
                  <a:cubicBezTo>
                    <a:pt x="7804" y="4722"/>
                    <a:pt x="7805" y="4725"/>
                    <a:pt x="7805" y="4726"/>
                  </a:cubicBezTo>
                  <a:lnTo>
                    <a:pt x="7805" y="4727"/>
                  </a:lnTo>
                  <a:lnTo>
                    <a:pt x="7443" y="5092"/>
                  </a:lnTo>
                  <a:cubicBezTo>
                    <a:pt x="7272" y="5265"/>
                    <a:pt x="7271" y="5546"/>
                    <a:pt x="7443" y="5718"/>
                  </a:cubicBezTo>
                  <a:lnTo>
                    <a:pt x="8123" y="6404"/>
                  </a:lnTo>
                  <a:cubicBezTo>
                    <a:pt x="8208" y="6488"/>
                    <a:pt x="8318" y="6535"/>
                    <a:pt x="8438" y="6535"/>
                  </a:cubicBezTo>
                  <a:cubicBezTo>
                    <a:pt x="8556" y="6535"/>
                    <a:pt x="8668" y="6488"/>
                    <a:pt x="8751" y="6404"/>
                  </a:cubicBezTo>
                  <a:lnTo>
                    <a:pt x="9112" y="6041"/>
                  </a:lnTo>
                  <a:cubicBezTo>
                    <a:pt x="9113" y="6041"/>
                    <a:pt x="9113" y="6041"/>
                    <a:pt x="9114" y="6042"/>
                  </a:cubicBezTo>
                  <a:lnTo>
                    <a:pt x="9349" y="6139"/>
                  </a:lnTo>
                  <a:cubicBezTo>
                    <a:pt x="9350" y="6140"/>
                    <a:pt x="9352" y="6140"/>
                    <a:pt x="9353" y="6141"/>
                  </a:cubicBezTo>
                  <a:lnTo>
                    <a:pt x="9353" y="6659"/>
                  </a:lnTo>
                  <a:cubicBezTo>
                    <a:pt x="9353" y="6903"/>
                    <a:pt x="9552" y="7101"/>
                    <a:pt x="9796" y="7101"/>
                  </a:cubicBezTo>
                  <a:lnTo>
                    <a:pt x="10758" y="7101"/>
                  </a:lnTo>
                  <a:cubicBezTo>
                    <a:pt x="11002" y="7101"/>
                    <a:pt x="11201" y="6903"/>
                    <a:pt x="11201" y="6659"/>
                  </a:cubicBezTo>
                  <a:lnTo>
                    <a:pt x="11201" y="6141"/>
                  </a:lnTo>
                  <a:lnTo>
                    <a:pt x="11202" y="6141"/>
                  </a:lnTo>
                  <a:cubicBezTo>
                    <a:pt x="11203" y="6140"/>
                    <a:pt x="11204" y="6140"/>
                    <a:pt x="11205" y="6139"/>
                  </a:cubicBezTo>
                  <a:lnTo>
                    <a:pt x="11440" y="6042"/>
                  </a:lnTo>
                  <a:cubicBezTo>
                    <a:pt x="11441" y="6041"/>
                    <a:pt x="11442" y="6041"/>
                    <a:pt x="11443" y="6041"/>
                  </a:cubicBezTo>
                  <a:lnTo>
                    <a:pt x="11489" y="6087"/>
                  </a:lnTo>
                  <a:cubicBezTo>
                    <a:pt x="11494" y="6178"/>
                    <a:pt x="11496" y="6271"/>
                    <a:pt x="11496" y="6363"/>
                  </a:cubicBezTo>
                  <a:cubicBezTo>
                    <a:pt x="11496" y="6609"/>
                    <a:pt x="11480" y="6856"/>
                    <a:pt x="11448" y="7098"/>
                  </a:cubicBezTo>
                  <a:cubicBezTo>
                    <a:pt x="11428" y="7243"/>
                    <a:pt x="11531" y="7377"/>
                    <a:pt x="11677" y="7396"/>
                  </a:cubicBezTo>
                  <a:cubicBezTo>
                    <a:pt x="11689" y="7398"/>
                    <a:pt x="11701" y="7398"/>
                    <a:pt x="11712" y="7398"/>
                  </a:cubicBezTo>
                  <a:cubicBezTo>
                    <a:pt x="11844" y="7398"/>
                    <a:pt x="11958" y="7301"/>
                    <a:pt x="11976" y="7167"/>
                  </a:cubicBezTo>
                  <a:cubicBezTo>
                    <a:pt x="12003" y="6956"/>
                    <a:pt x="12020" y="6740"/>
                    <a:pt x="12025" y="6525"/>
                  </a:cubicBezTo>
                  <a:cubicBezTo>
                    <a:pt x="12055" y="6532"/>
                    <a:pt x="12086" y="6535"/>
                    <a:pt x="12117" y="6535"/>
                  </a:cubicBezTo>
                  <a:cubicBezTo>
                    <a:pt x="12235" y="6535"/>
                    <a:pt x="12347" y="6488"/>
                    <a:pt x="12431" y="6404"/>
                  </a:cubicBezTo>
                  <a:lnTo>
                    <a:pt x="13111" y="5718"/>
                  </a:lnTo>
                  <a:cubicBezTo>
                    <a:pt x="13283" y="5546"/>
                    <a:pt x="13283" y="5265"/>
                    <a:pt x="13111" y="5092"/>
                  </a:cubicBezTo>
                  <a:lnTo>
                    <a:pt x="12749" y="4727"/>
                  </a:lnTo>
                  <a:cubicBezTo>
                    <a:pt x="12749" y="4727"/>
                    <a:pt x="12749" y="4727"/>
                    <a:pt x="12749" y="4726"/>
                  </a:cubicBezTo>
                  <a:cubicBezTo>
                    <a:pt x="12750" y="4725"/>
                    <a:pt x="12750" y="4723"/>
                    <a:pt x="12751" y="4721"/>
                  </a:cubicBezTo>
                  <a:lnTo>
                    <a:pt x="12848" y="4482"/>
                  </a:lnTo>
                  <a:cubicBezTo>
                    <a:pt x="12849" y="4482"/>
                    <a:pt x="12849" y="4481"/>
                    <a:pt x="12849" y="4480"/>
                  </a:cubicBezTo>
                  <a:lnTo>
                    <a:pt x="13360" y="4480"/>
                  </a:lnTo>
                  <a:cubicBezTo>
                    <a:pt x="13604" y="4480"/>
                    <a:pt x="13803" y="4281"/>
                    <a:pt x="13803" y="4037"/>
                  </a:cubicBezTo>
                  <a:lnTo>
                    <a:pt x="13803" y="3065"/>
                  </a:lnTo>
                  <a:cubicBezTo>
                    <a:pt x="13803" y="2821"/>
                    <a:pt x="13605" y="2622"/>
                    <a:pt x="13361" y="2622"/>
                  </a:cubicBezTo>
                  <a:lnTo>
                    <a:pt x="12850" y="2622"/>
                  </a:lnTo>
                  <a:cubicBezTo>
                    <a:pt x="12849" y="2621"/>
                    <a:pt x="12849" y="2621"/>
                    <a:pt x="12849" y="2620"/>
                  </a:cubicBezTo>
                  <a:lnTo>
                    <a:pt x="12751" y="2380"/>
                  </a:lnTo>
                  <a:cubicBezTo>
                    <a:pt x="12751" y="2379"/>
                    <a:pt x="12750" y="2377"/>
                    <a:pt x="12750" y="2376"/>
                  </a:cubicBezTo>
                  <a:lnTo>
                    <a:pt x="12750" y="2375"/>
                  </a:lnTo>
                  <a:lnTo>
                    <a:pt x="13112" y="2010"/>
                  </a:lnTo>
                  <a:cubicBezTo>
                    <a:pt x="13283" y="1837"/>
                    <a:pt x="13283" y="1557"/>
                    <a:pt x="13112" y="1383"/>
                  </a:cubicBezTo>
                  <a:lnTo>
                    <a:pt x="12432" y="698"/>
                  </a:lnTo>
                  <a:cubicBezTo>
                    <a:pt x="12347" y="613"/>
                    <a:pt x="12236" y="567"/>
                    <a:pt x="12117" y="567"/>
                  </a:cubicBezTo>
                  <a:cubicBezTo>
                    <a:pt x="11999" y="567"/>
                    <a:pt x="11887" y="613"/>
                    <a:pt x="11804" y="698"/>
                  </a:cubicBezTo>
                  <a:lnTo>
                    <a:pt x="11443" y="1061"/>
                  </a:lnTo>
                  <a:cubicBezTo>
                    <a:pt x="11442" y="1061"/>
                    <a:pt x="11442" y="1061"/>
                    <a:pt x="11441" y="1060"/>
                  </a:cubicBezTo>
                  <a:lnTo>
                    <a:pt x="11206" y="963"/>
                  </a:lnTo>
                  <a:cubicBezTo>
                    <a:pt x="11204" y="963"/>
                    <a:pt x="11203" y="962"/>
                    <a:pt x="11202" y="962"/>
                  </a:cubicBezTo>
                  <a:lnTo>
                    <a:pt x="11202" y="960"/>
                  </a:lnTo>
                  <a:lnTo>
                    <a:pt x="11202" y="443"/>
                  </a:lnTo>
                  <a:cubicBezTo>
                    <a:pt x="11202" y="199"/>
                    <a:pt x="11002" y="0"/>
                    <a:pt x="10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9">
              <a:extLst>
                <a:ext uri="{FF2B5EF4-FFF2-40B4-BE49-F238E27FC236}">
                  <a16:creationId xmlns:a16="http://schemas.microsoft.com/office/drawing/2014/main" id="{FCB4D956-D024-7BB4-9B06-EDE8F2CEE74F}"/>
                </a:ext>
              </a:extLst>
            </p:cNvPr>
            <p:cNvSpPr/>
            <p:nvPr/>
          </p:nvSpPr>
          <p:spPr>
            <a:xfrm>
              <a:off x="4374363" y="1552008"/>
              <a:ext cx="121758" cy="122587"/>
            </a:xfrm>
            <a:custGeom>
              <a:avLst/>
              <a:gdLst/>
              <a:ahLst/>
              <a:cxnLst/>
              <a:rect l="l" t="t" r="r" b="b"/>
              <a:pathLst>
                <a:path w="3671" h="3696" extrusionOk="0">
                  <a:moveTo>
                    <a:pt x="1835" y="1"/>
                  </a:moveTo>
                  <a:cubicBezTo>
                    <a:pt x="824" y="1"/>
                    <a:pt x="1" y="829"/>
                    <a:pt x="1" y="1848"/>
                  </a:cubicBezTo>
                  <a:cubicBezTo>
                    <a:pt x="1" y="2866"/>
                    <a:pt x="824" y="3695"/>
                    <a:pt x="1835" y="3695"/>
                  </a:cubicBezTo>
                  <a:cubicBezTo>
                    <a:pt x="2848" y="3695"/>
                    <a:pt x="3670" y="2866"/>
                    <a:pt x="3670" y="1848"/>
                  </a:cubicBezTo>
                  <a:cubicBezTo>
                    <a:pt x="3670" y="1651"/>
                    <a:pt x="3639" y="1457"/>
                    <a:pt x="3579" y="1270"/>
                  </a:cubicBezTo>
                  <a:cubicBezTo>
                    <a:pt x="3543" y="1158"/>
                    <a:pt x="3439" y="1087"/>
                    <a:pt x="3327" y="1087"/>
                  </a:cubicBezTo>
                  <a:cubicBezTo>
                    <a:pt x="3299" y="1087"/>
                    <a:pt x="3271" y="1091"/>
                    <a:pt x="3243" y="1100"/>
                  </a:cubicBezTo>
                  <a:cubicBezTo>
                    <a:pt x="3103" y="1146"/>
                    <a:pt x="3028" y="1297"/>
                    <a:pt x="3074" y="1435"/>
                  </a:cubicBezTo>
                  <a:cubicBezTo>
                    <a:pt x="3117" y="1568"/>
                    <a:pt x="3139" y="1707"/>
                    <a:pt x="3139" y="1848"/>
                  </a:cubicBezTo>
                  <a:cubicBezTo>
                    <a:pt x="3139" y="2573"/>
                    <a:pt x="2554" y="3163"/>
                    <a:pt x="1835" y="3163"/>
                  </a:cubicBezTo>
                  <a:cubicBezTo>
                    <a:pt x="1117" y="3163"/>
                    <a:pt x="533" y="2573"/>
                    <a:pt x="533" y="1848"/>
                  </a:cubicBezTo>
                  <a:cubicBezTo>
                    <a:pt x="533" y="1123"/>
                    <a:pt x="1117" y="533"/>
                    <a:pt x="1835" y="533"/>
                  </a:cubicBezTo>
                  <a:cubicBezTo>
                    <a:pt x="1983" y="533"/>
                    <a:pt x="2128" y="557"/>
                    <a:pt x="2267" y="607"/>
                  </a:cubicBezTo>
                  <a:cubicBezTo>
                    <a:pt x="2296" y="617"/>
                    <a:pt x="2326" y="622"/>
                    <a:pt x="2355" y="622"/>
                  </a:cubicBezTo>
                  <a:cubicBezTo>
                    <a:pt x="2464" y="622"/>
                    <a:pt x="2567" y="554"/>
                    <a:pt x="2606" y="444"/>
                  </a:cubicBezTo>
                  <a:cubicBezTo>
                    <a:pt x="2655" y="306"/>
                    <a:pt x="2582" y="154"/>
                    <a:pt x="2443" y="105"/>
                  </a:cubicBezTo>
                  <a:cubicBezTo>
                    <a:pt x="2248" y="36"/>
                    <a:pt x="2044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9">
              <a:extLst>
                <a:ext uri="{FF2B5EF4-FFF2-40B4-BE49-F238E27FC236}">
                  <a16:creationId xmlns:a16="http://schemas.microsoft.com/office/drawing/2014/main" id="{3C624967-9724-FAF1-76DB-C16A45A9B798}"/>
                </a:ext>
              </a:extLst>
            </p:cNvPr>
            <p:cNvSpPr/>
            <p:nvPr/>
          </p:nvSpPr>
          <p:spPr>
            <a:xfrm>
              <a:off x="4404413" y="1582290"/>
              <a:ext cx="61658" cy="62023"/>
            </a:xfrm>
            <a:custGeom>
              <a:avLst/>
              <a:gdLst/>
              <a:ahLst/>
              <a:cxnLst/>
              <a:rect l="l" t="t" r="r" b="b"/>
              <a:pathLst>
                <a:path w="1859" h="1870" extrusionOk="0">
                  <a:moveTo>
                    <a:pt x="929" y="532"/>
                  </a:moveTo>
                  <a:cubicBezTo>
                    <a:pt x="1149" y="532"/>
                    <a:pt x="1327" y="713"/>
                    <a:pt x="1327" y="935"/>
                  </a:cubicBezTo>
                  <a:cubicBezTo>
                    <a:pt x="1327" y="1157"/>
                    <a:pt x="1149" y="1337"/>
                    <a:pt x="929" y="1337"/>
                  </a:cubicBezTo>
                  <a:cubicBezTo>
                    <a:pt x="711" y="1337"/>
                    <a:pt x="532" y="1157"/>
                    <a:pt x="532" y="935"/>
                  </a:cubicBezTo>
                  <a:cubicBezTo>
                    <a:pt x="532" y="713"/>
                    <a:pt x="711" y="532"/>
                    <a:pt x="929" y="532"/>
                  </a:cubicBezTo>
                  <a:close/>
                  <a:moveTo>
                    <a:pt x="929" y="1"/>
                  </a:moveTo>
                  <a:cubicBezTo>
                    <a:pt x="417" y="1"/>
                    <a:pt x="0" y="420"/>
                    <a:pt x="0" y="935"/>
                  </a:cubicBezTo>
                  <a:cubicBezTo>
                    <a:pt x="0" y="1450"/>
                    <a:pt x="417" y="1869"/>
                    <a:pt x="929" y="1869"/>
                  </a:cubicBezTo>
                  <a:cubicBezTo>
                    <a:pt x="1442" y="1869"/>
                    <a:pt x="1859" y="1450"/>
                    <a:pt x="1859" y="935"/>
                  </a:cubicBezTo>
                  <a:cubicBezTo>
                    <a:pt x="1859" y="421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9">
              <a:extLst>
                <a:ext uri="{FF2B5EF4-FFF2-40B4-BE49-F238E27FC236}">
                  <a16:creationId xmlns:a16="http://schemas.microsoft.com/office/drawing/2014/main" id="{B6518079-3A89-23C8-D6CB-F05D9B6DB28C}"/>
                </a:ext>
              </a:extLst>
            </p:cNvPr>
            <p:cNvSpPr/>
            <p:nvPr/>
          </p:nvSpPr>
          <p:spPr>
            <a:xfrm>
              <a:off x="4271843" y="1668559"/>
              <a:ext cx="51808" cy="115854"/>
            </a:xfrm>
            <a:custGeom>
              <a:avLst/>
              <a:gdLst/>
              <a:ahLst/>
              <a:cxnLst/>
              <a:rect l="l" t="t" r="r" b="b"/>
              <a:pathLst>
                <a:path w="1562" h="3493" extrusionOk="0">
                  <a:moveTo>
                    <a:pt x="1030" y="532"/>
                  </a:moveTo>
                  <a:lnTo>
                    <a:pt x="1030" y="1048"/>
                  </a:lnTo>
                  <a:lnTo>
                    <a:pt x="532" y="1048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200"/>
                    <a:pt x="0" y="444"/>
                  </a:cubicBezTo>
                  <a:lnTo>
                    <a:pt x="0" y="1136"/>
                  </a:lnTo>
                  <a:cubicBezTo>
                    <a:pt x="0" y="1380"/>
                    <a:pt x="198" y="1579"/>
                    <a:pt x="443" y="1579"/>
                  </a:cubicBezTo>
                  <a:lnTo>
                    <a:pt x="515" y="1579"/>
                  </a:lnTo>
                  <a:lnTo>
                    <a:pt x="515" y="3226"/>
                  </a:lnTo>
                  <a:cubicBezTo>
                    <a:pt x="515" y="3374"/>
                    <a:pt x="634" y="3492"/>
                    <a:pt x="780" y="3492"/>
                  </a:cubicBezTo>
                  <a:cubicBezTo>
                    <a:pt x="927" y="3492"/>
                    <a:pt x="1046" y="3374"/>
                    <a:pt x="1046" y="3226"/>
                  </a:cubicBezTo>
                  <a:lnTo>
                    <a:pt x="1046" y="1579"/>
                  </a:lnTo>
                  <a:lnTo>
                    <a:pt x="1118" y="1579"/>
                  </a:lnTo>
                  <a:cubicBezTo>
                    <a:pt x="1363" y="1579"/>
                    <a:pt x="1562" y="1380"/>
                    <a:pt x="1562" y="1136"/>
                  </a:cubicBezTo>
                  <a:lnTo>
                    <a:pt x="1562" y="444"/>
                  </a:lnTo>
                  <a:cubicBezTo>
                    <a:pt x="1562" y="200"/>
                    <a:pt x="1364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9">
              <a:extLst>
                <a:ext uri="{FF2B5EF4-FFF2-40B4-BE49-F238E27FC236}">
                  <a16:creationId xmlns:a16="http://schemas.microsoft.com/office/drawing/2014/main" id="{5B74E5BF-A75D-F2AA-C779-7F51B87D448A}"/>
                </a:ext>
              </a:extLst>
            </p:cNvPr>
            <p:cNvSpPr/>
            <p:nvPr/>
          </p:nvSpPr>
          <p:spPr>
            <a:xfrm>
              <a:off x="4288891" y="1431080"/>
              <a:ext cx="17678" cy="42255"/>
            </a:xfrm>
            <a:custGeom>
              <a:avLst/>
              <a:gdLst/>
              <a:ahLst/>
              <a:cxnLst/>
              <a:rect l="l" t="t" r="r" b="b"/>
              <a:pathLst>
                <a:path w="533" h="1274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1008"/>
                  </a:lnTo>
                  <a:cubicBezTo>
                    <a:pt x="1" y="1154"/>
                    <a:pt x="120" y="1273"/>
                    <a:pt x="266" y="1273"/>
                  </a:cubicBezTo>
                  <a:cubicBezTo>
                    <a:pt x="413" y="1273"/>
                    <a:pt x="532" y="1154"/>
                    <a:pt x="532" y="1008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9">
              <a:extLst>
                <a:ext uri="{FF2B5EF4-FFF2-40B4-BE49-F238E27FC236}">
                  <a16:creationId xmlns:a16="http://schemas.microsoft.com/office/drawing/2014/main" id="{BD3F70BC-6D2F-2C8B-699A-64CA8EFF981C}"/>
                </a:ext>
              </a:extLst>
            </p:cNvPr>
            <p:cNvSpPr/>
            <p:nvPr/>
          </p:nvSpPr>
          <p:spPr>
            <a:xfrm>
              <a:off x="4209985" y="1443252"/>
              <a:ext cx="26766" cy="41194"/>
            </a:xfrm>
            <a:custGeom>
              <a:avLst/>
              <a:gdLst/>
              <a:ahLst/>
              <a:cxnLst/>
              <a:rect l="l" t="t" r="r" b="b"/>
              <a:pathLst>
                <a:path w="807" h="1242" extrusionOk="0">
                  <a:moveTo>
                    <a:pt x="298" y="1"/>
                  </a:moveTo>
                  <a:cubicBezTo>
                    <a:pt x="272" y="1"/>
                    <a:pt x="247" y="4"/>
                    <a:pt x="221" y="12"/>
                  </a:cubicBezTo>
                  <a:cubicBezTo>
                    <a:pt x="81" y="54"/>
                    <a:pt x="1" y="202"/>
                    <a:pt x="43" y="342"/>
                  </a:cubicBezTo>
                  <a:lnTo>
                    <a:pt x="255" y="1052"/>
                  </a:lnTo>
                  <a:cubicBezTo>
                    <a:pt x="289" y="1168"/>
                    <a:pt x="395" y="1242"/>
                    <a:pt x="510" y="1242"/>
                  </a:cubicBezTo>
                  <a:cubicBezTo>
                    <a:pt x="535" y="1242"/>
                    <a:pt x="560" y="1239"/>
                    <a:pt x="586" y="1230"/>
                  </a:cubicBezTo>
                  <a:cubicBezTo>
                    <a:pt x="727" y="1188"/>
                    <a:pt x="807" y="1041"/>
                    <a:pt x="764" y="900"/>
                  </a:cubicBezTo>
                  <a:lnTo>
                    <a:pt x="552" y="190"/>
                  </a:lnTo>
                  <a:cubicBezTo>
                    <a:pt x="518" y="75"/>
                    <a:pt x="41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9">
              <a:extLst>
                <a:ext uri="{FF2B5EF4-FFF2-40B4-BE49-F238E27FC236}">
                  <a16:creationId xmlns:a16="http://schemas.microsoft.com/office/drawing/2014/main" id="{0E54E028-61DC-8F3C-7E49-FC9B4E42B482}"/>
                </a:ext>
              </a:extLst>
            </p:cNvPr>
            <p:cNvSpPr/>
            <p:nvPr/>
          </p:nvSpPr>
          <p:spPr>
            <a:xfrm>
              <a:off x="4138675" y="1477348"/>
              <a:ext cx="33566" cy="38209"/>
            </a:xfrm>
            <a:custGeom>
              <a:avLst/>
              <a:gdLst/>
              <a:ahLst/>
              <a:cxnLst/>
              <a:rect l="l" t="t" r="r" b="b"/>
              <a:pathLst>
                <a:path w="1012" h="1152" extrusionOk="0">
                  <a:moveTo>
                    <a:pt x="304" y="0"/>
                  </a:moveTo>
                  <a:cubicBezTo>
                    <a:pt x="253" y="0"/>
                    <a:pt x="203" y="15"/>
                    <a:pt x="158" y="44"/>
                  </a:cubicBezTo>
                  <a:cubicBezTo>
                    <a:pt x="34" y="124"/>
                    <a:pt x="1" y="290"/>
                    <a:pt x="81" y="412"/>
                  </a:cubicBezTo>
                  <a:lnTo>
                    <a:pt x="487" y="1031"/>
                  </a:lnTo>
                  <a:cubicBezTo>
                    <a:pt x="539" y="1109"/>
                    <a:pt x="623" y="1151"/>
                    <a:pt x="710" y="1151"/>
                  </a:cubicBezTo>
                  <a:cubicBezTo>
                    <a:pt x="759" y="1151"/>
                    <a:pt x="811" y="1137"/>
                    <a:pt x="855" y="1107"/>
                  </a:cubicBezTo>
                  <a:cubicBezTo>
                    <a:pt x="978" y="1027"/>
                    <a:pt x="1012" y="862"/>
                    <a:pt x="932" y="739"/>
                  </a:cubicBezTo>
                  <a:lnTo>
                    <a:pt x="525" y="120"/>
                  </a:lnTo>
                  <a:cubicBezTo>
                    <a:pt x="475" y="42"/>
                    <a:pt x="390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9">
              <a:extLst>
                <a:ext uri="{FF2B5EF4-FFF2-40B4-BE49-F238E27FC236}">
                  <a16:creationId xmlns:a16="http://schemas.microsoft.com/office/drawing/2014/main" id="{EEF37380-86D3-ED44-4B81-7EF0B715367A}"/>
                </a:ext>
              </a:extLst>
            </p:cNvPr>
            <p:cNvSpPr/>
            <p:nvPr/>
          </p:nvSpPr>
          <p:spPr>
            <a:xfrm>
              <a:off x="4080466" y="1530516"/>
              <a:ext cx="38574" cy="33433"/>
            </a:xfrm>
            <a:custGeom>
              <a:avLst/>
              <a:gdLst/>
              <a:ahLst/>
              <a:cxnLst/>
              <a:rect l="l" t="t" r="r" b="b"/>
              <a:pathLst>
                <a:path w="1163" h="1008" extrusionOk="0">
                  <a:moveTo>
                    <a:pt x="298" y="0"/>
                  </a:moveTo>
                  <a:cubicBezTo>
                    <a:pt x="223" y="0"/>
                    <a:pt x="147" y="32"/>
                    <a:pt x="94" y="94"/>
                  </a:cubicBezTo>
                  <a:cubicBezTo>
                    <a:pt x="1" y="207"/>
                    <a:pt x="15" y="375"/>
                    <a:pt x="127" y="469"/>
                  </a:cubicBezTo>
                  <a:lnTo>
                    <a:pt x="693" y="945"/>
                  </a:lnTo>
                  <a:cubicBezTo>
                    <a:pt x="743" y="987"/>
                    <a:pt x="804" y="1007"/>
                    <a:pt x="864" y="1007"/>
                  </a:cubicBezTo>
                  <a:cubicBezTo>
                    <a:pt x="940" y="1007"/>
                    <a:pt x="1015" y="975"/>
                    <a:pt x="1068" y="913"/>
                  </a:cubicBezTo>
                  <a:cubicBezTo>
                    <a:pt x="1162" y="800"/>
                    <a:pt x="1148" y="632"/>
                    <a:pt x="1035" y="538"/>
                  </a:cubicBezTo>
                  <a:lnTo>
                    <a:pt x="469" y="63"/>
                  </a:lnTo>
                  <a:cubicBezTo>
                    <a:pt x="419" y="21"/>
                    <a:pt x="359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9">
              <a:extLst>
                <a:ext uri="{FF2B5EF4-FFF2-40B4-BE49-F238E27FC236}">
                  <a16:creationId xmlns:a16="http://schemas.microsoft.com/office/drawing/2014/main" id="{103808D8-AD9A-8517-3013-FA04ABBDB7B5}"/>
                </a:ext>
              </a:extLst>
            </p:cNvPr>
            <p:cNvSpPr/>
            <p:nvPr/>
          </p:nvSpPr>
          <p:spPr>
            <a:xfrm>
              <a:off x="4039604" y="1598244"/>
              <a:ext cx="42587" cy="27363"/>
            </a:xfrm>
            <a:custGeom>
              <a:avLst/>
              <a:gdLst/>
              <a:ahLst/>
              <a:cxnLst/>
              <a:rect l="l" t="t" r="r" b="b"/>
              <a:pathLst>
                <a:path w="1284" h="825" extrusionOk="0">
                  <a:moveTo>
                    <a:pt x="303" y="0"/>
                  </a:moveTo>
                  <a:cubicBezTo>
                    <a:pt x="200" y="0"/>
                    <a:pt x="102" y="60"/>
                    <a:pt x="58" y="160"/>
                  </a:cubicBezTo>
                  <a:cubicBezTo>
                    <a:pt x="1" y="296"/>
                    <a:pt x="62" y="452"/>
                    <a:pt x="197" y="510"/>
                  </a:cubicBezTo>
                  <a:lnTo>
                    <a:pt x="876" y="803"/>
                  </a:lnTo>
                  <a:cubicBezTo>
                    <a:pt x="909" y="817"/>
                    <a:pt x="945" y="825"/>
                    <a:pt x="980" y="825"/>
                  </a:cubicBezTo>
                  <a:cubicBezTo>
                    <a:pt x="1083" y="825"/>
                    <a:pt x="1182" y="765"/>
                    <a:pt x="1225" y="664"/>
                  </a:cubicBezTo>
                  <a:cubicBezTo>
                    <a:pt x="1283" y="529"/>
                    <a:pt x="1221" y="373"/>
                    <a:pt x="1086" y="314"/>
                  </a:cubicBezTo>
                  <a:lnTo>
                    <a:pt x="408" y="22"/>
                  </a:lnTo>
                  <a:cubicBezTo>
                    <a:pt x="374" y="7"/>
                    <a:pt x="33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9">
              <a:extLst>
                <a:ext uri="{FF2B5EF4-FFF2-40B4-BE49-F238E27FC236}">
                  <a16:creationId xmlns:a16="http://schemas.microsoft.com/office/drawing/2014/main" id="{BD357FD8-BE08-403A-6F01-278B9169A762}"/>
                </a:ext>
              </a:extLst>
            </p:cNvPr>
            <p:cNvSpPr/>
            <p:nvPr/>
          </p:nvSpPr>
          <p:spPr>
            <a:xfrm>
              <a:off x="4020665" y="1674861"/>
              <a:ext cx="42985" cy="20464"/>
            </a:xfrm>
            <a:custGeom>
              <a:avLst/>
              <a:gdLst/>
              <a:ahLst/>
              <a:cxnLst/>
              <a:rect l="l" t="t" r="r" b="b"/>
              <a:pathLst>
                <a:path w="1296" h="617" extrusionOk="0">
                  <a:moveTo>
                    <a:pt x="280" y="0"/>
                  </a:moveTo>
                  <a:cubicBezTo>
                    <a:pt x="148" y="0"/>
                    <a:pt x="34" y="100"/>
                    <a:pt x="17" y="235"/>
                  </a:cubicBezTo>
                  <a:cubicBezTo>
                    <a:pt x="1" y="381"/>
                    <a:pt x="106" y="513"/>
                    <a:pt x="251" y="530"/>
                  </a:cubicBezTo>
                  <a:lnTo>
                    <a:pt x="985" y="615"/>
                  </a:lnTo>
                  <a:cubicBezTo>
                    <a:pt x="995" y="616"/>
                    <a:pt x="1005" y="616"/>
                    <a:pt x="1015" y="616"/>
                  </a:cubicBezTo>
                  <a:cubicBezTo>
                    <a:pt x="1149" y="616"/>
                    <a:pt x="1264" y="517"/>
                    <a:pt x="1279" y="381"/>
                  </a:cubicBezTo>
                  <a:cubicBezTo>
                    <a:pt x="1296" y="235"/>
                    <a:pt x="1192" y="104"/>
                    <a:pt x="1045" y="87"/>
                  </a:cubicBezTo>
                  <a:lnTo>
                    <a:pt x="312" y="2"/>
                  </a:lnTo>
                  <a:cubicBezTo>
                    <a:pt x="301" y="1"/>
                    <a:pt x="29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9">
              <a:extLst>
                <a:ext uri="{FF2B5EF4-FFF2-40B4-BE49-F238E27FC236}">
                  <a16:creationId xmlns:a16="http://schemas.microsoft.com/office/drawing/2014/main" id="{912C0A41-08AC-D360-0DE1-E052CCA09F6E}"/>
                </a:ext>
              </a:extLst>
            </p:cNvPr>
            <p:cNvSpPr/>
            <p:nvPr/>
          </p:nvSpPr>
          <p:spPr>
            <a:xfrm>
              <a:off x="4023584" y="1749587"/>
              <a:ext cx="43217" cy="21990"/>
            </a:xfrm>
            <a:custGeom>
              <a:avLst/>
              <a:gdLst/>
              <a:ahLst/>
              <a:cxnLst/>
              <a:rect l="l" t="t" r="r" b="b"/>
              <a:pathLst>
                <a:path w="1303" h="663" extrusionOk="0">
                  <a:moveTo>
                    <a:pt x="1015" y="1"/>
                  </a:moveTo>
                  <a:cubicBezTo>
                    <a:pt x="999" y="1"/>
                    <a:pt x="983" y="2"/>
                    <a:pt x="967" y="5"/>
                  </a:cubicBezTo>
                  <a:lnTo>
                    <a:pt x="240" y="134"/>
                  </a:lnTo>
                  <a:cubicBezTo>
                    <a:pt x="97" y="160"/>
                    <a:pt x="0" y="299"/>
                    <a:pt x="26" y="444"/>
                  </a:cubicBezTo>
                  <a:cubicBezTo>
                    <a:pt x="48" y="572"/>
                    <a:pt x="161" y="662"/>
                    <a:pt x="288" y="662"/>
                  </a:cubicBezTo>
                  <a:cubicBezTo>
                    <a:pt x="303" y="662"/>
                    <a:pt x="319" y="661"/>
                    <a:pt x="335" y="658"/>
                  </a:cubicBezTo>
                  <a:lnTo>
                    <a:pt x="1061" y="528"/>
                  </a:lnTo>
                  <a:cubicBezTo>
                    <a:pt x="1206" y="502"/>
                    <a:pt x="1302" y="364"/>
                    <a:pt x="1276" y="220"/>
                  </a:cubicBezTo>
                  <a:cubicBezTo>
                    <a:pt x="1253" y="91"/>
                    <a:pt x="1141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9">
              <a:extLst>
                <a:ext uri="{FF2B5EF4-FFF2-40B4-BE49-F238E27FC236}">
                  <a16:creationId xmlns:a16="http://schemas.microsoft.com/office/drawing/2014/main" id="{A774E3E5-F67A-8967-4B9D-931548790163}"/>
                </a:ext>
              </a:extLst>
            </p:cNvPr>
            <p:cNvSpPr/>
            <p:nvPr/>
          </p:nvSpPr>
          <p:spPr>
            <a:xfrm>
              <a:off x="4048625" y="1817647"/>
              <a:ext cx="42023" cy="28723"/>
            </a:xfrm>
            <a:custGeom>
              <a:avLst/>
              <a:gdLst/>
              <a:ahLst/>
              <a:cxnLst/>
              <a:rect l="l" t="t" r="r" b="b"/>
              <a:pathLst>
                <a:path w="1267" h="866" extrusionOk="0">
                  <a:moveTo>
                    <a:pt x="962" y="1"/>
                  </a:moveTo>
                  <a:cubicBezTo>
                    <a:pt x="922" y="1"/>
                    <a:pt x="881" y="10"/>
                    <a:pt x="843" y="29"/>
                  </a:cubicBezTo>
                  <a:lnTo>
                    <a:pt x="184" y="364"/>
                  </a:lnTo>
                  <a:cubicBezTo>
                    <a:pt x="53" y="430"/>
                    <a:pt x="1" y="590"/>
                    <a:pt x="67" y="720"/>
                  </a:cubicBezTo>
                  <a:cubicBezTo>
                    <a:pt x="114" y="813"/>
                    <a:pt x="207" y="866"/>
                    <a:pt x="304" y="866"/>
                  </a:cubicBezTo>
                  <a:cubicBezTo>
                    <a:pt x="345" y="866"/>
                    <a:pt x="386" y="858"/>
                    <a:pt x="424" y="837"/>
                  </a:cubicBezTo>
                  <a:lnTo>
                    <a:pt x="1083" y="504"/>
                  </a:lnTo>
                  <a:cubicBezTo>
                    <a:pt x="1215" y="438"/>
                    <a:pt x="1267" y="278"/>
                    <a:pt x="1200" y="146"/>
                  </a:cubicBezTo>
                  <a:cubicBezTo>
                    <a:pt x="1153" y="54"/>
                    <a:pt x="1060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9">
              <a:extLst>
                <a:ext uri="{FF2B5EF4-FFF2-40B4-BE49-F238E27FC236}">
                  <a16:creationId xmlns:a16="http://schemas.microsoft.com/office/drawing/2014/main" id="{31F5FBE2-2A13-FB5E-981B-729FFE6C8D9A}"/>
                </a:ext>
              </a:extLst>
            </p:cNvPr>
            <p:cNvSpPr/>
            <p:nvPr/>
          </p:nvSpPr>
          <p:spPr>
            <a:xfrm>
              <a:off x="4094861" y="1876121"/>
              <a:ext cx="37313" cy="34594"/>
            </a:xfrm>
            <a:custGeom>
              <a:avLst/>
              <a:gdLst/>
              <a:ahLst/>
              <a:cxnLst/>
              <a:rect l="l" t="t" r="r" b="b"/>
              <a:pathLst>
                <a:path w="1125" h="1043" extrusionOk="0">
                  <a:moveTo>
                    <a:pt x="830" y="1"/>
                  </a:moveTo>
                  <a:cubicBezTo>
                    <a:pt x="764" y="1"/>
                    <a:pt x="698" y="25"/>
                    <a:pt x="647" y="74"/>
                  </a:cubicBezTo>
                  <a:lnTo>
                    <a:pt x="111" y="584"/>
                  </a:lnTo>
                  <a:cubicBezTo>
                    <a:pt x="5" y="685"/>
                    <a:pt x="0" y="854"/>
                    <a:pt x="102" y="959"/>
                  </a:cubicBezTo>
                  <a:cubicBezTo>
                    <a:pt x="154" y="1015"/>
                    <a:pt x="224" y="1042"/>
                    <a:pt x="295" y="1042"/>
                  </a:cubicBezTo>
                  <a:cubicBezTo>
                    <a:pt x="361" y="1042"/>
                    <a:pt x="426" y="1018"/>
                    <a:pt x="478" y="969"/>
                  </a:cubicBezTo>
                  <a:lnTo>
                    <a:pt x="1014" y="459"/>
                  </a:lnTo>
                  <a:cubicBezTo>
                    <a:pt x="1119" y="358"/>
                    <a:pt x="1124" y="189"/>
                    <a:pt x="1023" y="84"/>
                  </a:cubicBezTo>
                  <a:cubicBezTo>
                    <a:pt x="970" y="28"/>
                    <a:pt x="900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>
              <a:extLst>
                <a:ext uri="{FF2B5EF4-FFF2-40B4-BE49-F238E27FC236}">
                  <a16:creationId xmlns:a16="http://schemas.microsoft.com/office/drawing/2014/main" id="{D0A15682-1045-DDDC-7246-508E3EA5D6CC}"/>
                </a:ext>
              </a:extLst>
            </p:cNvPr>
            <p:cNvSpPr/>
            <p:nvPr/>
          </p:nvSpPr>
          <p:spPr>
            <a:xfrm>
              <a:off x="4190814" y="1648659"/>
              <a:ext cx="51841" cy="52371"/>
            </a:xfrm>
            <a:custGeom>
              <a:avLst/>
              <a:gdLst/>
              <a:ahLst/>
              <a:cxnLst/>
              <a:rect l="l" t="t" r="r" b="b"/>
              <a:pathLst>
                <a:path w="1563" h="1579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36"/>
                  </a:lnTo>
                  <a:cubicBezTo>
                    <a:pt x="1" y="1381"/>
                    <a:pt x="200" y="1579"/>
                    <a:pt x="443" y="1579"/>
                  </a:cubicBezTo>
                  <a:lnTo>
                    <a:pt x="1120" y="1579"/>
                  </a:lnTo>
                  <a:cubicBezTo>
                    <a:pt x="1364" y="1579"/>
                    <a:pt x="1562" y="1381"/>
                    <a:pt x="1562" y="1136"/>
                  </a:cubicBezTo>
                  <a:lnTo>
                    <a:pt x="1562" y="443"/>
                  </a:lnTo>
                  <a:cubicBezTo>
                    <a:pt x="1562" y="199"/>
                    <a:pt x="1364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9">
              <a:extLst>
                <a:ext uri="{FF2B5EF4-FFF2-40B4-BE49-F238E27FC236}">
                  <a16:creationId xmlns:a16="http://schemas.microsoft.com/office/drawing/2014/main" id="{FC0AC8FD-0C20-0EC1-EBB7-321AD96B3DCB}"/>
                </a:ext>
              </a:extLst>
            </p:cNvPr>
            <p:cNvSpPr/>
            <p:nvPr/>
          </p:nvSpPr>
          <p:spPr>
            <a:xfrm>
              <a:off x="4231047" y="1581063"/>
              <a:ext cx="51841" cy="52405"/>
            </a:xfrm>
            <a:custGeom>
              <a:avLst/>
              <a:gdLst/>
              <a:ahLst/>
              <a:cxnLst/>
              <a:rect l="l" t="t" r="r" b="b"/>
              <a:pathLst>
                <a:path w="1563" h="1580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4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137"/>
                  </a:lnTo>
                  <a:cubicBezTo>
                    <a:pt x="0" y="1382"/>
                    <a:pt x="199" y="1580"/>
                    <a:pt x="444" y="1580"/>
                  </a:cubicBezTo>
                  <a:lnTo>
                    <a:pt x="1119" y="1580"/>
                  </a:lnTo>
                  <a:cubicBezTo>
                    <a:pt x="1364" y="1580"/>
                    <a:pt x="1563" y="1382"/>
                    <a:pt x="1563" y="1137"/>
                  </a:cubicBezTo>
                  <a:lnTo>
                    <a:pt x="1563" y="444"/>
                  </a:lnTo>
                  <a:cubicBezTo>
                    <a:pt x="1563" y="200"/>
                    <a:pt x="1364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0" name="Google Shape;1350;p39">
            <a:extLst>
              <a:ext uri="{FF2B5EF4-FFF2-40B4-BE49-F238E27FC236}">
                <a16:creationId xmlns:a16="http://schemas.microsoft.com/office/drawing/2014/main" id="{5F6F8609-0B53-DF73-6937-71D70F8C15F4}"/>
              </a:ext>
            </a:extLst>
          </p:cNvPr>
          <p:cNvGrpSpPr/>
          <p:nvPr/>
        </p:nvGrpSpPr>
        <p:grpSpPr>
          <a:xfrm>
            <a:off x="4276642" y="1793289"/>
            <a:ext cx="590713" cy="601957"/>
            <a:chOff x="1230449" y="2288393"/>
            <a:chExt cx="590713" cy="601957"/>
          </a:xfrm>
        </p:grpSpPr>
        <p:sp>
          <p:nvSpPr>
            <p:cNvPr id="1351" name="Google Shape;1351;p39">
              <a:extLst>
                <a:ext uri="{FF2B5EF4-FFF2-40B4-BE49-F238E27FC236}">
                  <a16:creationId xmlns:a16="http://schemas.microsoft.com/office/drawing/2014/main" id="{A200FC39-3B62-1509-D8A1-71164EC075EE}"/>
                </a:ext>
              </a:extLst>
            </p:cNvPr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>
              <a:extLst>
                <a:ext uri="{FF2B5EF4-FFF2-40B4-BE49-F238E27FC236}">
                  <a16:creationId xmlns:a16="http://schemas.microsoft.com/office/drawing/2014/main" id="{602F12F9-3CB1-AD9F-3AC6-F62907E047F8}"/>
                </a:ext>
              </a:extLst>
            </p:cNvPr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9">
              <a:extLst>
                <a:ext uri="{FF2B5EF4-FFF2-40B4-BE49-F238E27FC236}">
                  <a16:creationId xmlns:a16="http://schemas.microsoft.com/office/drawing/2014/main" id="{3B80805A-3E2B-27D6-B095-16A82950464C}"/>
                </a:ext>
              </a:extLst>
            </p:cNvPr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9">
              <a:extLst>
                <a:ext uri="{FF2B5EF4-FFF2-40B4-BE49-F238E27FC236}">
                  <a16:creationId xmlns:a16="http://schemas.microsoft.com/office/drawing/2014/main" id="{C89A2093-A003-6247-5275-5CC4C4E508BA}"/>
                </a:ext>
              </a:extLst>
            </p:cNvPr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9">
              <a:extLst>
                <a:ext uri="{FF2B5EF4-FFF2-40B4-BE49-F238E27FC236}">
                  <a16:creationId xmlns:a16="http://schemas.microsoft.com/office/drawing/2014/main" id="{88711A6D-6444-670E-83F2-0FF999E1DC9B}"/>
                </a:ext>
              </a:extLst>
            </p:cNvPr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9">
              <a:extLst>
                <a:ext uri="{FF2B5EF4-FFF2-40B4-BE49-F238E27FC236}">
                  <a16:creationId xmlns:a16="http://schemas.microsoft.com/office/drawing/2014/main" id="{24D1A644-ABEA-5489-BBFA-0EBB855D7E92}"/>
                </a:ext>
              </a:extLst>
            </p:cNvPr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9">
              <a:extLst>
                <a:ext uri="{FF2B5EF4-FFF2-40B4-BE49-F238E27FC236}">
                  <a16:creationId xmlns:a16="http://schemas.microsoft.com/office/drawing/2014/main" id="{68D6E8D1-3449-3916-1652-0064AF2A757B}"/>
                </a:ext>
              </a:extLst>
            </p:cNvPr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9">
              <a:extLst>
                <a:ext uri="{FF2B5EF4-FFF2-40B4-BE49-F238E27FC236}">
                  <a16:creationId xmlns:a16="http://schemas.microsoft.com/office/drawing/2014/main" id="{09DC2AB3-EB15-BA72-03A3-5F6FB6494CF5}"/>
                </a:ext>
              </a:extLst>
            </p:cNvPr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9">
              <a:extLst>
                <a:ext uri="{FF2B5EF4-FFF2-40B4-BE49-F238E27FC236}">
                  <a16:creationId xmlns:a16="http://schemas.microsoft.com/office/drawing/2014/main" id="{F6074088-F4D9-494C-E902-8DB9776F1BF6}"/>
                </a:ext>
              </a:extLst>
            </p:cNvPr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>
              <a:extLst>
                <a:ext uri="{FF2B5EF4-FFF2-40B4-BE49-F238E27FC236}">
                  <a16:creationId xmlns:a16="http://schemas.microsoft.com/office/drawing/2014/main" id="{500961A1-1F52-CAF0-DD84-307E137B42E2}"/>
                </a:ext>
              </a:extLst>
            </p:cNvPr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>
              <a:extLst>
                <a:ext uri="{FF2B5EF4-FFF2-40B4-BE49-F238E27FC236}">
                  <a16:creationId xmlns:a16="http://schemas.microsoft.com/office/drawing/2014/main" id="{36076F7D-EE05-0908-BD41-FBD9CB509463}"/>
                </a:ext>
              </a:extLst>
            </p:cNvPr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>
              <a:extLst>
                <a:ext uri="{FF2B5EF4-FFF2-40B4-BE49-F238E27FC236}">
                  <a16:creationId xmlns:a16="http://schemas.microsoft.com/office/drawing/2014/main" id="{B4FFB328-D9F2-89CE-32DC-875C8C4354A8}"/>
                </a:ext>
              </a:extLst>
            </p:cNvPr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>
              <a:extLst>
                <a:ext uri="{FF2B5EF4-FFF2-40B4-BE49-F238E27FC236}">
                  <a16:creationId xmlns:a16="http://schemas.microsoft.com/office/drawing/2014/main" id="{DEFD5364-6ED4-7CB2-BA5E-950E942ACD71}"/>
                </a:ext>
              </a:extLst>
            </p:cNvPr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39">
            <a:extLst>
              <a:ext uri="{FF2B5EF4-FFF2-40B4-BE49-F238E27FC236}">
                <a16:creationId xmlns:a16="http://schemas.microsoft.com/office/drawing/2014/main" id="{32586073-360F-99CD-F9B7-6A5CBC70C86F}"/>
              </a:ext>
            </a:extLst>
          </p:cNvPr>
          <p:cNvGrpSpPr/>
          <p:nvPr/>
        </p:nvGrpSpPr>
        <p:grpSpPr>
          <a:xfrm>
            <a:off x="6876691" y="1793256"/>
            <a:ext cx="585440" cy="602023"/>
            <a:chOff x="1888890" y="3144712"/>
            <a:chExt cx="585440" cy="602023"/>
          </a:xfrm>
        </p:grpSpPr>
        <p:sp>
          <p:nvSpPr>
            <p:cNvPr id="1365" name="Google Shape;1365;p39">
              <a:extLst>
                <a:ext uri="{FF2B5EF4-FFF2-40B4-BE49-F238E27FC236}">
                  <a16:creationId xmlns:a16="http://schemas.microsoft.com/office/drawing/2014/main" id="{EBEFCC7A-E42E-6C33-2BEE-9557B0E6274A}"/>
                </a:ext>
              </a:extLst>
            </p:cNvPr>
            <p:cNvSpPr/>
            <p:nvPr/>
          </p:nvSpPr>
          <p:spPr>
            <a:xfrm>
              <a:off x="2170085" y="3159206"/>
              <a:ext cx="53532" cy="53499"/>
            </a:xfrm>
            <a:custGeom>
              <a:avLst/>
              <a:gdLst/>
              <a:ahLst/>
              <a:cxnLst/>
              <a:rect l="l" t="t" r="r" b="b"/>
              <a:pathLst>
                <a:path w="1614" h="1613" extrusionOk="0">
                  <a:moveTo>
                    <a:pt x="1082" y="532"/>
                  </a:moveTo>
                  <a:lnTo>
                    <a:pt x="1082" y="1081"/>
                  </a:lnTo>
                  <a:lnTo>
                    <a:pt x="533" y="1081"/>
                  </a:lnTo>
                  <a:lnTo>
                    <a:pt x="533" y="532"/>
                  </a:lnTo>
                  <a:close/>
                  <a:moveTo>
                    <a:pt x="373" y="1"/>
                  </a:moveTo>
                  <a:cubicBezTo>
                    <a:pt x="168" y="1"/>
                    <a:pt x="1" y="167"/>
                    <a:pt x="1" y="373"/>
                  </a:cubicBezTo>
                  <a:lnTo>
                    <a:pt x="1" y="1241"/>
                  </a:lnTo>
                  <a:cubicBezTo>
                    <a:pt x="1" y="1447"/>
                    <a:pt x="168" y="1613"/>
                    <a:pt x="373" y="1613"/>
                  </a:cubicBezTo>
                  <a:lnTo>
                    <a:pt x="1242" y="1613"/>
                  </a:lnTo>
                  <a:cubicBezTo>
                    <a:pt x="1447" y="1613"/>
                    <a:pt x="1614" y="1447"/>
                    <a:pt x="1614" y="1241"/>
                  </a:cubicBezTo>
                  <a:lnTo>
                    <a:pt x="1614" y="373"/>
                  </a:lnTo>
                  <a:cubicBezTo>
                    <a:pt x="1614" y="167"/>
                    <a:pt x="1447" y="1"/>
                    <a:pt x="1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>
              <a:extLst>
                <a:ext uri="{FF2B5EF4-FFF2-40B4-BE49-F238E27FC236}">
                  <a16:creationId xmlns:a16="http://schemas.microsoft.com/office/drawing/2014/main" id="{FFA2DDAD-9A1F-FB88-0F77-15187B30DBC2}"/>
                </a:ext>
              </a:extLst>
            </p:cNvPr>
            <p:cNvSpPr/>
            <p:nvPr/>
          </p:nvSpPr>
          <p:spPr>
            <a:xfrm>
              <a:off x="1981726" y="3530782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3"/>
                  </a:moveTo>
                  <a:lnTo>
                    <a:pt x="1082" y="1082"/>
                  </a:lnTo>
                  <a:lnTo>
                    <a:pt x="533" y="1082"/>
                  </a:lnTo>
                  <a:lnTo>
                    <a:pt x="533" y="533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2"/>
                  </a:lnTo>
                  <a:cubicBezTo>
                    <a:pt x="1614" y="167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>
              <a:extLst>
                <a:ext uri="{FF2B5EF4-FFF2-40B4-BE49-F238E27FC236}">
                  <a16:creationId xmlns:a16="http://schemas.microsoft.com/office/drawing/2014/main" id="{6591CC17-CBAA-704B-8C5B-D17FAB57A461}"/>
                </a:ext>
              </a:extLst>
            </p:cNvPr>
            <p:cNvSpPr/>
            <p:nvPr/>
          </p:nvSpPr>
          <p:spPr>
            <a:xfrm>
              <a:off x="1915424" y="3185475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2"/>
                  </a:moveTo>
                  <a:lnTo>
                    <a:pt x="1082" y="1082"/>
                  </a:lnTo>
                  <a:lnTo>
                    <a:pt x="532" y="1082"/>
                  </a:lnTo>
                  <a:lnTo>
                    <a:pt x="532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8"/>
                    <a:pt x="1" y="373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3"/>
                  </a:lnTo>
                  <a:cubicBezTo>
                    <a:pt x="1614" y="168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>
              <a:extLst>
                <a:ext uri="{FF2B5EF4-FFF2-40B4-BE49-F238E27FC236}">
                  <a16:creationId xmlns:a16="http://schemas.microsoft.com/office/drawing/2014/main" id="{99CDC3CB-AF0A-2497-2B9F-73DD50FFF10A}"/>
                </a:ext>
              </a:extLst>
            </p:cNvPr>
            <p:cNvSpPr/>
            <p:nvPr/>
          </p:nvSpPr>
          <p:spPr>
            <a:xfrm>
              <a:off x="1920565" y="3144712"/>
              <a:ext cx="553765" cy="602023"/>
            </a:xfrm>
            <a:custGeom>
              <a:avLst/>
              <a:gdLst/>
              <a:ahLst/>
              <a:cxnLst/>
              <a:rect l="l" t="t" r="r" b="b"/>
              <a:pathLst>
                <a:path w="16696" h="18151" extrusionOk="0">
                  <a:moveTo>
                    <a:pt x="4488" y="532"/>
                  </a:moveTo>
                  <a:cubicBezTo>
                    <a:pt x="4721" y="532"/>
                    <a:pt x="4911" y="722"/>
                    <a:pt x="4911" y="955"/>
                  </a:cubicBezTo>
                  <a:cubicBezTo>
                    <a:pt x="4911" y="1189"/>
                    <a:pt x="4721" y="1377"/>
                    <a:pt x="4488" y="1377"/>
                  </a:cubicBezTo>
                  <a:cubicBezTo>
                    <a:pt x="4255" y="1377"/>
                    <a:pt x="4065" y="1189"/>
                    <a:pt x="4065" y="955"/>
                  </a:cubicBezTo>
                  <a:cubicBezTo>
                    <a:pt x="4065" y="722"/>
                    <a:pt x="4255" y="532"/>
                    <a:pt x="4488" y="532"/>
                  </a:cubicBezTo>
                  <a:close/>
                  <a:moveTo>
                    <a:pt x="2800" y="3960"/>
                  </a:moveTo>
                  <a:lnTo>
                    <a:pt x="2800" y="4509"/>
                  </a:lnTo>
                  <a:lnTo>
                    <a:pt x="2249" y="4509"/>
                  </a:lnTo>
                  <a:lnTo>
                    <a:pt x="2249" y="3960"/>
                  </a:lnTo>
                  <a:close/>
                  <a:moveTo>
                    <a:pt x="2260" y="7641"/>
                  </a:moveTo>
                  <a:lnTo>
                    <a:pt x="2260" y="8190"/>
                  </a:lnTo>
                  <a:lnTo>
                    <a:pt x="1710" y="8190"/>
                  </a:lnTo>
                  <a:lnTo>
                    <a:pt x="1710" y="7641"/>
                  </a:lnTo>
                  <a:close/>
                  <a:moveTo>
                    <a:pt x="956" y="9840"/>
                  </a:moveTo>
                  <a:cubicBezTo>
                    <a:pt x="1189" y="9840"/>
                    <a:pt x="1379" y="10030"/>
                    <a:pt x="1379" y="10263"/>
                  </a:cubicBezTo>
                  <a:cubicBezTo>
                    <a:pt x="1379" y="10496"/>
                    <a:pt x="1189" y="10686"/>
                    <a:pt x="956" y="10686"/>
                  </a:cubicBezTo>
                  <a:cubicBezTo>
                    <a:pt x="723" y="10686"/>
                    <a:pt x="533" y="10496"/>
                    <a:pt x="533" y="10263"/>
                  </a:cubicBezTo>
                  <a:cubicBezTo>
                    <a:pt x="533" y="10030"/>
                    <a:pt x="723" y="9840"/>
                    <a:pt x="956" y="9840"/>
                  </a:cubicBezTo>
                  <a:close/>
                  <a:moveTo>
                    <a:pt x="10194" y="12157"/>
                  </a:moveTo>
                  <a:cubicBezTo>
                    <a:pt x="10497" y="12157"/>
                    <a:pt x="10744" y="12404"/>
                    <a:pt x="10744" y="12707"/>
                  </a:cubicBezTo>
                  <a:cubicBezTo>
                    <a:pt x="10744" y="13009"/>
                    <a:pt x="10497" y="13256"/>
                    <a:pt x="10194" y="13256"/>
                  </a:cubicBezTo>
                  <a:cubicBezTo>
                    <a:pt x="9891" y="13256"/>
                    <a:pt x="9645" y="13009"/>
                    <a:pt x="9645" y="12707"/>
                  </a:cubicBezTo>
                  <a:cubicBezTo>
                    <a:pt x="9645" y="12404"/>
                    <a:pt x="9891" y="12157"/>
                    <a:pt x="10194" y="12157"/>
                  </a:cubicBezTo>
                  <a:close/>
                  <a:moveTo>
                    <a:pt x="5975" y="10529"/>
                  </a:moveTo>
                  <a:cubicBezTo>
                    <a:pt x="6735" y="10529"/>
                    <a:pt x="7353" y="11147"/>
                    <a:pt x="7353" y="11907"/>
                  </a:cubicBezTo>
                  <a:cubicBezTo>
                    <a:pt x="7353" y="12666"/>
                    <a:pt x="6735" y="13285"/>
                    <a:pt x="5975" y="13285"/>
                  </a:cubicBezTo>
                  <a:cubicBezTo>
                    <a:pt x="5216" y="13285"/>
                    <a:pt x="4598" y="12666"/>
                    <a:pt x="4598" y="11907"/>
                  </a:cubicBezTo>
                  <a:cubicBezTo>
                    <a:pt x="4598" y="11147"/>
                    <a:pt x="5216" y="10529"/>
                    <a:pt x="5975" y="10529"/>
                  </a:cubicBezTo>
                  <a:close/>
                  <a:moveTo>
                    <a:pt x="7876" y="11723"/>
                  </a:moveTo>
                  <a:lnTo>
                    <a:pt x="7876" y="11723"/>
                  </a:lnTo>
                  <a:cubicBezTo>
                    <a:pt x="8372" y="11782"/>
                    <a:pt x="8836" y="11944"/>
                    <a:pt x="9248" y="12185"/>
                  </a:cubicBezTo>
                  <a:cubicBezTo>
                    <a:pt x="9161" y="12340"/>
                    <a:pt x="9113" y="12518"/>
                    <a:pt x="9113" y="12707"/>
                  </a:cubicBezTo>
                  <a:cubicBezTo>
                    <a:pt x="9113" y="13303"/>
                    <a:pt x="9598" y="13788"/>
                    <a:pt x="10194" y="13788"/>
                  </a:cubicBezTo>
                  <a:cubicBezTo>
                    <a:pt x="10358" y="13788"/>
                    <a:pt x="10513" y="13751"/>
                    <a:pt x="10652" y="13686"/>
                  </a:cubicBezTo>
                  <a:cubicBezTo>
                    <a:pt x="10891" y="14167"/>
                    <a:pt x="11027" y="14708"/>
                    <a:pt x="11027" y="15280"/>
                  </a:cubicBezTo>
                  <a:cubicBezTo>
                    <a:pt x="11027" y="15614"/>
                    <a:pt x="10981" y="15943"/>
                    <a:pt x="10890" y="16261"/>
                  </a:cubicBezTo>
                  <a:lnTo>
                    <a:pt x="10152" y="16261"/>
                  </a:lnTo>
                  <a:cubicBezTo>
                    <a:pt x="9711" y="16261"/>
                    <a:pt x="9351" y="15902"/>
                    <a:pt x="9351" y="15460"/>
                  </a:cubicBezTo>
                  <a:lnTo>
                    <a:pt x="9351" y="14651"/>
                  </a:lnTo>
                  <a:cubicBezTo>
                    <a:pt x="9351" y="14511"/>
                    <a:pt x="9241" y="14393"/>
                    <a:pt x="9101" y="14385"/>
                  </a:cubicBezTo>
                  <a:cubicBezTo>
                    <a:pt x="8260" y="14337"/>
                    <a:pt x="7440" y="14090"/>
                    <a:pt x="6714" y="13668"/>
                  </a:cubicBezTo>
                  <a:cubicBezTo>
                    <a:pt x="7402" y="13379"/>
                    <a:pt x="7885" y="12698"/>
                    <a:pt x="7885" y="11907"/>
                  </a:cubicBezTo>
                  <a:cubicBezTo>
                    <a:pt x="7885" y="11844"/>
                    <a:pt x="7882" y="11783"/>
                    <a:pt x="7876" y="11723"/>
                  </a:cubicBezTo>
                  <a:close/>
                  <a:moveTo>
                    <a:pt x="9951" y="3359"/>
                  </a:moveTo>
                  <a:cubicBezTo>
                    <a:pt x="10397" y="3454"/>
                    <a:pt x="10761" y="3779"/>
                    <a:pt x="10898" y="4230"/>
                  </a:cubicBezTo>
                  <a:cubicBezTo>
                    <a:pt x="10922" y="4312"/>
                    <a:pt x="10986" y="4378"/>
                    <a:pt x="11068" y="4404"/>
                  </a:cubicBezTo>
                  <a:cubicBezTo>
                    <a:pt x="11132" y="4426"/>
                    <a:pt x="11194" y="4448"/>
                    <a:pt x="11257" y="4472"/>
                  </a:cubicBezTo>
                  <a:lnTo>
                    <a:pt x="9508" y="6221"/>
                  </a:lnTo>
                  <a:lnTo>
                    <a:pt x="8019" y="6221"/>
                  </a:lnTo>
                  <a:cubicBezTo>
                    <a:pt x="7872" y="6221"/>
                    <a:pt x="7754" y="6340"/>
                    <a:pt x="7754" y="6487"/>
                  </a:cubicBezTo>
                  <a:cubicBezTo>
                    <a:pt x="7754" y="6633"/>
                    <a:pt x="7872" y="6752"/>
                    <a:pt x="8019" y="6752"/>
                  </a:cubicBezTo>
                  <a:lnTo>
                    <a:pt x="8977" y="6752"/>
                  </a:lnTo>
                  <a:lnTo>
                    <a:pt x="7912" y="7817"/>
                  </a:lnTo>
                  <a:cubicBezTo>
                    <a:pt x="7808" y="7921"/>
                    <a:pt x="7808" y="8089"/>
                    <a:pt x="7912" y="8193"/>
                  </a:cubicBezTo>
                  <a:cubicBezTo>
                    <a:pt x="7964" y="8245"/>
                    <a:pt x="8032" y="8271"/>
                    <a:pt x="8100" y="8271"/>
                  </a:cubicBezTo>
                  <a:cubicBezTo>
                    <a:pt x="8168" y="8271"/>
                    <a:pt x="8236" y="8245"/>
                    <a:pt x="8288" y="8193"/>
                  </a:cubicBezTo>
                  <a:lnTo>
                    <a:pt x="12144" y="4337"/>
                  </a:lnTo>
                  <a:cubicBezTo>
                    <a:pt x="12868" y="4761"/>
                    <a:pt x="13491" y="5356"/>
                    <a:pt x="13948" y="6059"/>
                  </a:cubicBezTo>
                  <a:cubicBezTo>
                    <a:pt x="14453" y="6837"/>
                    <a:pt x="14750" y="7738"/>
                    <a:pt x="14806" y="8661"/>
                  </a:cubicBezTo>
                  <a:lnTo>
                    <a:pt x="14806" y="9986"/>
                  </a:lnTo>
                  <a:cubicBezTo>
                    <a:pt x="14806" y="10032"/>
                    <a:pt x="14818" y="10076"/>
                    <a:pt x="14841" y="10116"/>
                  </a:cubicBezTo>
                  <a:lnTo>
                    <a:pt x="16080" y="12312"/>
                  </a:lnTo>
                  <a:cubicBezTo>
                    <a:pt x="16128" y="12396"/>
                    <a:pt x="16134" y="12461"/>
                    <a:pt x="16120" y="12486"/>
                  </a:cubicBezTo>
                  <a:cubicBezTo>
                    <a:pt x="16105" y="12510"/>
                    <a:pt x="16046" y="12536"/>
                    <a:pt x="15948" y="12536"/>
                  </a:cubicBezTo>
                  <a:lnTo>
                    <a:pt x="15072" y="12536"/>
                  </a:lnTo>
                  <a:cubicBezTo>
                    <a:pt x="14926" y="12536"/>
                    <a:pt x="14807" y="12655"/>
                    <a:pt x="14807" y="12802"/>
                  </a:cubicBezTo>
                  <a:lnTo>
                    <a:pt x="14807" y="13433"/>
                  </a:lnTo>
                  <a:lnTo>
                    <a:pt x="13349" y="13433"/>
                  </a:lnTo>
                  <a:cubicBezTo>
                    <a:pt x="13007" y="13433"/>
                    <a:pt x="12728" y="13712"/>
                    <a:pt x="12728" y="14054"/>
                  </a:cubicBezTo>
                  <a:lnTo>
                    <a:pt x="12728" y="16261"/>
                  </a:lnTo>
                  <a:lnTo>
                    <a:pt x="11440" y="16261"/>
                  </a:lnTo>
                  <a:cubicBezTo>
                    <a:pt x="11519" y="15941"/>
                    <a:pt x="11559" y="15612"/>
                    <a:pt x="11559" y="15280"/>
                  </a:cubicBezTo>
                  <a:cubicBezTo>
                    <a:pt x="11559" y="14577"/>
                    <a:pt x="11382" y="13917"/>
                    <a:pt x="11071" y="13338"/>
                  </a:cubicBezTo>
                  <a:cubicBezTo>
                    <a:pt x="11199" y="13160"/>
                    <a:pt x="11275" y="12942"/>
                    <a:pt x="11275" y="12707"/>
                  </a:cubicBezTo>
                  <a:cubicBezTo>
                    <a:pt x="11275" y="12110"/>
                    <a:pt x="10790" y="11625"/>
                    <a:pt x="10194" y="11625"/>
                  </a:cubicBezTo>
                  <a:cubicBezTo>
                    <a:pt x="9984" y="11625"/>
                    <a:pt x="9788" y="11686"/>
                    <a:pt x="9621" y="11790"/>
                  </a:cubicBezTo>
                  <a:cubicBezTo>
                    <a:pt x="9069" y="11444"/>
                    <a:pt x="8427" y="11225"/>
                    <a:pt x="7739" y="11176"/>
                  </a:cubicBezTo>
                  <a:cubicBezTo>
                    <a:pt x="7509" y="10620"/>
                    <a:pt x="7024" y="10197"/>
                    <a:pt x="6429" y="10051"/>
                  </a:cubicBezTo>
                  <a:lnTo>
                    <a:pt x="7083" y="9398"/>
                  </a:lnTo>
                  <a:cubicBezTo>
                    <a:pt x="7187" y="9295"/>
                    <a:pt x="7187" y="9126"/>
                    <a:pt x="7083" y="9023"/>
                  </a:cubicBezTo>
                  <a:cubicBezTo>
                    <a:pt x="7031" y="8970"/>
                    <a:pt x="6963" y="8944"/>
                    <a:pt x="6895" y="8944"/>
                  </a:cubicBezTo>
                  <a:cubicBezTo>
                    <a:pt x="6827" y="8944"/>
                    <a:pt x="6759" y="8970"/>
                    <a:pt x="6706" y="9023"/>
                  </a:cubicBezTo>
                  <a:lnTo>
                    <a:pt x="5714" y="10015"/>
                  </a:lnTo>
                  <a:cubicBezTo>
                    <a:pt x="5414" y="10057"/>
                    <a:pt x="5136" y="10167"/>
                    <a:pt x="4897" y="10332"/>
                  </a:cubicBezTo>
                  <a:cubicBezTo>
                    <a:pt x="4845" y="10149"/>
                    <a:pt x="4804" y="9964"/>
                    <a:pt x="4773" y="9775"/>
                  </a:cubicBezTo>
                  <a:lnTo>
                    <a:pt x="5265" y="9775"/>
                  </a:lnTo>
                  <a:cubicBezTo>
                    <a:pt x="5412" y="9775"/>
                    <a:pt x="5531" y="9656"/>
                    <a:pt x="5531" y="9509"/>
                  </a:cubicBezTo>
                  <a:cubicBezTo>
                    <a:pt x="5531" y="9362"/>
                    <a:pt x="5412" y="9243"/>
                    <a:pt x="5265" y="9243"/>
                  </a:cubicBezTo>
                  <a:lnTo>
                    <a:pt x="4557" y="9243"/>
                  </a:lnTo>
                  <a:cubicBezTo>
                    <a:pt x="4247" y="9004"/>
                    <a:pt x="4065" y="8634"/>
                    <a:pt x="4065" y="8241"/>
                  </a:cubicBezTo>
                  <a:cubicBezTo>
                    <a:pt x="4065" y="7782"/>
                    <a:pt x="4309" y="7366"/>
                    <a:pt x="4705" y="7141"/>
                  </a:cubicBezTo>
                  <a:lnTo>
                    <a:pt x="5354" y="7141"/>
                  </a:lnTo>
                  <a:lnTo>
                    <a:pt x="5354" y="8086"/>
                  </a:lnTo>
                  <a:cubicBezTo>
                    <a:pt x="5354" y="8232"/>
                    <a:pt x="5473" y="8351"/>
                    <a:pt x="5620" y="8351"/>
                  </a:cubicBezTo>
                  <a:cubicBezTo>
                    <a:pt x="5767" y="8351"/>
                    <a:pt x="5886" y="8232"/>
                    <a:pt x="5886" y="8086"/>
                  </a:cubicBezTo>
                  <a:lnTo>
                    <a:pt x="5886" y="7141"/>
                  </a:lnTo>
                  <a:lnTo>
                    <a:pt x="6598" y="7141"/>
                  </a:lnTo>
                  <a:cubicBezTo>
                    <a:pt x="6744" y="7141"/>
                    <a:pt x="6864" y="7021"/>
                    <a:pt x="6864" y="6875"/>
                  </a:cubicBezTo>
                  <a:cubicBezTo>
                    <a:pt x="6864" y="6728"/>
                    <a:pt x="6744" y="6610"/>
                    <a:pt x="6598" y="6610"/>
                  </a:cubicBezTo>
                  <a:lnTo>
                    <a:pt x="4787" y="6610"/>
                  </a:lnTo>
                  <a:cubicBezTo>
                    <a:pt x="4693" y="6428"/>
                    <a:pt x="4642" y="6228"/>
                    <a:pt x="4642" y="6020"/>
                  </a:cubicBezTo>
                  <a:cubicBezTo>
                    <a:pt x="4642" y="5321"/>
                    <a:pt x="5210" y="4753"/>
                    <a:pt x="5909" y="4753"/>
                  </a:cubicBezTo>
                  <a:cubicBezTo>
                    <a:pt x="5987" y="4753"/>
                    <a:pt x="6064" y="4761"/>
                    <a:pt x="6140" y="4775"/>
                  </a:cubicBezTo>
                  <a:lnTo>
                    <a:pt x="6140" y="5687"/>
                  </a:lnTo>
                  <a:cubicBezTo>
                    <a:pt x="6140" y="5834"/>
                    <a:pt x="6259" y="5953"/>
                    <a:pt x="6406" y="5953"/>
                  </a:cubicBezTo>
                  <a:cubicBezTo>
                    <a:pt x="6552" y="5953"/>
                    <a:pt x="6672" y="5834"/>
                    <a:pt x="6672" y="5687"/>
                  </a:cubicBezTo>
                  <a:lnTo>
                    <a:pt x="6672" y="5420"/>
                  </a:lnTo>
                  <a:lnTo>
                    <a:pt x="8108" y="5420"/>
                  </a:lnTo>
                  <a:cubicBezTo>
                    <a:pt x="8255" y="5420"/>
                    <a:pt x="8374" y="5301"/>
                    <a:pt x="8374" y="5154"/>
                  </a:cubicBezTo>
                  <a:cubicBezTo>
                    <a:pt x="8374" y="5007"/>
                    <a:pt x="8255" y="4888"/>
                    <a:pt x="8108" y="4888"/>
                  </a:cubicBezTo>
                  <a:lnTo>
                    <a:pt x="6672" y="4888"/>
                  </a:lnTo>
                  <a:lnTo>
                    <a:pt x="6672" y="4615"/>
                  </a:lnTo>
                  <a:cubicBezTo>
                    <a:pt x="6851" y="4112"/>
                    <a:pt x="7326" y="3776"/>
                    <a:pt x="7864" y="3776"/>
                  </a:cubicBezTo>
                  <a:cubicBezTo>
                    <a:pt x="8042" y="3776"/>
                    <a:pt x="8216" y="3813"/>
                    <a:pt x="8379" y="3886"/>
                  </a:cubicBezTo>
                  <a:cubicBezTo>
                    <a:pt x="8414" y="3901"/>
                    <a:pt x="8451" y="3909"/>
                    <a:pt x="8487" y="3909"/>
                  </a:cubicBezTo>
                  <a:cubicBezTo>
                    <a:pt x="8566" y="3909"/>
                    <a:pt x="8643" y="3873"/>
                    <a:pt x="8695" y="3809"/>
                  </a:cubicBezTo>
                  <a:cubicBezTo>
                    <a:pt x="8881" y="3577"/>
                    <a:pt x="9136" y="3421"/>
                    <a:pt x="9419" y="3360"/>
                  </a:cubicBezTo>
                  <a:lnTo>
                    <a:pt x="9419" y="4428"/>
                  </a:lnTo>
                  <a:cubicBezTo>
                    <a:pt x="9419" y="4575"/>
                    <a:pt x="9538" y="4694"/>
                    <a:pt x="9685" y="4694"/>
                  </a:cubicBezTo>
                  <a:cubicBezTo>
                    <a:pt x="9832" y="4694"/>
                    <a:pt x="9951" y="4575"/>
                    <a:pt x="9951" y="4428"/>
                  </a:cubicBezTo>
                  <a:lnTo>
                    <a:pt x="9951" y="3359"/>
                  </a:lnTo>
                  <a:close/>
                  <a:moveTo>
                    <a:pt x="14807" y="13965"/>
                  </a:moveTo>
                  <a:lnTo>
                    <a:pt x="14807" y="15460"/>
                  </a:lnTo>
                  <a:cubicBezTo>
                    <a:pt x="14807" y="15902"/>
                    <a:pt x="14452" y="16261"/>
                    <a:pt x="14017" y="16261"/>
                  </a:cubicBezTo>
                  <a:lnTo>
                    <a:pt x="13260" y="16261"/>
                  </a:lnTo>
                  <a:lnTo>
                    <a:pt x="13260" y="14054"/>
                  </a:lnTo>
                  <a:cubicBezTo>
                    <a:pt x="13260" y="14005"/>
                    <a:pt x="13301" y="13965"/>
                    <a:pt x="13349" y="13965"/>
                  </a:cubicBezTo>
                  <a:close/>
                  <a:moveTo>
                    <a:pt x="4487" y="1"/>
                  </a:moveTo>
                  <a:cubicBezTo>
                    <a:pt x="3961" y="1"/>
                    <a:pt x="3533" y="429"/>
                    <a:pt x="3533" y="955"/>
                  </a:cubicBezTo>
                  <a:cubicBezTo>
                    <a:pt x="3533" y="1397"/>
                    <a:pt x="3835" y="1770"/>
                    <a:pt x="4243" y="1877"/>
                  </a:cubicBezTo>
                  <a:lnTo>
                    <a:pt x="4243" y="2488"/>
                  </a:lnTo>
                  <a:cubicBezTo>
                    <a:pt x="4243" y="2733"/>
                    <a:pt x="4442" y="2932"/>
                    <a:pt x="4687" y="2932"/>
                  </a:cubicBezTo>
                  <a:lnTo>
                    <a:pt x="7220" y="2932"/>
                  </a:lnTo>
                  <a:lnTo>
                    <a:pt x="7220" y="3362"/>
                  </a:lnTo>
                  <a:cubicBezTo>
                    <a:pt x="6902" y="3483"/>
                    <a:pt x="6623" y="3694"/>
                    <a:pt x="6420" y="3969"/>
                  </a:cubicBezTo>
                  <a:lnTo>
                    <a:pt x="3331" y="3969"/>
                  </a:lnTo>
                  <a:lnTo>
                    <a:pt x="3331" y="3801"/>
                  </a:lnTo>
                  <a:cubicBezTo>
                    <a:pt x="3331" y="3595"/>
                    <a:pt x="3164" y="3428"/>
                    <a:pt x="2959" y="3428"/>
                  </a:cubicBezTo>
                  <a:lnTo>
                    <a:pt x="2090" y="3428"/>
                  </a:lnTo>
                  <a:cubicBezTo>
                    <a:pt x="1885" y="3428"/>
                    <a:pt x="1718" y="3595"/>
                    <a:pt x="1718" y="3801"/>
                  </a:cubicBezTo>
                  <a:lnTo>
                    <a:pt x="1718" y="4669"/>
                  </a:lnTo>
                  <a:cubicBezTo>
                    <a:pt x="1718" y="4875"/>
                    <a:pt x="1885" y="5041"/>
                    <a:pt x="2090" y="5041"/>
                  </a:cubicBezTo>
                  <a:lnTo>
                    <a:pt x="2959" y="5041"/>
                  </a:lnTo>
                  <a:cubicBezTo>
                    <a:pt x="3164" y="5041"/>
                    <a:pt x="3331" y="4875"/>
                    <a:pt x="3331" y="4669"/>
                  </a:cubicBezTo>
                  <a:lnTo>
                    <a:pt x="3331" y="4501"/>
                  </a:lnTo>
                  <a:lnTo>
                    <a:pt x="4948" y="4501"/>
                  </a:lnTo>
                  <a:cubicBezTo>
                    <a:pt x="4500" y="4785"/>
                    <a:pt x="4186" y="5262"/>
                    <a:pt x="4122" y="5813"/>
                  </a:cubicBezTo>
                  <a:lnTo>
                    <a:pt x="3066" y="5813"/>
                  </a:lnTo>
                  <a:cubicBezTo>
                    <a:pt x="2919" y="5813"/>
                    <a:pt x="2801" y="5932"/>
                    <a:pt x="2801" y="6079"/>
                  </a:cubicBezTo>
                  <a:cubicBezTo>
                    <a:pt x="2801" y="6226"/>
                    <a:pt x="2920" y="6345"/>
                    <a:pt x="3066" y="6345"/>
                  </a:cubicBezTo>
                  <a:lnTo>
                    <a:pt x="4140" y="6345"/>
                  </a:lnTo>
                  <a:cubicBezTo>
                    <a:pt x="4167" y="6496"/>
                    <a:pt x="4214" y="6643"/>
                    <a:pt x="4279" y="6782"/>
                  </a:cubicBezTo>
                  <a:cubicBezTo>
                    <a:pt x="3976" y="7000"/>
                    <a:pt x="3753" y="7303"/>
                    <a:pt x="3632" y="7650"/>
                  </a:cubicBezTo>
                  <a:lnTo>
                    <a:pt x="2790" y="7650"/>
                  </a:lnTo>
                  <a:lnTo>
                    <a:pt x="2790" y="7481"/>
                  </a:lnTo>
                  <a:cubicBezTo>
                    <a:pt x="2790" y="7276"/>
                    <a:pt x="2624" y="7109"/>
                    <a:pt x="2419" y="7109"/>
                  </a:cubicBezTo>
                  <a:lnTo>
                    <a:pt x="1550" y="7109"/>
                  </a:lnTo>
                  <a:cubicBezTo>
                    <a:pt x="1345" y="7109"/>
                    <a:pt x="1177" y="7276"/>
                    <a:pt x="1177" y="7481"/>
                  </a:cubicBezTo>
                  <a:lnTo>
                    <a:pt x="1177" y="8350"/>
                  </a:lnTo>
                  <a:cubicBezTo>
                    <a:pt x="1177" y="8555"/>
                    <a:pt x="1345" y="8723"/>
                    <a:pt x="1550" y="8723"/>
                  </a:cubicBezTo>
                  <a:lnTo>
                    <a:pt x="2419" y="8723"/>
                  </a:lnTo>
                  <a:cubicBezTo>
                    <a:pt x="2624" y="8723"/>
                    <a:pt x="2790" y="8555"/>
                    <a:pt x="2790" y="8350"/>
                  </a:cubicBezTo>
                  <a:lnTo>
                    <a:pt x="2790" y="8182"/>
                  </a:lnTo>
                  <a:lnTo>
                    <a:pt x="3534" y="8182"/>
                  </a:lnTo>
                  <a:cubicBezTo>
                    <a:pt x="3534" y="8201"/>
                    <a:pt x="3533" y="8222"/>
                    <a:pt x="3533" y="8241"/>
                  </a:cubicBezTo>
                  <a:cubicBezTo>
                    <a:pt x="3533" y="8778"/>
                    <a:pt x="3772" y="9282"/>
                    <a:pt x="4180" y="9622"/>
                  </a:cubicBezTo>
                  <a:cubicBezTo>
                    <a:pt x="4191" y="9647"/>
                    <a:pt x="4206" y="9669"/>
                    <a:pt x="4224" y="9689"/>
                  </a:cubicBezTo>
                  <a:cubicBezTo>
                    <a:pt x="4237" y="9793"/>
                    <a:pt x="4253" y="9895"/>
                    <a:pt x="4272" y="9997"/>
                  </a:cubicBezTo>
                  <a:lnTo>
                    <a:pt x="1872" y="9997"/>
                  </a:lnTo>
                  <a:cubicBezTo>
                    <a:pt x="1757" y="9600"/>
                    <a:pt x="1389" y="9309"/>
                    <a:pt x="955" y="9309"/>
                  </a:cubicBezTo>
                  <a:cubicBezTo>
                    <a:pt x="429" y="9309"/>
                    <a:pt x="1" y="9737"/>
                    <a:pt x="1" y="10263"/>
                  </a:cubicBezTo>
                  <a:cubicBezTo>
                    <a:pt x="1" y="10790"/>
                    <a:pt x="429" y="11218"/>
                    <a:pt x="955" y="11218"/>
                  </a:cubicBezTo>
                  <a:cubicBezTo>
                    <a:pt x="1389" y="11218"/>
                    <a:pt x="1757" y="10926"/>
                    <a:pt x="1872" y="10529"/>
                  </a:cubicBezTo>
                  <a:lnTo>
                    <a:pt x="4400" y="10529"/>
                  </a:lnTo>
                  <a:cubicBezTo>
                    <a:pt x="4421" y="10599"/>
                    <a:pt x="4444" y="10668"/>
                    <a:pt x="4467" y="10737"/>
                  </a:cubicBezTo>
                  <a:cubicBezTo>
                    <a:pt x="4216" y="11061"/>
                    <a:pt x="4066" y="11466"/>
                    <a:pt x="4066" y="11907"/>
                  </a:cubicBezTo>
                  <a:cubicBezTo>
                    <a:pt x="4066" y="12956"/>
                    <a:pt x="4917" y="13810"/>
                    <a:pt x="5964" y="13816"/>
                  </a:cubicBezTo>
                  <a:cubicBezTo>
                    <a:pt x="6040" y="13871"/>
                    <a:pt x="6117" y="13924"/>
                    <a:pt x="6195" y="13976"/>
                  </a:cubicBezTo>
                  <a:cubicBezTo>
                    <a:pt x="6533" y="14194"/>
                    <a:pt x="6891" y="14377"/>
                    <a:pt x="7264" y="14523"/>
                  </a:cubicBezTo>
                  <a:lnTo>
                    <a:pt x="7264" y="17708"/>
                  </a:lnTo>
                  <a:cubicBezTo>
                    <a:pt x="7264" y="17952"/>
                    <a:pt x="7463" y="18150"/>
                    <a:pt x="7708" y="18150"/>
                  </a:cubicBezTo>
                  <a:lnTo>
                    <a:pt x="9765" y="18150"/>
                  </a:lnTo>
                  <a:cubicBezTo>
                    <a:pt x="9913" y="18150"/>
                    <a:pt x="10031" y="18031"/>
                    <a:pt x="10031" y="17884"/>
                  </a:cubicBezTo>
                  <a:cubicBezTo>
                    <a:pt x="10031" y="17738"/>
                    <a:pt x="9912" y="17618"/>
                    <a:pt x="9765" y="17618"/>
                  </a:cubicBezTo>
                  <a:lnTo>
                    <a:pt x="7796" y="17618"/>
                  </a:lnTo>
                  <a:lnTo>
                    <a:pt x="7796" y="14701"/>
                  </a:lnTo>
                  <a:cubicBezTo>
                    <a:pt x="8130" y="14796"/>
                    <a:pt x="8472" y="14862"/>
                    <a:pt x="8819" y="14897"/>
                  </a:cubicBezTo>
                  <a:lnTo>
                    <a:pt x="8819" y="15461"/>
                  </a:lnTo>
                  <a:cubicBezTo>
                    <a:pt x="8819" y="16195"/>
                    <a:pt x="9417" y="16793"/>
                    <a:pt x="10151" y="16793"/>
                  </a:cubicBezTo>
                  <a:lnTo>
                    <a:pt x="12195" y="16793"/>
                  </a:lnTo>
                  <a:lnTo>
                    <a:pt x="12195" y="17618"/>
                  </a:lnTo>
                  <a:lnTo>
                    <a:pt x="11609" y="17618"/>
                  </a:lnTo>
                  <a:cubicBezTo>
                    <a:pt x="11462" y="17618"/>
                    <a:pt x="11343" y="17738"/>
                    <a:pt x="11343" y="17884"/>
                  </a:cubicBezTo>
                  <a:cubicBezTo>
                    <a:pt x="11343" y="18031"/>
                    <a:pt x="11462" y="18150"/>
                    <a:pt x="11609" y="18150"/>
                  </a:cubicBezTo>
                  <a:lnTo>
                    <a:pt x="12285" y="18150"/>
                  </a:lnTo>
                  <a:cubicBezTo>
                    <a:pt x="12529" y="18150"/>
                    <a:pt x="12727" y="17951"/>
                    <a:pt x="12727" y="17708"/>
                  </a:cubicBezTo>
                  <a:lnTo>
                    <a:pt x="12727" y="16793"/>
                  </a:lnTo>
                  <a:lnTo>
                    <a:pt x="14017" y="16793"/>
                  </a:lnTo>
                  <a:cubicBezTo>
                    <a:pt x="14745" y="16793"/>
                    <a:pt x="15338" y="16195"/>
                    <a:pt x="15338" y="15461"/>
                  </a:cubicBezTo>
                  <a:lnTo>
                    <a:pt x="15338" y="13068"/>
                  </a:lnTo>
                  <a:lnTo>
                    <a:pt x="15948" y="13068"/>
                  </a:lnTo>
                  <a:cubicBezTo>
                    <a:pt x="16232" y="13068"/>
                    <a:pt x="16462" y="12954"/>
                    <a:pt x="16579" y="12754"/>
                  </a:cubicBezTo>
                  <a:cubicBezTo>
                    <a:pt x="16696" y="12555"/>
                    <a:pt x="16682" y="12298"/>
                    <a:pt x="16543" y="12050"/>
                  </a:cubicBezTo>
                  <a:lnTo>
                    <a:pt x="15338" y="9916"/>
                  </a:lnTo>
                  <a:lnTo>
                    <a:pt x="15338" y="8661"/>
                  </a:lnTo>
                  <a:cubicBezTo>
                    <a:pt x="15338" y="8651"/>
                    <a:pt x="15338" y="8642"/>
                    <a:pt x="15337" y="8632"/>
                  </a:cubicBezTo>
                  <a:cubicBezTo>
                    <a:pt x="15276" y="7614"/>
                    <a:pt x="14950" y="6624"/>
                    <a:pt x="14395" y="5770"/>
                  </a:cubicBezTo>
                  <a:cubicBezTo>
                    <a:pt x="13886" y="4986"/>
                    <a:pt x="13190" y="4326"/>
                    <a:pt x="12382" y="3859"/>
                  </a:cubicBezTo>
                  <a:cubicBezTo>
                    <a:pt x="12308" y="3816"/>
                    <a:pt x="12223" y="3793"/>
                    <a:pt x="12138" y="3793"/>
                  </a:cubicBezTo>
                  <a:cubicBezTo>
                    <a:pt x="12008" y="3793"/>
                    <a:pt x="11885" y="3844"/>
                    <a:pt x="11793" y="3936"/>
                  </a:cubicBezTo>
                  <a:lnTo>
                    <a:pt x="11666" y="4062"/>
                  </a:lnTo>
                  <a:cubicBezTo>
                    <a:pt x="11566" y="4019"/>
                    <a:pt x="11463" y="3979"/>
                    <a:pt x="11361" y="3942"/>
                  </a:cubicBezTo>
                  <a:cubicBezTo>
                    <a:pt x="11093" y="3253"/>
                    <a:pt x="10437" y="2799"/>
                    <a:pt x="9685" y="2799"/>
                  </a:cubicBezTo>
                  <a:cubicBezTo>
                    <a:pt x="9201" y="2799"/>
                    <a:pt x="8748" y="2990"/>
                    <a:pt x="8411" y="3329"/>
                  </a:cubicBezTo>
                  <a:cubicBezTo>
                    <a:pt x="8235" y="3273"/>
                    <a:pt x="8051" y="3244"/>
                    <a:pt x="7864" y="3244"/>
                  </a:cubicBezTo>
                  <a:cubicBezTo>
                    <a:pt x="7827" y="3244"/>
                    <a:pt x="7789" y="3245"/>
                    <a:pt x="7752" y="3247"/>
                  </a:cubicBezTo>
                  <a:lnTo>
                    <a:pt x="7752" y="2843"/>
                  </a:lnTo>
                  <a:cubicBezTo>
                    <a:pt x="7752" y="2598"/>
                    <a:pt x="7554" y="2400"/>
                    <a:pt x="7309" y="2400"/>
                  </a:cubicBezTo>
                  <a:lnTo>
                    <a:pt x="4775" y="2400"/>
                  </a:lnTo>
                  <a:lnTo>
                    <a:pt x="4775" y="1865"/>
                  </a:lnTo>
                  <a:cubicBezTo>
                    <a:pt x="5161" y="1743"/>
                    <a:pt x="5441" y="1382"/>
                    <a:pt x="5441" y="955"/>
                  </a:cubicBezTo>
                  <a:cubicBezTo>
                    <a:pt x="5441" y="429"/>
                    <a:pt x="5013" y="1"/>
                    <a:pt x="4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>
              <a:extLst>
                <a:ext uri="{FF2B5EF4-FFF2-40B4-BE49-F238E27FC236}">
                  <a16:creationId xmlns:a16="http://schemas.microsoft.com/office/drawing/2014/main" id="{A64C3A7C-B3C9-AE85-B13A-461FD4426272}"/>
                </a:ext>
              </a:extLst>
            </p:cNvPr>
            <p:cNvSpPr/>
            <p:nvPr/>
          </p:nvSpPr>
          <p:spPr>
            <a:xfrm>
              <a:off x="2083584" y="3504447"/>
              <a:ext cx="70381" cy="70348"/>
            </a:xfrm>
            <a:custGeom>
              <a:avLst/>
              <a:gdLst/>
              <a:ahLst/>
              <a:cxnLst/>
              <a:rect l="l" t="t" r="r" b="b"/>
              <a:pathLst>
                <a:path w="2122" h="2121" extrusionOk="0">
                  <a:moveTo>
                    <a:pt x="1060" y="532"/>
                  </a:moveTo>
                  <a:cubicBezTo>
                    <a:pt x="1352" y="532"/>
                    <a:pt x="1589" y="769"/>
                    <a:pt x="1589" y="1061"/>
                  </a:cubicBezTo>
                  <a:cubicBezTo>
                    <a:pt x="1589" y="1352"/>
                    <a:pt x="1352" y="1588"/>
                    <a:pt x="1060" y="1588"/>
                  </a:cubicBezTo>
                  <a:cubicBezTo>
                    <a:pt x="770" y="1588"/>
                    <a:pt x="533" y="1352"/>
                    <a:pt x="533" y="1061"/>
                  </a:cubicBezTo>
                  <a:cubicBezTo>
                    <a:pt x="533" y="769"/>
                    <a:pt x="770" y="532"/>
                    <a:pt x="1060" y="532"/>
                  </a:cubicBezTo>
                  <a:close/>
                  <a:moveTo>
                    <a:pt x="1060" y="0"/>
                  </a:moveTo>
                  <a:cubicBezTo>
                    <a:pt x="476" y="0"/>
                    <a:pt x="1" y="475"/>
                    <a:pt x="1" y="1061"/>
                  </a:cubicBezTo>
                  <a:cubicBezTo>
                    <a:pt x="1" y="1645"/>
                    <a:pt x="476" y="2120"/>
                    <a:pt x="1060" y="2120"/>
                  </a:cubicBezTo>
                  <a:cubicBezTo>
                    <a:pt x="1646" y="2120"/>
                    <a:pt x="2121" y="1645"/>
                    <a:pt x="2121" y="1061"/>
                  </a:cubicBezTo>
                  <a:cubicBezTo>
                    <a:pt x="2121" y="475"/>
                    <a:pt x="1646" y="0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>
              <a:extLst>
                <a:ext uri="{FF2B5EF4-FFF2-40B4-BE49-F238E27FC236}">
                  <a16:creationId xmlns:a16="http://schemas.microsoft.com/office/drawing/2014/main" id="{2B893155-85C2-CE59-BF84-708FDFF8AE66}"/>
                </a:ext>
              </a:extLst>
            </p:cNvPr>
            <p:cNvSpPr/>
            <p:nvPr/>
          </p:nvSpPr>
          <p:spPr>
            <a:xfrm>
              <a:off x="1888890" y="3314662"/>
              <a:ext cx="83449" cy="63350"/>
            </a:xfrm>
            <a:custGeom>
              <a:avLst/>
              <a:gdLst/>
              <a:ahLst/>
              <a:cxnLst/>
              <a:rect l="l" t="t" r="r" b="b"/>
              <a:pathLst>
                <a:path w="2516" h="1910" extrusionOk="0">
                  <a:moveTo>
                    <a:pt x="955" y="532"/>
                  </a:moveTo>
                  <a:cubicBezTo>
                    <a:pt x="1189" y="532"/>
                    <a:pt x="1378" y="722"/>
                    <a:pt x="1378" y="955"/>
                  </a:cubicBezTo>
                  <a:cubicBezTo>
                    <a:pt x="1378" y="1188"/>
                    <a:pt x="1189" y="1378"/>
                    <a:pt x="955" y="1378"/>
                  </a:cubicBezTo>
                  <a:cubicBezTo>
                    <a:pt x="722" y="1378"/>
                    <a:pt x="533" y="1188"/>
                    <a:pt x="533" y="955"/>
                  </a:cubicBezTo>
                  <a:cubicBezTo>
                    <a:pt x="533" y="722"/>
                    <a:pt x="722" y="532"/>
                    <a:pt x="955" y="532"/>
                  </a:cubicBezTo>
                  <a:close/>
                  <a:moveTo>
                    <a:pt x="955" y="0"/>
                  </a:moveTo>
                  <a:cubicBezTo>
                    <a:pt x="429" y="0"/>
                    <a:pt x="1" y="428"/>
                    <a:pt x="1" y="955"/>
                  </a:cubicBezTo>
                  <a:cubicBezTo>
                    <a:pt x="1" y="1482"/>
                    <a:pt x="429" y="1910"/>
                    <a:pt x="955" y="1910"/>
                  </a:cubicBezTo>
                  <a:cubicBezTo>
                    <a:pt x="1389" y="1910"/>
                    <a:pt x="1757" y="1618"/>
                    <a:pt x="1872" y="1221"/>
                  </a:cubicBezTo>
                  <a:lnTo>
                    <a:pt x="2249" y="1221"/>
                  </a:lnTo>
                  <a:cubicBezTo>
                    <a:pt x="2395" y="1221"/>
                    <a:pt x="2514" y="1102"/>
                    <a:pt x="2514" y="955"/>
                  </a:cubicBezTo>
                  <a:cubicBezTo>
                    <a:pt x="2515" y="808"/>
                    <a:pt x="2396" y="689"/>
                    <a:pt x="2249" y="689"/>
                  </a:cubicBezTo>
                  <a:lnTo>
                    <a:pt x="1872" y="689"/>
                  </a:lnTo>
                  <a:cubicBezTo>
                    <a:pt x="1757" y="292"/>
                    <a:pt x="1389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>
              <a:extLst>
                <a:ext uri="{FF2B5EF4-FFF2-40B4-BE49-F238E27FC236}">
                  <a16:creationId xmlns:a16="http://schemas.microsoft.com/office/drawing/2014/main" id="{A370312F-4807-DD99-58D4-FDD98113CE54}"/>
                </a:ext>
              </a:extLst>
            </p:cNvPr>
            <p:cNvSpPr/>
            <p:nvPr/>
          </p:nvSpPr>
          <p:spPr>
            <a:xfrm>
              <a:off x="2293368" y="3432705"/>
              <a:ext cx="100896" cy="53035"/>
            </a:xfrm>
            <a:custGeom>
              <a:avLst/>
              <a:gdLst/>
              <a:ahLst/>
              <a:cxnLst/>
              <a:rect l="l" t="t" r="r" b="b"/>
              <a:pathLst>
                <a:path w="3042" h="1599" extrusionOk="0">
                  <a:moveTo>
                    <a:pt x="2511" y="532"/>
                  </a:moveTo>
                  <a:lnTo>
                    <a:pt x="2511" y="1067"/>
                  </a:lnTo>
                  <a:lnTo>
                    <a:pt x="531" y="1067"/>
                  </a:lnTo>
                  <a:lnTo>
                    <a:pt x="531" y="532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55"/>
                  </a:lnTo>
                  <a:cubicBezTo>
                    <a:pt x="1" y="1399"/>
                    <a:pt x="199" y="1598"/>
                    <a:pt x="443" y="1598"/>
                  </a:cubicBezTo>
                  <a:lnTo>
                    <a:pt x="2599" y="1598"/>
                  </a:lnTo>
                  <a:cubicBezTo>
                    <a:pt x="2844" y="1598"/>
                    <a:pt x="3042" y="1399"/>
                    <a:pt x="3042" y="1155"/>
                  </a:cubicBezTo>
                  <a:lnTo>
                    <a:pt x="3042" y="443"/>
                  </a:lnTo>
                  <a:cubicBezTo>
                    <a:pt x="3042" y="199"/>
                    <a:pt x="2844" y="1"/>
                    <a:pt x="25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" name="Google Shape;1372;p39">
            <a:extLst>
              <a:ext uri="{FF2B5EF4-FFF2-40B4-BE49-F238E27FC236}">
                <a16:creationId xmlns:a16="http://schemas.microsoft.com/office/drawing/2014/main" id="{ECBE26E4-BB62-3B15-76C1-50056B0C7331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73" name="Google Shape;1373;p39">
              <a:extLst>
                <a:ext uri="{FF2B5EF4-FFF2-40B4-BE49-F238E27FC236}">
                  <a16:creationId xmlns:a16="http://schemas.microsoft.com/office/drawing/2014/main" id="{85C81619-4993-9229-867E-A97B1DC62B5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>
              <a:extLst>
                <a:ext uri="{FF2B5EF4-FFF2-40B4-BE49-F238E27FC236}">
                  <a16:creationId xmlns:a16="http://schemas.microsoft.com/office/drawing/2014/main" id="{49165424-779B-71C9-463A-0DD8A413AE1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9">
            <a:extLst>
              <a:ext uri="{FF2B5EF4-FFF2-40B4-BE49-F238E27FC236}">
                <a16:creationId xmlns:a16="http://schemas.microsoft.com/office/drawing/2014/main" id="{2DEB74F1-334B-1055-4B23-33EE7B9EF979}"/>
              </a:ext>
            </a:extLst>
          </p:cNvPr>
          <p:cNvGrpSpPr/>
          <p:nvPr/>
        </p:nvGrpSpPr>
        <p:grpSpPr>
          <a:xfrm rot="1891135">
            <a:off x="6905057" y="609190"/>
            <a:ext cx="76828" cy="76803"/>
            <a:chOff x="3104875" y="1099400"/>
            <a:chExt cx="76825" cy="76800"/>
          </a:xfrm>
        </p:grpSpPr>
        <p:sp>
          <p:nvSpPr>
            <p:cNvPr id="1376" name="Google Shape;1376;p39">
              <a:extLst>
                <a:ext uri="{FF2B5EF4-FFF2-40B4-BE49-F238E27FC236}">
                  <a16:creationId xmlns:a16="http://schemas.microsoft.com/office/drawing/2014/main" id="{776FB295-5C12-2AD3-C567-AADE14BE99E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>
              <a:extLst>
                <a:ext uri="{FF2B5EF4-FFF2-40B4-BE49-F238E27FC236}">
                  <a16:creationId xmlns:a16="http://schemas.microsoft.com/office/drawing/2014/main" id="{6A2D1656-5C46-98AB-D0BC-D365E4E0ADE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1378;p39">
            <a:extLst>
              <a:ext uri="{FF2B5EF4-FFF2-40B4-BE49-F238E27FC236}">
                <a16:creationId xmlns:a16="http://schemas.microsoft.com/office/drawing/2014/main" id="{1792CFFF-1D56-67F6-175A-D88ECFFBA3D5}"/>
              </a:ext>
            </a:extLst>
          </p:cNvPr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9" name="Google Shape;1379;p39">
              <a:extLst>
                <a:ext uri="{FF2B5EF4-FFF2-40B4-BE49-F238E27FC236}">
                  <a16:creationId xmlns:a16="http://schemas.microsoft.com/office/drawing/2014/main" id="{B37C9ACD-30ED-B4D0-194E-9F2E5BA7353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>
              <a:extLst>
                <a:ext uri="{FF2B5EF4-FFF2-40B4-BE49-F238E27FC236}">
                  <a16:creationId xmlns:a16="http://schemas.microsoft.com/office/drawing/2014/main" id="{2F655D4B-C313-D6E1-0A2C-A259B6B7D49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83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50"/>
          <p:cNvSpPr txBox="1">
            <a:spLocks noGrp="1"/>
          </p:cNvSpPr>
          <p:nvPr>
            <p:ph type="subTitle" idx="1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>
                <a:solidFill>
                  <a:schemeClr val="tx1"/>
                </a:solidFill>
                <a:latin typeface="Montserrat" panose="00000500000000000000" pitchFamily="2" charset="-18"/>
              </a:rPr>
              <a:t>Solver</a:t>
            </a: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: </a:t>
            </a:r>
            <a:r>
              <a:rPr lang="pl-PL" dirty="0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’</a:t>
            </a:r>
            <a:r>
              <a:rPr lang="pl-PL" dirty="0" err="1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lbfgs</a:t>
            </a:r>
            <a:r>
              <a:rPr lang="pl-PL" dirty="0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’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C = 0.1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Class </a:t>
            </a:r>
            <a:r>
              <a:rPr lang="pl-PL" dirty="0" err="1">
                <a:solidFill>
                  <a:schemeClr val="tx1"/>
                </a:solidFill>
                <a:latin typeface="Montserrat" panose="00000500000000000000" pitchFamily="2" charset="-18"/>
              </a:rPr>
              <a:t>Weight</a:t>
            </a: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: </a:t>
            </a:r>
            <a:r>
              <a:rPr lang="pl-PL" sz="1400" dirty="0">
                <a:solidFill>
                  <a:schemeClr val="tx1"/>
                </a:solidFill>
              </a:rPr>
              <a:t>'</a:t>
            </a:r>
            <a:r>
              <a:rPr lang="pl-PL" dirty="0" err="1">
                <a:solidFill>
                  <a:schemeClr val="tx1"/>
                </a:solidFill>
                <a:latin typeface="Montserrat" panose="00000500000000000000" pitchFamily="2" charset="-18"/>
              </a:rPr>
              <a:t>Balanced</a:t>
            </a: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’</a:t>
            </a:r>
            <a:endParaRPr dirty="0">
              <a:solidFill>
                <a:schemeClr val="tx1"/>
              </a:solidFill>
              <a:latin typeface="Montserrat" panose="00000500000000000000" pitchFamily="2" charset="-18"/>
            </a:endParaRPr>
          </a:p>
        </p:txBody>
      </p:sp>
      <p:sp>
        <p:nvSpPr>
          <p:cNvPr id="1693" name="Google Shape;1693;p50"/>
          <p:cNvSpPr txBox="1">
            <a:spLocks noGrp="1"/>
          </p:cNvSpPr>
          <p:nvPr>
            <p:ph type="subTitle" idx="2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 dirty="0" err="1"/>
              <a:t>Logistic</a:t>
            </a:r>
            <a:r>
              <a:rPr lang="pl-PL" sz="1600" dirty="0"/>
              <a:t> </a:t>
            </a:r>
            <a:r>
              <a:rPr lang="pl-PL" sz="1600" dirty="0" err="1"/>
              <a:t>Regression</a:t>
            </a:r>
            <a:endParaRPr sz="1600" dirty="0"/>
          </a:p>
        </p:txBody>
      </p:sp>
      <p:sp>
        <p:nvSpPr>
          <p:cNvPr id="1694" name="Google Shape;1694;p50"/>
          <p:cNvSpPr txBox="1">
            <a:spLocks noGrp="1"/>
          </p:cNvSpPr>
          <p:nvPr>
            <p:ph type="subTitle" idx="4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Montserrat" panose="00000500000000000000" pitchFamily="2" charset="-18"/>
              </a:rPr>
              <a:t>Solver: </a:t>
            </a:r>
            <a:r>
              <a:rPr lang="en-US" dirty="0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’l</a:t>
            </a:r>
            <a:r>
              <a:rPr lang="pl-PL" dirty="0" err="1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inear</a:t>
            </a:r>
            <a:r>
              <a:rPr lang="en-US" dirty="0">
                <a:solidFill>
                  <a:schemeClr val="tx1"/>
                </a:solidFill>
                <a:effectLst/>
                <a:latin typeface="Montserrat" panose="00000500000000000000" pitchFamily="2" charset="-18"/>
              </a:rPr>
              <a:t>’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Montserrat" panose="00000500000000000000" pitchFamily="2" charset="-18"/>
              </a:rPr>
              <a:t>C = 0.</a:t>
            </a:r>
            <a:r>
              <a:rPr lang="pl-PL" dirty="0">
                <a:solidFill>
                  <a:schemeClr val="tx1"/>
                </a:solidFill>
                <a:latin typeface="Montserrat" panose="00000500000000000000" pitchFamily="2" charset="-18"/>
              </a:rPr>
              <a:t>2</a:t>
            </a:r>
            <a:endParaRPr lang="en-US" dirty="0">
              <a:solidFill>
                <a:schemeClr val="tx1"/>
              </a:solidFill>
              <a:latin typeface="Montserrat" panose="00000500000000000000" pitchFamily="2" charset="-1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Montserrat" panose="00000500000000000000" pitchFamily="2" charset="-18"/>
              </a:rPr>
              <a:t>Class Weight: </a:t>
            </a:r>
            <a:r>
              <a:rPr lang="en-US" sz="1400" dirty="0">
                <a:solidFill>
                  <a:schemeClr val="tx1"/>
                </a:solidFill>
              </a:rPr>
              <a:t>'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-18"/>
              </a:rPr>
              <a:t>Balanced’</a:t>
            </a:r>
          </a:p>
        </p:txBody>
      </p:sp>
      <p:sp>
        <p:nvSpPr>
          <p:cNvPr id="1695" name="Google Shape;1695;p50"/>
          <p:cNvSpPr txBox="1">
            <a:spLocks noGrp="1"/>
          </p:cNvSpPr>
          <p:nvPr>
            <p:ph type="subTitle" idx="5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SVM</a:t>
            </a:r>
            <a:endParaRPr dirty="0"/>
          </a:p>
        </p:txBody>
      </p:sp>
      <p:sp>
        <p:nvSpPr>
          <p:cNvPr id="1696" name="Google Shape;1696;p50"/>
          <p:cNvSpPr txBox="1">
            <a:spLocks noGrp="1"/>
          </p:cNvSpPr>
          <p:nvPr>
            <p:ph type="subTitle" idx="7"/>
          </p:nvPr>
        </p:nvSpPr>
        <p:spPr>
          <a:xfrm>
            <a:off x="6050349" y="3812476"/>
            <a:ext cx="2373600" cy="10330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 dirty="0" err="1"/>
              <a:t>Classifier</a:t>
            </a:r>
            <a:r>
              <a:rPr lang="pl-PL" sz="1100" dirty="0"/>
              <a:t> </a:t>
            </a:r>
            <a:r>
              <a:rPr lang="pl-PL" sz="1100" dirty="0" err="1"/>
              <a:t>Algorithm</a:t>
            </a:r>
            <a:r>
              <a:rPr lang="pl-PL" sz="1100" dirty="0"/>
              <a:t>: 'auto', </a:t>
            </a:r>
            <a:r>
              <a:rPr lang="pl-PL" sz="1100" dirty="0" err="1"/>
              <a:t>Classifier</a:t>
            </a:r>
            <a:r>
              <a:rPr lang="pl-PL" sz="1100" dirty="0"/>
              <a:t> </a:t>
            </a:r>
            <a:r>
              <a:rPr lang="pl-PL" sz="1100" dirty="0" err="1"/>
              <a:t>Metric</a:t>
            </a:r>
            <a:r>
              <a:rPr lang="pl-PL" sz="1100" dirty="0"/>
              <a:t>: '</a:t>
            </a:r>
            <a:r>
              <a:rPr lang="pl-PL" sz="1100" dirty="0" err="1"/>
              <a:t>minkowski</a:t>
            </a:r>
            <a:r>
              <a:rPr lang="pl-PL" sz="1100" dirty="0"/>
              <a:t>', </a:t>
            </a:r>
            <a:r>
              <a:rPr lang="pl-PL" sz="1100" dirty="0" err="1"/>
              <a:t>Classifier</a:t>
            </a:r>
            <a:r>
              <a:rPr lang="pl-PL" sz="1100" dirty="0"/>
              <a:t> n </a:t>
            </a:r>
            <a:r>
              <a:rPr lang="pl-PL" sz="1100" dirty="0" err="1"/>
              <a:t>Neighbors</a:t>
            </a:r>
            <a:r>
              <a:rPr lang="pl-PL" sz="1100" dirty="0"/>
              <a:t>: 19, </a:t>
            </a:r>
            <a:r>
              <a:rPr lang="pl-PL" sz="1100" dirty="0" err="1"/>
              <a:t>Classifier</a:t>
            </a:r>
            <a:r>
              <a:rPr lang="pl-PL" sz="1100" dirty="0"/>
              <a:t> p: 1,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 dirty="0" err="1"/>
              <a:t>Classifier</a:t>
            </a:r>
            <a:r>
              <a:rPr lang="pl-PL" sz="1100" dirty="0"/>
              <a:t> </a:t>
            </a:r>
            <a:r>
              <a:rPr lang="pl-PL" sz="1100" dirty="0" err="1"/>
              <a:t>Weights</a:t>
            </a:r>
            <a:r>
              <a:rPr lang="pl-PL" sz="1100" dirty="0"/>
              <a:t>': 'uniform'</a:t>
            </a:r>
            <a:endParaRPr sz="1100" dirty="0"/>
          </a:p>
        </p:txBody>
      </p:sp>
      <p:sp>
        <p:nvSpPr>
          <p:cNvPr id="1697" name="Google Shape;1697;p50"/>
          <p:cNvSpPr txBox="1">
            <a:spLocks noGrp="1"/>
          </p:cNvSpPr>
          <p:nvPr>
            <p:ph type="subTitle" idx="8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KNN</a:t>
            </a:r>
            <a:endParaRPr dirty="0"/>
          </a:p>
        </p:txBody>
      </p:sp>
      <p:sp>
        <p:nvSpPr>
          <p:cNvPr id="1698" name="Google Shape;1698;p50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dirty="0"/>
              <a:t>Best Model </a:t>
            </a:r>
            <a:r>
              <a:rPr lang="pl-PL" sz="2800" dirty="0" err="1"/>
              <a:t>Results</a:t>
            </a:r>
            <a:r>
              <a:rPr lang="pl-PL" sz="2800" dirty="0"/>
              <a:t> on </a:t>
            </a:r>
            <a:r>
              <a:rPr lang="pl-PL" sz="2800" dirty="0" err="1"/>
              <a:t>Validation</a:t>
            </a:r>
            <a:r>
              <a:rPr lang="pl-PL" sz="2800" dirty="0"/>
              <a:t> Set</a:t>
            </a:r>
            <a:endParaRPr sz="2800" dirty="0"/>
          </a:p>
        </p:txBody>
      </p:sp>
      <p:sp>
        <p:nvSpPr>
          <p:cNvPr id="1699" name="Google Shape;1699;p50"/>
          <p:cNvSpPr/>
          <p:nvPr/>
        </p:nvSpPr>
        <p:spPr>
          <a:xfrm>
            <a:off x="1291175" y="2075924"/>
            <a:ext cx="1217700" cy="1217700"/>
          </a:xfrm>
          <a:prstGeom prst="donut">
            <a:avLst>
              <a:gd name="adj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50"/>
          <p:cNvSpPr/>
          <p:nvPr/>
        </p:nvSpPr>
        <p:spPr>
          <a:xfrm>
            <a:off x="1269875" y="2054624"/>
            <a:ext cx="1260300" cy="1260300"/>
          </a:xfrm>
          <a:prstGeom prst="blockArc">
            <a:avLst>
              <a:gd name="adj1" fmla="val 16157516"/>
              <a:gd name="adj2" fmla="val 12791730"/>
              <a:gd name="adj3" fmla="val 4081"/>
            </a:avLst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50"/>
          <p:cNvSpPr/>
          <p:nvPr/>
        </p:nvSpPr>
        <p:spPr>
          <a:xfrm>
            <a:off x="3959735" y="2075924"/>
            <a:ext cx="1217700" cy="1217700"/>
          </a:xfrm>
          <a:prstGeom prst="donut">
            <a:avLst>
              <a:gd name="adj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50"/>
          <p:cNvSpPr/>
          <p:nvPr/>
        </p:nvSpPr>
        <p:spPr>
          <a:xfrm>
            <a:off x="3938435" y="2054624"/>
            <a:ext cx="1260300" cy="1260300"/>
          </a:xfrm>
          <a:prstGeom prst="blockArc">
            <a:avLst>
              <a:gd name="adj1" fmla="val 16157516"/>
              <a:gd name="adj2" fmla="val 12014899"/>
              <a:gd name="adj3" fmla="val 4673"/>
            </a:avLst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50"/>
          <p:cNvSpPr/>
          <p:nvPr/>
        </p:nvSpPr>
        <p:spPr>
          <a:xfrm>
            <a:off x="6628296" y="2075924"/>
            <a:ext cx="1217700" cy="1217700"/>
          </a:xfrm>
          <a:prstGeom prst="donut">
            <a:avLst>
              <a:gd name="adj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50"/>
          <p:cNvSpPr/>
          <p:nvPr/>
        </p:nvSpPr>
        <p:spPr>
          <a:xfrm>
            <a:off x="6606996" y="2054624"/>
            <a:ext cx="1260300" cy="1260300"/>
          </a:xfrm>
          <a:prstGeom prst="blockArc">
            <a:avLst>
              <a:gd name="adj1" fmla="val 16157516"/>
              <a:gd name="adj2" fmla="val 8933477"/>
              <a:gd name="adj3" fmla="val 4728"/>
            </a:avLst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50"/>
          <p:cNvSpPr txBox="1">
            <a:spLocks noGrp="1"/>
          </p:cNvSpPr>
          <p:nvPr>
            <p:ph type="title"/>
          </p:nvPr>
        </p:nvSpPr>
        <p:spPr>
          <a:xfrm>
            <a:off x="1298003" y="2456174"/>
            <a:ext cx="1210871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/>
              <a:t>0,7996</a:t>
            </a:r>
            <a:endParaRPr sz="2000" dirty="0"/>
          </a:p>
        </p:txBody>
      </p:sp>
      <p:sp>
        <p:nvSpPr>
          <p:cNvPr id="1706" name="Google Shape;1706;p50"/>
          <p:cNvSpPr txBox="1">
            <a:spLocks noGrp="1"/>
          </p:cNvSpPr>
          <p:nvPr>
            <p:ph type="title" idx="3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/>
              <a:t>0,7882</a:t>
            </a:r>
            <a:endParaRPr sz="2000" dirty="0"/>
          </a:p>
        </p:txBody>
      </p:sp>
      <p:sp>
        <p:nvSpPr>
          <p:cNvPr id="1707" name="Google Shape;1707;p50"/>
          <p:cNvSpPr txBox="1">
            <a:spLocks noGrp="1"/>
          </p:cNvSpPr>
          <p:nvPr>
            <p:ph type="title" idx="6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/>
              <a:t>0,6930</a:t>
            </a:r>
            <a:endParaRPr sz="2000" dirty="0"/>
          </a:p>
        </p:txBody>
      </p:sp>
      <p:sp>
        <p:nvSpPr>
          <p:cNvPr id="1708" name="Google Shape;1708;p50"/>
          <p:cNvSpPr/>
          <p:nvPr/>
        </p:nvSpPr>
        <p:spPr>
          <a:xfrm rot="5400000">
            <a:off x="1592075" y="1364286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50"/>
          <p:cNvSpPr/>
          <p:nvPr/>
        </p:nvSpPr>
        <p:spPr>
          <a:xfrm rot="5400000">
            <a:off x="4260635" y="1364286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50"/>
          <p:cNvSpPr/>
          <p:nvPr/>
        </p:nvSpPr>
        <p:spPr>
          <a:xfrm rot="5400000">
            <a:off x="6929196" y="1364286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1" name="Google Shape;1711;p50"/>
          <p:cNvGrpSpPr/>
          <p:nvPr/>
        </p:nvGrpSpPr>
        <p:grpSpPr>
          <a:xfrm>
            <a:off x="4408566" y="1471266"/>
            <a:ext cx="320039" cy="320041"/>
            <a:chOff x="1421638" y="4125629"/>
            <a:chExt cx="374709" cy="374010"/>
          </a:xfrm>
        </p:grpSpPr>
        <p:sp>
          <p:nvSpPr>
            <p:cNvPr id="1712" name="Google Shape;1712;p50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0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4" name="Google Shape;1714;p50"/>
          <p:cNvGrpSpPr/>
          <p:nvPr/>
        </p:nvGrpSpPr>
        <p:grpSpPr>
          <a:xfrm>
            <a:off x="7077129" y="1471256"/>
            <a:ext cx="320033" cy="320060"/>
            <a:chOff x="775325" y="4143525"/>
            <a:chExt cx="468776" cy="468884"/>
          </a:xfrm>
        </p:grpSpPr>
        <p:sp>
          <p:nvSpPr>
            <p:cNvPr id="1715" name="Google Shape;1715;p50"/>
            <p:cNvSpPr/>
            <p:nvPr/>
          </p:nvSpPr>
          <p:spPr>
            <a:xfrm>
              <a:off x="851953" y="4143525"/>
              <a:ext cx="392147" cy="390479"/>
            </a:xfrm>
            <a:custGeom>
              <a:avLst/>
              <a:gdLst/>
              <a:ahLst/>
              <a:cxnLst/>
              <a:rect l="l" t="t" r="r" b="b"/>
              <a:pathLst>
                <a:path w="36428" h="36273" extrusionOk="0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0"/>
            <p:cNvSpPr/>
            <p:nvPr/>
          </p:nvSpPr>
          <p:spPr>
            <a:xfrm>
              <a:off x="775325" y="4505404"/>
              <a:ext cx="108339" cy="107004"/>
            </a:xfrm>
            <a:custGeom>
              <a:avLst/>
              <a:gdLst/>
              <a:ahLst/>
              <a:cxnLst/>
              <a:rect l="l" t="t" r="r" b="b"/>
              <a:pathLst>
                <a:path w="10064" h="9940" extrusionOk="0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0"/>
            <p:cNvSpPr/>
            <p:nvPr/>
          </p:nvSpPr>
          <p:spPr>
            <a:xfrm>
              <a:off x="775325" y="4437806"/>
              <a:ext cx="75430" cy="74085"/>
            </a:xfrm>
            <a:custGeom>
              <a:avLst/>
              <a:gdLst/>
              <a:ahLst/>
              <a:cxnLst/>
              <a:rect l="l" t="t" r="r" b="b"/>
              <a:pathLst>
                <a:path w="7007" h="6882" extrusionOk="0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0"/>
            <p:cNvSpPr/>
            <p:nvPr/>
          </p:nvSpPr>
          <p:spPr>
            <a:xfrm>
              <a:off x="875829" y="4538289"/>
              <a:ext cx="75409" cy="74085"/>
            </a:xfrm>
            <a:custGeom>
              <a:avLst/>
              <a:gdLst/>
              <a:ahLst/>
              <a:cxnLst/>
              <a:rect l="l" t="t" r="r" b="b"/>
              <a:pathLst>
                <a:path w="7005" h="6882" extrusionOk="0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9" name="Google Shape;1719;p50"/>
          <p:cNvGrpSpPr/>
          <p:nvPr/>
        </p:nvGrpSpPr>
        <p:grpSpPr>
          <a:xfrm>
            <a:off x="1729351" y="1471278"/>
            <a:ext cx="341347" cy="320016"/>
            <a:chOff x="7474098" y="2308360"/>
            <a:chExt cx="602023" cy="562023"/>
          </a:xfrm>
        </p:grpSpPr>
        <p:sp>
          <p:nvSpPr>
            <p:cNvPr id="1720" name="Google Shape;1720;p50"/>
            <p:cNvSpPr/>
            <p:nvPr/>
          </p:nvSpPr>
          <p:spPr>
            <a:xfrm>
              <a:off x="7474098" y="2308360"/>
              <a:ext cx="602023" cy="562023"/>
            </a:xfrm>
            <a:custGeom>
              <a:avLst/>
              <a:gdLst/>
              <a:ahLst/>
              <a:cxnLst/>
              <a:rect l="l" t="t" r="r" b="b"/>
              <a:pathLst>
                <a:path w="18151" h="16945" extrusionOk="0">
                  <a:moveTo>
                    <a:pt x="10142" y="533"/>
                  </a:moveTo>
                  <a:cubicBezTo>
                    <a:pt x="10882" y="533"/>
                    <a:pt x="11485" y="1134"/>
                    <a:pt x="11485" y="1875"/>
                  </a:cubicBezTo>
                  <a:lnTo>
                    <a:pt x="11485" y="2304"/>
                  </a:lnTo>
                  <a:cubicBezTo>
                    <a:pt x="11037" y="2269"/>
                    <a:pt x="10542" y="2251"/>
                    <a:pt x="9989" y="2251"/>
                  </a:cubicBezTo>
                  <a:lnTo>
                    <a:pt x="9927" y="2251"/>
                  </a:lnTo>
                  <a:cubicBezTo>
                    <a:pt x="8630" y="2251"/>
                    <a:pt x="6989" y="2328"/>
                    <a:pt x="5806" y="2927"/>
                  </a:cubicBezTo>
                  <a:cubicBezTo>
                    <a:pt x="5453" y="3106"/>
                    <a:pt x="5152" y="3322"/>
                    <a:pt x="4904" y="3578"/>
                  </a:cubicBezTo>
                  <a:lnTo>
                    <a:pt x="4904" y="2968"/>
                  </a:lnTo>
                  <a:cubicBezTo>
                    <a:pt x="4904" y="2749"/>
                    <a:pt x="4744" y="2568"/>
                    <a:pt x="4535" y="2532"/>
                  </a:cubicBezTo>
                  <a:lnTo>
                    <a:pt x="4535" y="1875"/>
                  </a:lnTo>
                  <a:cubicBezTo>
                    <a:pt x="4535" y="1135"/>
                    <a:pt x="5138" y="533"/>
                    <a:pt x="5879" y="533"/>
                  </a:cubicBezTo>
                  <a:close/>
                  <a:moveTo>
                    <a:pt x="12819" y="1228"/>
                  </a:moveTo>
                  <a:cubicBezTo>
                    <a:pt x="14231" y="1228"/>
                    <a:pt x="15380" y="2376"/>
                    <a:pt x="15380" y="3786"/>
                  </a:cubicBezTo>
                  <a:lnTo>
                    <a:pt x="15380" y="4052"/>
                  </a:lnTo>
                  <a:cubicBezTo>
                    <a:pt x="15225" y="3806"/>
                    <a:pt x="15036" y="3585"/>
                    <a:pt x="14815" y="3393"/>
                  </a:cubicBezTo>
                  <a:cubicBezTo>
                    <a:pt x="14764" y="3350"/>
                    <a:pt x="14702" y="3329"/>
                    <a:pt x="14641" y="3329"/>
                  </a:cubicBezTo>
                  <a:cubicBezTo>
                    <a:pt x="14566" y="3329"/>
                    <a:pt x="14492" y="3360"/>
                    <a:pt x="14439" y="3421"/>
                  </a:cubicBezTo>
                  <a:cubicBezTo>
                    <a:pt x="14343" y="3532"/>
                    <a:pt x="14356" y="3700"/>
                    <a:pt x="14467" y="3796"/>
                  </a:cubicBezTo>
                  <a:cubicBezTo>
                    <a:pt x="15082" y="4326"/>
                    <a:pt x="15380" y="5098"/>
                    <a:pt x="15380" y="6151"/>
                  </a:cubicBezTo>
                  <a:lnTo>
                    <a:pt x="15380" y="6806"/>
                  </a:lnTo>
                  <a:lnTo>
                    <a:pt x="4535" y="6806"/>
                  </a:lnTo>
                  <a:lnTo>
                    <a:pt x="4535" y="6308"/>
                  </a:lnTo>
                  <a:cubicBezTo>
                    <a:pt x="4743" y="6272"/>
                    <a:pt x="4904" y="6090"/>
                    <a:pt x="4904" y="5872"/>
                  </a:cubicBezTo>
                  <a:lnTo>
                    <a:pt x="4904" y="4467"/>
                  </a:lnTo>
                  <a:cubicBezTo>
                    <a:pt x="5152" y="4012"/>
                    <a:pt x="5530" y="3662"/>
                    <a:pt x="6046" y="3401"/>
                  </a:cubicBezTo>
                  <a:cubicBezTo>
                    <a:pt x="6890" y="2973"/>
                    <a:pt x="8086" y="2783"/>
                    <a:pt x="9926" y="2783"/>
                  </a:cubicBezTo>
                  <a:lnTo>
                    <a:pt x="9989" y="2783"/>
                  </a:lnTo>
                  <a:cubicBezTo>
                    <a:pt x="11349" y="2783"/>
                    <a:pt x="12342" y="2887"/>
                    <a:pt x="13113" y="3110"/>
                  </a:cubicBezTo>
                  <a:cubicBezTo>
                    <a:pt x="13138" y="3117"/>
                    <a:pt x="13162" y="3120"/>
                    <a:pt x="13186" y="3120"/>
                  </a:cubicBezTo>
                  <a:cubicBezTo>
                    <a:pt x="13302" y="3120"/>
                    <a:pt x="13409" y="3044"/>
                    <a:pt x="13442" y="2928"/>
                  </a:cubicBezTo>
                  <a:cubicBezTo>
                    <a:pt x="13484" y="2786"/>
                    <a:pt x="13402" y="2640"/>
                    <a:pt x="13261" y="2598"/>
                  </a:cubicBezTo>
                  <a:cubicBezTo>
                    <a:pt x="12895" y="2493"/>
                    <a:pt x="12485" y="2413"/>
                    <a:pt x="12017" y="2355"/>
                  </a:cubicBezTo>
                  <a:lnTo>
                    <a:pt x="12017" y="1875"/>
                  </a:lnTo>
                  <a:cubicBezTo>
                    <a:pt x="12017" y="1703"/>
                    <a:pt x="11993" y="1538"/>
                    <a:pt x="11950" y="1380"/>
                  </a:cubicBezTo>
                  <a:cubicBezTo>
                    <a:pt x="12221" y="1282"/>
                    <a:pt x="12514" y="1228"/>
                    <a:pt x="12819" y="1228"/>
                  </a:cubicBezTo>
                  <a:close/>
                  <a:moveTo>
                    <a:pt x="16579" y="7338"/>
                  </a:moveTo>
                  <a:cubicBezTo>
                    <a:pt x="16627" y="7338"/>
                    <a:pt x="16667" y="7378"/>
                    <a:pt x="16667" y="7426"/>
                  </a:cubicBezTo>
                  <a:lnTo>
                    <a:pt x="16667" y="7675"/>
                  </a:lnTo>
                  <a:cubicBezTo>
                    <a:pt x="16667" y="7723"/>
                    <a:pt x="16627" y="7763"/>
                    <a:pt x="16579" y="7763"/>
                  </a:cubicBezTo>
                  <a:lnTo>
                    <a:pt x="3338" y="7763"/>
                  </a:lnTo>
                  <a:cubicBezTo>
                    <a:pt x="3289" y="7763"/>
                    <a:pt x="3249" y="7723"/>
                    <a:pt x="3249" y="7675"/>
                  </a:cubicBezTo>
                  <a:lnTo>
                    <a:pt x="3249" y="7426"/>
                  </a:lnTo>
                  <a:cubicBezTo>
                    <a:pt x="3249" y="7378"/>
                    <a:pt x="3289" y="7338"/>
                    <a:pt x="3338" y="7338"/>
                  </a:cubicBezTo>
                  <a:close/>
                  <a:moveTo>
                    <a:pt x="10109" y="8295"/>
                  </a:moveTo>
                  <a:cubicBezTo>
                    <a:pt x="10115" y="8325"/>
                    <a:pt x="10123" y="8353"/>
                    <a:pt x="10133" y="8383"/>
                  </a:cubicBezTo>
                  <a:lnTo>
                    <a:pt x="10409" y="9263"/>
                  </a:lnTo>
                  <a:lnTo>
                    <a:pt x="9507" y="9263"/>
                  </a:lnTo>
                  <a:lnTo>
                    <a:pt x="9784" y="8383"/>
                  </a:lnTo>
                  <a:cubicBezTo>
                    <a:pt x="9793" y="8353"/>
                    <a:pt x="9800" y="8325"/>
                    <a:pt x="9806" y="8295"/>
                  </a:cubicBezTo>
                  <a:close/>
                  <a:moveTo>
                    <a:pt x="10575" y="9795"/>
                  </a:moveTo>
                  <a:lnTo>
                    <a:pt x="10667" y="10088"/>
                  </a:lnTo>
                  <a:lnTo>
                    <a:pt x="9249" y="10088"/>
                  </a:lnTo>
                  <a:lnTo>
                    <a:pt x="9341" y="9795"/>
                  </a:lnTo>
                  <a:close/>
                  <a:moveTo>
                    <a:pt x="4820" y="9243"/>
                  </a:moveTo>
                  <a:lnTo>
                    <a:pt x="4820" y="10252"/>
                  </a:lnTo>
                  <a:lnTo>
                    <a:pt x="3399" y="10252"/>
                  </a:lnTo>
                  <a:cubicBezTo>
                    <a:pt x="3318" y="10252"/>
                    <a:pt x="3249" y="10183"/>
                    <a:pt x="3249" y="10101"/>
                  </a:cubicBezTo>
                  <a:lnTo>
                    <a:pt x="3249" y="9393"/>
                  </a:lnTo>
                  <a:cubicBezTo>
                    <a:pt x="3249" y="9311"/>
                    <a:pt x="3318" y="9243"/>
                    <a:pt x="3399" y="9243"/>
                  </a:cubicBezTo>
                  <a:close/>
                  <a:moveTo>
                    <a:pt x="6731" y="9243"/>
                  </a:moveTo>
                  <a:cubicBezTo>
                    <a:pt x="6812" y="9243"/>
                    <a:pt x="6881" y="9311"/>
                    <a:pt x="6881" y="9393"/>
                  </a:cubicBezTo>
                  <a:lnTo>
                    <a:pt x="6881" y="10101"/>
                  </a:lnTo>
                  <a:cubicBezTo>
                    <a:pt x="6881" y="10183"/>
                    <a:pt x="6812" y="10252"/>
                    <a:pt x="6731" y="10252"/>
                  </a:cubicBezTo>
                  <a:lnTo>
                    <a:pt x="5352" y="10252"/>
                  </a:lnTo>
                  <a:lnTo>
                    <a:pt x="5352" y="9243"/>
                  </a:lnTo>
                  <a:close/>
                  <a:moveTo>
                    <a:pt x="3145" y="8318"/>
                  </a:moveTo>
                  <a:cubicBezTo>
                    <a:pt x="3145" y="8325"/>
                    <a:pt x="3145" y="8330"/>
                    <a:pt x="3145" y="8336"/>
                  </a:cubicBezTo>
                  <a:lnTo>
                    <a:pt x="3145" y="8761"/>
                  </a:lnTo>
                  <a:cubicBezTo>
                    <a:pt x="2894" y="8862"/>
                    <a:pt x="2718" y="9107"/>
                    <a:pt x="2718" y="9392"/>
                  </a:cubicBezTo>
                  <a:lnTo>
                    <a:pt x="2718" y="10101"/>
                  </a:lnTo>
                  <a:cubicBezTo>
                    <a:pt x="2718" y="10386"/>
                    <a:pt x="2894" y="10632"/>
                    <a:pt x="3145" y="10733"/>
                  </a:cubicBezTo>
                  <a:lnTo>
                    <a:pt x="3145" y="10957"/>
                  </a:lnTo>
                  <a:cubicBezTo>
                    <a:pt x="3145" y="11097"/>
                    <a:pt x="3174" y="11231"/>
                    <a:pt x="3229" y="11351"/>
                  </a:cubicBezTo>
                  <a:cubicBezTo>
                    <a:pt x="2681" y="11105"/>
                    <a:pt x="2298" y="10554"/>
                    <a:pt x="2298" y="9914"/>
                  </a:cubicBezTo>
                  <a:lnTo>
                    <a:pt x="2298" y="9715"/>
                  </a:lnTo>
                  <a:cubicBezTo>
                    <a:pt x="2298" y="9109"/>
                    <a:pt x="2642" y="8582"/>
                    <a:pt x="3145" y="8318"/>
                  </a:cubicBezTo>
                  <a:close/>
                  <a:moveTo>
                    <a:pt x="16771" y="8318"/>
                  </a:moveTo>
                  <a:lnTo>
                    <a:pt x="16771" y="8318"/>
                  </a:lnTo>
                  <a:cubicBezTo>
                    <a:pt x="17274" y="8582"/>
                    <a:pt x="17619" y="9109"/>
                    <a:pt x="17619" y="9715"/>
                  </a:cubicBezTo>
                  <a:lnTo>
                    <a:pt x="17619" y="9915"/>
                  </a:lnTo>
                  <a:cubicBezTo>
                    <a:pt x="17619" y="10554"/>
                    <a:pt x="17236" y="11105"/>
                    <a:pt x="16687" y="11352"/>
                  </a:cubicBezTo>
                  <a:cubicBezTo>
                    <a:pt x="16742" y="11231"/>
                    <a:pt x="16772" y="11098"/>
                    <a:pt x="16772" y="10957"/>
                  </a:cubicBezTo>
                  <a:lnTo>
                    <a:pt x="16772" y="10080"/>
                  </a:lnTo>
                  <a:lnTo>
                    <a:pt x="16875" y="10080"/>
                  </a:lnTo>
                  <a:cubicBezTo>
                    <a:pt x="17022" y="10080"/>
                    <a:pt x="17141" y="9961"/>
                    <a:pt x="17141" y="9814"/>
                  </a:cubicBezTo>
                  <a:cubicBezTo>
                    <a:pt x="17141" y="9668"/>
                    <a:pt x="17022" y="9550"/>
                    <a:pt x="16875" y="9550"/>
                  </a:cubicBezTo>
                  <a:lnTo>
                    <a:pt x="16772" y="9550"/>
                  </a:lnTo>
                  <a:lnTo>
                    <a:pt x="16772" y="8336"/>
                  </a:lnTo>
                  <a:cubicBezTo>
                    <a:pt x="16772" y="8330"/>
                    <a:pt x="16771" y="8325"/>
                    <a:pt x="16771" y="8318"/>
                  </a:cubicBezTo>
                  <a:close/>
                  <a:moveTo>
                    <a:pt x="16238" y="8295"/>
                  </a:moveTo>
                  <a:cubicBezTo>
                    <a:pt x="16239" y="8308"/>
                    <a:pt x="16240" y="8322"/>
                    <a:pt x="16240" y="8336"/>
                  </a:cubicBezTo>
                  <a:lnTo>
                    <a:pt x="16240" y="10957"/>
                  </a:lnTo>
                  <a:cubicBezTo>
                    <a:pt x="16240" y="11202"/>
                    <a:pt x="16042" y="11400"/>
                    <a:pt x="15796" y="11400"/>
                  </a:cubicBezTo>
                  <a:lnTo>
                    <a:pt x="12149" y="11400"/>
                  </a:lnTo>
                  <a:cubicBezTo>
                    <a:pt x="11876" y="11400"/>
                    <a:pt x="11564" y="11171"/>
                    <a:pt x="11482" y="10910"/>
                  </a:cubicBezTo>
                  <a:lnTo>
                    <a:pt x="10663" y="8295"/>
                  </a:lnTo>
                  <a:close/>
                  <a:moveTo>
                    <a:pt x="9254" y="8295"/>
                  </a:moveTo>
                  <a:lnTo>
                    <a:pt x="8434" y="10910"/>
                  </a:lnTo>
                  <a:cubicBezTo>
                    <a:pt x="8352" y="11171"/>
                    <a:pt x="8040" y="11400"/>
                    <a:pt x="7767" y="11400"/>
                  </a:cubicBezTo>
                  <a:lnTo>
                    <a:pt x="7374" y="11400"/>
                  </a:lnTo>
                  <a:cubicBezTo>
                    <a:pt x="7227" y="11400"/>
                    <a:pt x="7108" y="11519"/>
                    <a:pt x="7108" y="11666"/>
                  </a:cubicBezTo>
                  <a:cubicBezTo>
                    <a:pt x="7108" y="11812"/>
                    <a:pt x="7227" y="11932"/>
                    <a:pt x="7374" y="11932"/>
                  </a:cubicBezTo>
                  <a:lnTo>
                    <a:pt x="7767" y="11932"/>
                  </a:lnTo>
                  <a:cubicBezTo>
                    <a:pt x="8273" y="11932"/>
                    <a:pt x="8790" y="11553"/>
                    <a:pt x="8942" y="11069"/>
                  </a:cubicBezTo>
                  <a:lnTo>
                    <a:pt x="9082" y="10619"/>
                  </a:lnTo>
                  <a:lnTo>
                    <a:pt x="9363" y="10619"/>
                  </a:lnTo>
                  <a:lnTo>
                    <a:pt x="9363" y="12113"/>
                  </a:lnTo>
                  <a:cubicBezTo>
                    <a:pt x="9363" y="12455"/>
                    <a:pt x="9641" y="12733"/>
                    <a:pt x="9983" y="12733"/>
                  </a:cubicBezTo>
                  <a:lnTo>
                    <a:pt x="10836" y="12733"/>
                  </a:lnTo>
                  <a:cubicBezTo>
                    <a:pt x="10983" y="12733"/>
                    <a:pt x="11102" y="12614"/>
                    <a:pt x="11102" y="12468"/>
                  </a:cubicBezTo>
                  <a:cubicBezTo>
                    <a:pt x="11102" y="12321"/>
                    <a:pt x="10983" y="12202"/>
                    <a:pt x="10836" y="12202"/>
                  </a:cubicBezTo>
                  <a:lnTo>
                    <a:pt x="9983" y="12202"/>
                  </a:lnTo>
                  <a:cubicBezTo>
                    <a:pt x="9935" y="12202"/>
                    <a:pt x="9894" y="12162"/>
                    <a:pt x="9894" y="12113"/>
                  </a:cubicBezTo>
                  <a:lnTo>
                    <a:pt x="9894" y="10619"/>
                  </a:lnTo>
                  <a:lnTo>
                    <a:pt x="10834" y="10619"/>
                  </a:lnTo>
                  <a:lnTo>
                    <a:pt x="10975" y="11069"/>
                  </a:lnTo>
                  <a:cubicBezTo>
                    <a:pt x="11127" y="11553"/>
                    <a:pt x="11642" y="11932"/>
                    <a:pt x="12149" y="11932"/>
                  </a:cubicBezTo>
                  <a:lnTo>
                    <a:pt x="15304" y="11932"/>
                  </a:lnTo>
                  <a:cubicBezTo>
                    <a:pt x="14872" y="14472"/>
                    <a:pt x="12653" y="16412"/>
                    <a:pt x="9989" y="16412"/>
                  </a:cubicBezTo>
                  <a:lnTo>
                    <a:pt x="9927" y="16412"/>
                  </a:lnTo>
                  <a:cubicBezTo>
                    <a:pt x="7263" y="16412"/>
                    <a:pt x="5044" y="14472"/>
                    <a:pt x="4612" y="11932"/>
                  </a:cubicBezTo>
                  <a:lnTo>
                    <a:pt x="5707" y="11932"/>
                  </a:lnTo>
                  <a:cubicBezTo>
                    <a:pt x="5854" y="11932"/>
                    <a:pt x="5973" y="11812"/>
                    <a:pt x="5973" y="11666"/>
                  </a:cubicBezTo>
                  <a:cubicBezTo>
                    <a:pt x="5973" y="11519"/>
                    <a:pt x="5854" y="11400"/>
                    <a:pt x="5707" y="11400"/>
                  </a:cubicBezTo>
                  <a:lnTo>
                    <a:pt x="4119" y="11400"/>
                  </a:lnTo>
                  <a:cubicBezTo>
                    <a:pt x="3876" y="11400"/>
                    <a:pt x="3677" y="11202"/>
                    <a:pt x="3677" y="10957"/>
                  </a:cubicBezTo>
                  <a:lnTo>
                    <a:pt x="3677" y="10784"/>
                  </a:lnTo>
                  <a:lnTo>
                    <a:pt x="6731" y="10784"/>
                  </a:lnTo>
                  <a:cubicBezTo>
                    <a:pt x="7107" y="10784"/>
                    <a:pt x="7413" y="10478"/>
                    <a:pt x="7413" y="10101"/>
                  </a:cubicBezTo>
                  <a:lnTo>
                    <a:pt x="7413" y="9393"/>
                  </a:lnTo>
                  <a:cubicBezTo>
                    <a:pt x="7413" y="9017"/>
                    <a:pt x="7107" y="8711"/>
                    <a:pt x="6731" y="8711"/>
                  </a:cubicBezTo>
                  <a:lnTo>
                    <a:pt x="3677" y="8711"/>
                  </a:lnTo>
                  <a:lnTo>
                    <a:pt x="3677" y="8336"/>
                  </a:lnTo>
                  <a:cubicBezTo>
                    <a:pt x="3677" y="8323"/>
                    <a:pt x="3678" y="8308"/>
                    <a:pt x="3679" y="8295"/>
                  </a:cubicBezTo>
                  <a:close/>
                  <a:moveTo>
                    <a:pt x="5879" y="1"/>
                  </a:moveTo>
                  <a:cubicBezTo>
                    <a:pt x="4845" y="1"/>
                    <a:pt x="4004" y="842"/>
                    <a:pt x="4004" y="1875"/>
                  </a:cubicBezTo>
                  <a:lnTo>
                    <a:pt x="4004" y="2525"/>
                  </a:lnTo>
                  <a:lnTo>
                    <a:pt x="3014" y="2525"/>
                  </a:lnTo>
                  <a:cubicBezTo>
                    <a:pt x="2867" y="2525"/>
                    <a:pt x="2748" y="2644"/>
                    <a:pt x="2748" y="2790"/>
                  </a:cubicBezTo>
                  <a:cubicBezTo>
                    <a:pt x="2748" y="2937"/>
                    <a:pt x="2867" y="3056"/>
                    <a:pt x="3014" y="3056"/>
                  </a:cubicBezTo>
                  <a:lnTo>
                    <a:pt x="4372" y="3056"/>
                  </a:lnTo>
                  <a:lnTo>
                    <a:pt x="4372" y="5783"/>
                  </a:lnTo>
                  <a:lnTo>
                    <a:pt x="2964" y="5783"/>
                  </a:lnTo>
                  <a:cubicBezTo>
                    <a:pt x="2777" y="5783"/>
                    <a:pt x="2568" y="5896"/>
                    <a:pt x="2467" y="6053"/>
                  </a:cubicBezTo>
                  <a:lnTo>
                    <a:pt x="2067" y="6672"/>
                  </a:lnTo>
                  <a:lnTo>
                    <a:pt x="1666" y="6053"/>
                  </a:lnTo>
                  <a:cubicBezTo>
                    <a:pt x="1565" y="5896"/>
                    <a:pt x="1356" y="5783"/>
                    <a:pt x="1169" y="5783"/>
                  </a:cubicBezTo>
                  <a:lnTo>
                    <a:pt x="533" y="5783"/>
                  </a:lnTo>
                  <a:lnTo>
                    <a:pt x="533" y="3056"/>
                  </a:lnTo>
                  <a:lnTo>
                    <a:pt x="1419" y="3056"/>
                  </a:lnTo>
                  <a:cubicBezTo>
                    <a:pt x="1566" y="3056"/>
                    <a:pt x="1685" y="2937"/>
                    <a:pt x="1685" y="2790"/>
                  </a:cubicBezTo>
                  <a:cubicBezTo>
                    <a:pt x="1685" y="2644"/>
                    <a:pt x="1566" y="2525"/>
                    <a:pt x="1419" y="2525"/>
                  </a:cubicBezTo>
                  <a:lnTo>
                    <a:pt x="443" y="2525"/>
                  </a:lnTo>
                  <a:cubicBezTo>
                    <a:pt x="199" y="2525"/>
                    <a:pt x="1" y="2724"/>
                    <a:pt x="1" y="2968"/>
                  </a:cubicBezTo>
                  <a:lnTo>
                    <a:pt x="1" y="5872"/>
                  </a:lnTo>
                  <a:cubicBezTo>
                    <a:pt x="1" y="6116"/>
                    <a:pt x="199" y="6315"/>
                    <a:pt x="443" y="6315"/>
                  </a:cubicBezTo>
                  <a:lnTo>
                    <a:pt x="1166" y="6314"/>
                  </a:lnTo>
                  <a:cubicBezTo>
                    <a:pt x="1181" y="6316"/>
                    <a:pt x="1211" y="6334"/>
                    <a:pt x="1220" y="6342"/>
                  </a:cubicBezTo>
                  <a:lnTo>
                    <a:pt x="1747" y="7157"/>
                  </a:lnTo>
                  <a:cubicBezTo>
                    <a:pt x="1822" y="7273"/>
                    <a:pt x="1938" y="7340"/>
                    <a:pt x="2067" y="7340"/>
                  </a:cubicBezTo>
                  <a:cubicBezTo>
                    <a:pt x="2194" y="7340"/>
                    <a:pt x="2311" y="7273"/>
                    <a:pt x="2386" y="7157"/>
                  </a:cubicBezTo>
                  <a:lnTo>
                    <a:pt x="2912" y="6345"/>
                  </a:lnTo>
                  <a:cubicBezTo>
                    <a:pt x="2921" y="6333"/>
                    <a:pt x="2952" y="6316"/>
                    <a:pt x="2964" y="6314"/>
                  </a:cubicBezTo>
                  <a:lnTo>
                    <a:pt x="4004" y="6314"/>
                  </a:lnTo>
                  <a:lnTo>
                    <a:pt x="4004" y="6806"/>
                  </a:lnTo>
                  <a:lnTo>
                    <a:pt x="3338" y="6806"/>
                  </a:lnTo>
                  <a:cubicBezTo>
                    <a:pt x="2996" y="6806"/>
                    <a:pt x="2718" y="7084"/>
                    <a:pt x="2718" y="7426"/>
                  </a:cubicBezTo>
                  <a:lnTo>
                    <a:pt x="2718" y="7675"/>
                  </a:lnTo>
                  <a:cubicBezTo>
                    <a:pt x="2718" y="7763"/>
                    <a:pt x="2736" y="7846"/>
                    <a:pt x="2769" y="7922"/>
                  </a:cubicBezTo>
                  <a:cubicBezTo>
                    <a:pt x="2168" y="8294"/>
                    <a:pt x="1767" y="8958"/>
                    <a:pt x="1767" y="9715"/>
                  </a:cubicBezTo>
                  <a:lnTo>
                    <a:pt x="1767" y="9914"/>
                  </a:lnTo>
                  <a:cubicBezTo>
                    <a:pt x="1767" y="11077"/>
                    <a:pt x="2712" y="12023"/>
                    <a:pt x="3877" y="12023"/>
                  </a:cubicBezTo>
                  <a:lnTo>
                    <a:pt x="4088" y="12023"/>
                  </a:lnTo>
                  <a:cubicBezTo>
                    <a:pt x="4565" y="14813"/>
                    <a:pt x="7001" y="16944"/>
                    <a:pt x="9927" y="16944"/>
                  </a:cubicBezTo>
                  <a:lnTo>
                    <a:pt x="9989" y="16944"/>
                  </a:lnTo>
                  <a:cubicBezTo>
                    <a:pt x="12915" y="16944"/>
                    <a:pt x="15353" y="14813"/>
                    <a:pt x="15828" y="12023"/>
                  </a:cubicBezTo>
                  <a:lnTo>
                    <a:pt x="16040" y="12023"/>
                  </a:lnTo>
                  <a:cubicBezTo>
                    <a:pt x="17204" y="12023"/>
                    <a:pt x="18151" y="11077"/>
                    <a:pt x="18151" y="9914"/>
                  </a:cubicBezTo>
                  <a:lnTo>
                    <a:pt x="18151" y="9715"/>
                  </a:lnTo>
                  <a:cubicBezTo>
                    <a:pt x="18151" y="8958"/>
                    <a:pt x="17748" y="8294"/>
                    <a:pt x="17147" y="7922"/>
                  </a:cubicBezTo>
                  <a:cubicBezTo>
                    <a:pt x="17180" y="7846"/>
                    <a:pt x="17199" y="7763"/>
                    <a:pt x="17199" y="7675"/>
                  </a:cubicBezTo>
                  <a:lnTo>
                    <a:pt x="17199" y="7426"/>
                  </a:lnTo>
                  <a:cubicBezTo>
                    <a:pt x="17199" y="7084"/>
                    <a:pt x="16920" y="6806"/>
                    <a:pt x="16579" y="6806"/>
                  </a:cubicBezTo>
                  <a:lnTo>
                    <a:pt x="15912" y="6806"/>
                  </a:lnTo>
                  <a:lnTo>
                    <a:pt x="15912" y="3786"/>
                  </a:lnTo>
                  <a:cubicBezTo>
                    <a:pt x="15912" y="2083"/>
                    <a:pt x="14525" y="697"/>
                    <a:pt x="12820" y="697"/>
                  </a:cubicBezTo>
                  <a:cubicBezTo>
                    <a:pt x="12439" y="697"/>
                    <a:pt x="12074" y="766"/>
                    <a:pt x="11738" y="892"/>
                  </a:cubicBezTo>
                  <a:cubicBezTo>
                    <a:pt x="11407" y="358"/>
                    <a:pt x="10815" y="1"/>
                    <a:pt x="10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0"/>
            <p:cNvSpPr/>
            <p:nvPr/>
          </p:nvSpPr>
          <p:spPr>
            <a:xfrm>
              <a:off x="7886702" y="2595657"/>
              <a:ext cx="101891" cy="17678"/>
            </a:xfrm>
            <a:custGeom>
              <a:avLst/>
              <a:gdLst/>
              <a:ahLst/>
              <a:cxnLst/>
              <a:rect l="l" t="t" r="r" b="b"/>
              <a:pathLst>
                <a:path w="3072" h="533" extrusionOk="0">
                  <a:moveTo>
                    <a:pt x="267" y="0"/>
                  </a:moveTo>
                  <a:cubicBezTo>
                    <a:pt x="120" y="0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807" y="532"/>
                  </a:lnTo>
                  <a:cubicBezTo>
                    <a:pt x="2954" y="532"/>
                    <a:pt x="3072" y="413"/>
                    <a:pt x="3072" y="266"/>
                  </a:cubicBezTo>
                  <a:cubicBezTo>
                    <a:pt x="3072" y="120"/>
                    <a:pt x="2954" y="0"/>
                    <a:pt x="2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0"/>
            <p:cNvSpPr/>
            <p:nvPr/>
          </p:nvSpPr>
          <p:spPr>
            <a:xfrm>
              <a:off x="7886702" y="2622655"/>
              <a:ext cx="101891" cy="17645"/>
            </a:xfrm>
            <a:custGeom>
              <a:avLst/>
              <a:gdLst/>
              <a:ahLst/>
              <a:cxnLst/>
              <a:rect l="l" t="t" r="r" b="b"/>
              <a:pathLst>
                <a:path w="3072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07" y="531"/>
                  </a:lnTo>
                  <a:cubicBezTo>
                    <a:pt x="2954" y="531"/>
                    <a:pt x="3072" y="413"/>
                    <a:pt x="3072" y="267"/>
                  </a:cubicBezTo>
                  <a:cubicBezTo>
                    <a:pt x="3072" y="120"/>
                    <a:pt x="2954" y="1"/>
                    <a:pt x="2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0"/>
            <p:cNvSpPr/>
            <p:nvPr/>
          </p:nvSpPr>
          <p:spPr>
            <a:xfrm>
              <a:off x="7919040" y="2649621"/>
              <a:ext cx="69552" cy="17678"/>
            </a:xfrm>
            <a:custGeom>
              <a:avLst/>
              <a:gdLst/>
              <a:ahLst/>
              <a:cxnLst/>
              <a:rect l="l" t="t" r="r" b="b"/>
              <a:pathLst>
                <a:path w="2097" h="533" extrusionOk="0">
                  <a:moveTo>
                    <a:pt x="266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1832" y="533"/>
                  </a:lnTo>
                  <a:cubicBezTo>
                    <a:pt x="1979" y="533"/>
                    <a:pt x="2097" y="414"/>
                    <a:pt x="2097" y="267"/>
                  </a:cubicBezTo>
                  <a:cubicBezTo>
                    <a:pt x="2097" y="120"/>
                    <a:pt x="1979" y="1"/>
                    <a:pt x="1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0"/>
            <p:cNvSpPr/>
            <p:nvPr/>
          </p:nvSpPr>
          <p:spPr>
            <a:xfrm>
              <a:off x="7664215" y="2622821"/>
              <a:ext cx="27595" cy="17645"/>
            </a:xfrm>
            <a:custGeom>
              <a:avLst/>
              <a:gdLst/>
              <a:ahLst/>
              <a:cxnLst/>
              <a:rect l="l" t="t" r="r" b="b"/>
              <a:pathLst>
                <a:path w="832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566" y="532"/>
                  </a:lnTo>
                  <a:cubicBezTo>
                    <a:pt x="713" y="532"/>
                    <a:pt x="832" y="412"/>
                    <a:pt x="832" y="266"/>
                  </a:cubicBezTo>
                  <a:cubicBezTo>
                    <a:pt x="832" y="119"/>
                    <a:pt x="713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0"/>
            <p:cNvSpPr/>
            <p:nvPr/>
          </p:nvSpPr>
          <p:spPr>
            <a:xfrm>
              <a:off x="7587929" y="2622821"/>
              <a:ext cx="38740" cy="17645"/>
            </a:xfrm>
            <a:custGeom>
              <a:avLst/>
              <a:gdLst/>
              <a:ahLst/>
              <a:cxnLst/>
              <a:rect l="l" t="t" r="r" b="b"/>
              <a:pathLst>
                <a:path w="1168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903" y="532"/>
                  </a:lnTo>
                  <a:cubicBezTo>
                    <a:pt x="1050" y="532"/>
                    <a:pt x="1168" y="412"/>
                    <a:pt x="1168" y="266"/>
                  </a:cubicBezTo>
                  <a:cubicBezTo>
                    <a:pt x="1168" y="119"/>
                    <a:pt x="1050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0"/>
            <p:cNvSpPr/>
            <p:nvPr/>
          </p:nvSpPr>
          <p:spPr>
            <a:xfrm>
              <a:off x="8017117" y="2504977"/>
              <a:ext cx="56318" cy="56318"/>
            </a:xfrm>
            <a:custGeom>
              <a:avLst/>
              <a:gdLst/>
              <a:ahLst/>
              <a:cxnLst/>
              <a:rect l="l" t="t" r="r" b="b"/>
              <a:pathLst>
                <a:path w="1698" h="169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167" y="532"/>
                  </a:lnTo>
                  <a:lnTo>
                    <a:pt x="1167" y="1431"/>
                  </a:lnTo>
                  <a:cubicBezTo>
                    <a:pt x="1167" y="1578"/>
                    <a:pt x="1285" y="1697"/>
                    <a:pt x="1431" y="1697"/>
                  </a:cubicBezTo>
                  <a:cubicBezTo>
                    <a:pt x="1578" y="1697"/>
                    <a:pt x="1697" y="1578"/>
                    <a:pt x="1697" y="1431"/>
                  </a:cubicBezTo>
                  <a:lnTo>
                    <a:pt x="1697" y="444"/>
                  </a:lnTo>
                  <a:cubicBezTo>
                    <a:pt x="1697" y="199"/>
                    <a:pt x="149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0"/>
            <p:cNvSpPr/>
            <p:nvPr/>
          </p:nvSpPr>
          <p:spPr>
            <a:xfrm>
              <a:off x="7729455" y="2748957"/>
              <a:ext cx="149818" cy="63250"/>
            </a:xfrm>
            <a:custGeom>
              <a:avLst/>
              <a:gdLst/>
              <a:ahLst/>
              <a:cxnLst/>
              <a:rect l="l" t="t" r="r" b="b"/>
              <a:pathLst>
                <a:path w="4517" h="1907" extrusionOk="0">
                  <a:moveTo>
                    <a:pt x="301" y="0"/>
                  </a:moveTo>
                  <a:cubicBezTo>
                    <a:pt x="270" y="0"/>
                    <a:pt x="240" y="5"/>
                    <a:pt x="210" y="16"/>
                  </a:cubicBezTo>
                  <a:cubicBezTo>
                    <a:pt x="72" y="67"/>
                    <a:pt x="0" y="218"/>
                    <a:pt x="51" y="357"/>
                  </a:cubicBezTo>
                  <a:cubicBezTo>
                    <a:pt x="385" y="1283"/>
                    <a:pt x="1273" y="1906"/>
                    <a:pt x="2259" y="1906"/>
                  </a:cubicBezTo>
                  <a:cubicBezTo>
                    <a:pt x="3245" y="1906"/>
                    <a:pt x="4132" y="1283"/>
                    <a:pt x="4468" y="357"/>
                  </a:cubicBezTo>
                  <a:cubicBezTo>
                    <a:pt x="4517" y="218"/>
                    <a:pt x="4446" y="67"/>
                    <a:pt x="4308" y="16"/>
                  </a:cubicBezTo>
                  <a:cubicBezTo>
                    <a:pt x="4278" y="5"/>
                    <a:pt x="4247" y="0"/>
                    <a:pt x="4217" y="0"/>
                  </a:cubicBezTo>
                  <a:cubicBezTo>
                    <a:pt x="4108" y="0"/>
                    <a:pt x="4006" y="68"/>
                    <a:pt x="3968" y="175"/>
                  </a:cubicBezTo>
                  <a:cubicBezTo>
                    <a:pt x="3708" y="893"/>
                    <a:pt x="3022" y="1375"/>
                    <a:pt x="2259" y="1375"/>
                  </a:cubicBezTo>
                  <a:cubicBezTo>
                    <a:pt x="1496" y="1375"/>
                    <a:pt x="809" y="893"/>
                    <a:pt x="551" y="175"/>
                  </a:cubicBezTo>
                  <a:cubicBezTo>
                    <a:pt x="511" y="68"/>
                    <a:pt x="409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0"/>
            <p:cNvSpPr/>
            <p:nvPr/>
          </p:nvSpPr>
          <p:spPr>
            <a:xfrm>
              <a:off x="7516254" y="2431611"/>
              <a:ext cx="78308" cy="17678"/>
            </a:xfrm>
            <a:custGeom>
              <a:avLst/>
              <a:gdLst/>
              <a:ahLst/>
              <a:cxnLst/>
              <a:rect l="l" t="t" r="r" b="b"/>
              <a:pathLst>
                <a:path w="2361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94" y="532"/>
                  </a:lnTo>
                  <a:cubicBezTo>
                    <a:pt x="2241" y="532"/>
                    <a:pt x="2360" y="413"/>
                    <a:pt x="2360" y="267"/>
                  </a:cubicBezTo>
                  <a:cubicBezTo>
                    <a:pt x="2360" y="120"/>
                    <a:pt x="2241" y="1"/>
                    <a:pt x="2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0"/>
            <p:cNvSpPr/>
            <p:nvPr/>
          </p:nvSpPr>
          <p:spPr>
            <a:xfrm>
              <a:off x="7516254" y="2460599"/>
              <a:ext cx="59867" cy="17678"/>
            </a:xfrm>
            <a:custGeom>
              <a:avLst/>
              <a:gdLst/>
              <a:ahLst/>
              <a:cxnLst/>
              <a:rect l="l" t="t" r="r" b="b"/>
              <a:pathLst>
                <a:path w="1805" h="533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539" y="532"/>
                  </a:lnTo>
                  <a:cubicBezTo>
                    <a:pt x="1686" y="532"/>
                    <a:pt x="1805" y="413"/>
                    <a:pt x="1805" y="266"/>
                  </a:cubicBezTo>
                  <a:cubicBezTo>
                    <a:pt x="1805" y="119"/>
                    <a:pt x="1686" y="0"/>
                    <a:pt x="1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0" name="Google Shape;1730;p50"/>
          <p:cNvGrpSpPr/>
          <p:nvPr/>
        </p:nvGrpSpPr>
        <p:grpSpPr>
          <a:xfrm>
            <a:off x="923900" y="1437125"/>
            <a:ext cx="76825" cy="76800"/>
            <a:chOff x="3104875" y="1099400"/>
            <a:chExt cx="76825" cy="76800"/>
          </a:xfrm>
        </p:grpSpPr>
        <p:sp>
          <p:nvSpPr>
            <p:cNvPr id="1731" name="Google Shape;1731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50"/>
          <p:cNvGrpSpPr/>
          <p:nvPr/>
        </p:nvGrpSpPr>
        <p:grpSpPr>
          <a:xfrm>
            <a:off x="5755375" y="3132149"/>
            <a:ext cx="76825" cy="76800"/>
            <a:chOff x="3104875" y="1099400"/>
            <a:chExt cx="76825" cy="76800"/>
          </a:xfrm>
        </p:grpSpPr>
        <p:sp>
          <p:nvSpPr>
            <p:cNvPr id="1734" name="Google Shape;1734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6" name="Google Shape;1736;p50"/>
          <p:cNvGrpSpPr/>
          <p:nvPr/>
        </p:nvGrpSpPr>
        <p:grpSpPr>
          <a:xfrm>
            <a:off x="7846000" y="1214600"/>
            <a:ext cx="76825" cy="76800"/>
            <a:chOff x="3104875" y="1099400"/>
            <a:chExt cx="76825" cy="76800"/>
          </a:xfrm>
        </p:grpSpPr>
        <p:sp>
          <p:nvSpPr>
            <p:cNvPr id="1737" name="Google Shape;1737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9" name="Google Shape;1739;p5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170958" y="1067523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5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5800073">
            <a:off x="5628337" y="1671987"/>
            <a:ext cx="652200" cy="61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675038F7-9D9B-4214-F8ED-5863E3B1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5" name="Google Shape;1745;p51">
            <a:extLst>
              <a:ext uri="{FF2B5EF4-FFF2-40B4-BE49-F238E27FC236}">
                <a16:creationId xmlns:a16="http://schemas.microsoft.com/office/drawing/2014/main" id="{2C092EFB-2F69-4B6F-5220-C0BB52506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-65388" y="3340199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51">
            <a:extLst>
              <a:ext uri="{FF2B5EF4-FFF2-40B4-BE49-F238E27FC236}">
                <a16:creationId xmlns:a16="http://schemas.microsoft.com/office/drawing/2014/main" id="{7F908B49-7EE0-0D2A-FC37-A2F3C4874B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83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dirty="0" err="1"/>
              <a:t>Why</a:t>
            </a:r>
            <a:r>
              <a:rPr lang="pl-PL" sz="2800" dirty="0"/>
              <a:t> We </a:t>
            </a:r>
            <a:r>
              <a:rPr lang="pl-PL" sz="2800" dirty="0" err="1"/>
              <a:t>Chose</a:t>
            </a:r>
            <a:r>
              <a:rPr lang="pl-PL" sz="2800" dirty="0"/>
              <a:t> </a:t>
            </a:r>
            <a:r>
              <a:rPr lang="pl-PL" sz="2800" dirty="0" err="1"/>
              <a:t>Logistic</a:t>
            </a:r>
            <a:r>
              <a:rPr lang="pl-PL" sz="2800" dirty="0"/>
              <a:t> </a:t>
            </a:r>
            <a:r>
              <a:rPr lang="pl-PL" sz="2800" dirty="0" err="1"/>
              <a:t>Regression</a:t>
            </a:r>
            <a:endParaRPr sz="2800" dirty="0"/>
          </a:p>
        </p:txBody>
      </p:sp>
      <p:sp>
        <p:nvSpPr>
          <p:cNvPr id="1747" name="Google Shape;1747;p51">
            <a:extLst>
              <a:ext uri="{FF2B5EF4-FFF2-40B4-BE49-F238E27FC236}">
                <a16:creationId xmlns:a16="http://schemas.microsoft.com/office/drawing/2014/main" id="{94C51FCA-905A-9516-B716-9B65773495E8}"/>
              </a:ext>
            </a:extLst>
          </p:cNvPr>
          <p:cNvSpPr/>
          <p:nvPr/>
        </p:nvSpPr>
        <p:spPr>
          <a:xfrm rot="5400000">
            <a:off x="1130138" y="2193250"/>
            <a:ext cx="1494600" cy="12954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8" name="Google Shape;1748;p51">
            <a:extLst>
              <a:ext uri="{FF2B5EF4-FFF2-40B4-BE49-F238E27FC236}">
                <a16:creationId xmlns:a16="http://schemas.microsoft.com/office/drawing/2014/main" id="{04B9569B-EB8F-123C-D865-E6BF724BDF40}"/>
              </a:ext>
            </a:extLst>
          </p:cNvPr>
          <p:cNvGrpSpPr/>
          <p:nvPr/>
        </p:nvGrpSpPr>
        <p:grpSpPr>
          <a:xfrm>
            <a:off x="1539327" y="2473264"/>
            <a:ext cx="676221" cy="735371"/>
            <a:chOff x="5417581" y="4001528"/>
            <a:chExt cx="553599" cy="602023"/>
          </a:xfrm>
        </p:grpSpPr>
        <p:sp>
          <p:nvSpPr>
            <p:cNvPr id="1749" name="Google Shape;1749;p51">
              <a:extLst>
                <a:ext uri="{FF2B5EF4-FFF2-40B4-BE49-F238E27FC236}">
                  <a16:creationId xmlns:a16="http://schemas.microsoft.com/office/drawing/2014/main" id="{CE4DB72D-6B6C-3B89-0D38-E87D86DD045C}"/>
                </a:ext>
              </a:extLst>
            </p:cNvPr>
            <p:cNvSpPr/>
            <p:nvPr/>
          </p:nvSpPr>
          <p:spPr>
            <a:xfrm>
              <a:off x="5840931" y="4132871"/>
              <a:ext cx="120365" cy="120398"/>
            </a:xfrm>
            <a:custGeom>
              <a:avLst/>
              <a:gdLst/>
              <a:ahLst/>
              <a:cxnLst/>
              <a:rect l="l" t="t" r="r" b="b"/>
              <a:pathLst>
                <a:path w="3629" h="3630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097" y="532"/>
                  </a:lnTo>
                  <a:lnTo>
                    <a:pt x="3097" y="3363"/>
                  </a:lnTo>
                  <a:cubicBezTo>
                    <a:pt x="3097" y="3510"/>
                    <a:pt x="3216" y="3629"/>
                    <a:pt x="3363" y="3629"/>
                  </a:cubicBezTo>
                  <a:cubicBezTo>
                    <a:pt x="3510" y="3629"/>
                    <a:pt x="3629" y="3510"/>
                    <a:pt x="3629" y="3363"/>
                  </a:cubicBezTo>
                  <a:lnTo>
                    <a:pt x="3629" y="267"/>
                  </a:lnTo>
                  <a:cubicBezTo>
                    <a:pt x="3629" y="120"/>
                    <a:pt x="3510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1">
              <a:extLst>
                <a:ext uri="{FF2B5EF4-FFF2-40B4-BE49-F238E27FC236}">
                  <a16:creationId xmlns:a16="http://schemas.microsoft.com/office/drawing/2014/main" id="{D7DBFA95-DB36-6418-23D8-D4BB607F8E57}"/>
                </a:ext>
              </a:extLst>
            </p:cNvPr>
            <p:cNvSpPr/>
            <p:nvPr/>
          </p:nvSpPr>
          <p:spPr>
            <a:xfrm>
              <a:off x="5427432" y="4132871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cubicBezTo>
                    <a:pt x="413" y="3629"/>
                    <a:pt x="532" y="3510"/>
                    <a:pt x="532" y="3363"/>
                  </a:cubicBezTo>
                  <a:lnTo>
                    <a:pt x="532" y="532"/>
                  </a:lnTo>
                  <a:lnTo>
                    <a:pt x="3363" y="532"/>
                  </a:lnTo>
                  <a:cubicBezTo>
                    <a:pt x="3510" y="532"/>
                    <a:pt x="3629" y="413"/>
                    <a:pt x="3629" y="267"/>
                  </a:cubicBezTo>
                  <a:cubicBezTo>
                    <a:pt x="3629" y="120"/>
                    <a:pt x="3511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1">
              <a:extLst>
                <a:ext uri="{FF2B5EF4-FFF2-40B4-BE49-F238E27FC236}">
                  <a16:creationId xmlns:a16="http://schemas.microsoft.com/office/drawing/2014/main" id="{E73771F0-98BF-5701-3EF8-6C52FC0B8A6E}"/>
                </a:ext>
              </a:extLst>
            </p:cNvPr>
            <p:cNvSpPr/>
            <p:nvPr/>
          </p:nvSpPr>
          <p:spPr>
            <a:xfrm>
              <a:off x="5427432" y="4483153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lnTo>
                    <a:pt x="3363" y="3629"/>
                  </a:lnTo>
                  <a:cubicBezTo>
                    <a:pt x="3511" y="3629"/>
                    <a:pt x="3629" y="3510"/>
                    <a:pt x="3629" y="3363"/>
                  </a:cubicBezTo>
                  <a:cubicBezTo>
                    <a:pt x="3629" y="3216"/>
                    <a:pt x="3510" y="3097"/>
                    <a:pt x="3363" y="3097"/>
                  </a:cubicBezTo>
                  <a:lnTo>
                    <a:pt x="532" y="3097"/>
                  </a:ln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1">
              <a:extLst>
                <a:ext uri="{FF2B5EF4-FFF2-40B4-BE49-F238E27FC236}">
                  <a16:creationId xmlns:a16="http://schemas.microsoft.com/office/drawing/2014/main" id="{7B5BA371-2596-32A0-132B-9767C97FA51F}"/>
                </a:ext>
              </a:extLst>
            </p:cNvPr>
            <p:cNvSpPr/>
            <p:nvPr/>
          </p:nvSpPr>
          <p:spPr>
            <a:xfrm>
              <a:off x="5427432" y="4086337"/>
              <a:ext cx="176982" cy="54527"/>
            </a:xfrm>
            <a:custGeom>
              <a:avLst/>
              <a:gdLst/>
              <a:ahLst/>
              <a:cxnLst/>
              <a:rect l="l" t="t" r="r" b="b"/>
              <a:pathLst>
                <a:path w="5336" h="1644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986" y="532"/>
                  </a:lnTo>
                  <a:cubicBezTo>
                    <a:pt x="4008" y="533"/>
                    <a:pt x="4052" y="554"/>
                    <a:pt x="4065" y="569"/>
                  </a:cubicBezTo>
                  <a:lnTo>
                    <a:pt x="4826" y="1542"/>
                  </a:lnTo>
                  <a:cubicBezTo>
                    <a:pt x="4879" y="1609"/>
                    <a:pt x="4957" y="1644"/>
                    <a:pt x="5036" y="1644"/>
                  </a:cubicBezTo>
                  <a:cubicBezTo>
                    <a:pt x="5093" y="1644"/>
                    <a:pt x="5151" y="1625"/>
                    <a:pt x="5200" y="1587"/>
                  </a:cubicBezTo>
                  <a:cubicBezTo>
                    <a:pt x="5315" y="1497"/>
                    <a:pt x="5336" y="1330"/>
                    <a:pt x="5245" y="1215"/>
                  </a:cubicBezTo>
                  <a:lnTo>
                    <a:pt x="4484" y="242"/>
                  </a:lnTo>
                  <a:cubicBezTo>
                    <a:pt x="4372" y="100"/>
                    <a:pt x="4169" y="0"/>
                    <a:pt x="3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1">
              <a:extLst>
                <a:ext uri="{FF2B5EF4-FFF2-40B4-BE49-F238E27FC236}">
                  <a16:creationId xmlns:a16="http://schemas.microsoft.com/office/drawing/2014/main" id="{D788312C-2A9F-83EB-6DAB-7EC547100619}"/>
                </a:ext>
              </a:extLst>
            </p:cNvPr>
            <p:cNvSpPr/>
            <p:nvPr/>
          </p:nvSpPr>
          <p:spPr>
            <a:xfrm>
              <a:off x="5612075" y="4158476"/>
              <a:ext cx="38541" cy="41493"/>
            </a:xfrm>
            <a:custGeom>
              <a:avLst/>
              <a:gdLst/>
              <a:ahLst/>
              <a:cxnLst/>
              <a:rect l="l" t="t" r="r" b="b"/>
              <a:pathLst>
                <a:path w="1162" h="1251" extrusionOk="0">
                  <a:moveTo>
                    <a:pt x="300" y="1"/>
                  </a:moveTo>
                  <a:cubicBezTo>
                    <a:pt x="243" y="1"/>
                    <a:pt x="186" y="19"/>
                    <a:pt x="137" y="57"/>
                  </a:cubicBezTo>
                  <a:cubicBezTo>
                    <a:pt x="21" y="148"/>
                    <a:pt x="1" y="315"/>
                    <a:pt x="91" y="431"/>
                  </a:cubicBezTo>
                  <a:lnTo>
                    <a:pt x="653" y="1148"/>
                  </a:lnTo>
                  <a:cubicBezTo>
                    <a:pt x="705" y="1215"/>
                    <a:pt x="783" y="1250"/>
                    <a:pt x="862" y="1250"/>
                  </a:cubicBezTo>
                  <a:cubicBezTo>
                    <a:pt x="920" y="1250"/>
                    <a:pt x="977" y="1232"/>
                    <a:pt x="1026" y="1194"/>
                  </a:cubicBezTo>
                  <a:cubicBezTo>
                    <a:pt x="1141" y="1103"/>
                    <a:pt x="1162" y="936"/>
                    <a:pt x="1072" y="820"/>
                  </a:cubicBezTo>
                  <a:lnTo>
                    <a:pt x="510" y="102"/>
                  </a:lnTo>
                  <a:cubicBezTo>
                    <a:pt x="458" y="36"/>
                    <a:pt x="37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1">
              <a:extLst>
                <a:ext uri="{FF2B5EF4-FFF2-40B4-BE49-F238E27FC236}">
                  <a16:creationId xmlns:a16="http://schemas.microsoft.com/office/drawing/2014/main" id="{5D6D8FBF-BEE6-47FC-21B8-7B66478053B3}"/>
                </a:ext>
              </a:extLst>
            </p:cNvPr>
            <p:cNvSpPr/>
            <p:nvPr/>
          </p:nvSpPr>
          <p:spPr>
            <a:xfrm>
              <a:off x="5427432" y="405512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118" y="532"/>
                  </a:lnTo>
                  <a:cubicBezTo>
                    <a:pt x="3265" y="532"/>
                    <a:pt x="3384" y="413"/>
                    <a:pt x="3384" y="266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1">
              <a:extLst>
                <a:ext uri="{FF2B5EF4-FFF2-40B4-BE49-F238E27FC236}">
                  <a16:creationId xmlns:a16="http://schemas.microsoft.com/office/drawing/2014/main" id="{2EA8C31C-36CE-454A-9232-78968BC3FA44}"/>
                </a:ext>
              </a:extLst>
            </p:cNvPr>
            <p:cNvSpPr/>
            <p:nvPr/>
          </p:nvSpPr>
          <p:spPr>
            <a:xfrm>
              <a:off x="5427432" y="402633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3118" y="533"/>
                  </a:lnTo>
                  <a:cubicBezTo>
                    <a:pt x="3265" y="533"/>
                    <a:pt x="3384" y="414"/>
                    <a:pt x="3384" y="267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1">
              <a:extLst>
                <a:ext uri="{FF2B5EF4-FFF2-40B4-BE49-F238E27FC236}">
                  <a16:creationId xmlns:a16="http://schemas.microsoft.com/office/drawing/2014/main" id="{0B1A438D-B6F3-E23F-F545-7655DD6426D6}"/>
                </a:ext>
              </a:extLst>
            </p:cNvPr>
            <p:cNvSpPr/>
            <p:nvPr/>
          </p:nvSpPr>
          <p:spPr>
            <a:xfrm>
              <a:off x="5417581" y="4209554"/>
              <a:ext cx="553599" cy="146501"/>
            </a:xfrm>
            <a:custGeom>
              <a:avLst/>
              <a:gdLst/>
              <a:ahLst/>
              <a:cxnLst/>
              <a:rect l="l" t="t" r="r" b="b"/>
              <a:pathLst>
                <a:path w="16691" h="4417" extrusionOk="0">
                  <a:moveTo>
                    <a:pt x="8345" y="1"/>
                  </a:moveTo>
                  <a:cubicBezTo>
                    <a:pt x="5045" y="1"/>
                    <a:pt x="1959" y="1493"/>
                    <a:pt x="88" y="3991"/>
                  </a:cubicBezTo>
                  <a:cubicBezTo>
                    <a:pt x="1" y="4109"/>
                    <a:pt x="25" y="4275"/>
                    <a:pt x="143" y="4363"/>
                  </a:cubicBezTo>
                  <a:cubicBezTo>
                    <a:pt x="190" y="4399"/>
                    <a:pt x="246" y="4417"/>
                    <a:pt x="301" y="4417"/>
                  </a:cubicBezTo>
                  <a:cubicBezTo>
                    <a:pt x="382" y="4417"/>
                    <a:pt x="462" y="4380"/>
                    <a:pt x="514" y="4310"/>
                  </a:cubicBezTo>
                  <a:cubicBezTo>
                    <a:pt x="2284" y="1944"/>
                    <a:pt x="5212" y="533"/>
                    <a:pt x="8345" y="533"/>
                  </a:cubicBezTo>
                  <a:cubicBezTo>
                    <a:pt x="11479" y="533"/>
                    <a:pt x="14406" y="1944"/>
                    <a:pt x="16176" y="4310"/>
                  </a:cubicBezTo>
                  <a:cubicBezTo>
                    <a:pt x="16229" y="4379"/>
                    <a:pt x="16309" y="4416"/>
                    <a:pt x="16390" y="4416"/>
                  </a:cubicBezTo>
                  <a:cubicBezTo>
                    <a:pt x="16445" y="4416"/>
                    <a:pt x="16501" y="4398"/>
                    <a:pt x="16549" y="4363"/>
                  </a:cubicBezTo>
                  <a:cubicBezTo>
                    <a:pt x="16666" y="4275"/>
                    <a:pt x="16691" y="4109"/>
                    <a:pt x="16602" y="3991"/>
                  </a:cubicBezTo>
                  <a:cubicBezTo>
                    <a:pt x="14733" y="1493"/>
                    <a:pt x="11645" y="1"/>
                    <a:pt x="8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1">
              <a:extLst>
                <a:ext uri="{FF2B5EF4-FFF2-40B4-BE49-F238E27FC236}">
                  <a16:creationId xmlns:a16="http://schemas.microsoft.com/office/drawing/2014/main" id="{E1BC2118-095B-F629-AD6B-4DBC92A4A9F0}"/>
                </a:ext>
              </a:extLst>
            </p:cNvPr>
            <p:cNvSpPr/>
            <p:nvPr/>
          </p:nvSpPr>
          <p:spPr>
            <a:xfrm>
              <a:off x="5620234" y="4311976"/>
              <a:ext cx="157877" cy="157048"/>
            </a:xfrm>
            <a:custGeom>
              <a:avLst/>
              <a:gdLst/>
              <a:ahLst/>
              <a:cxnLst/>
              <a:rect l="l" t="t" r="r" b="b"/>
              <a:pathLst>
                <a:path w="4760" h="4735" extrusionOk="0">
                  <a:moveTo>
                    <a:pt x="3584" y="3055"/>
                  </a:moveTo>
                  <a:cubicBezTo>
                    <a:pt x="3863" y="3055"/>
                    <a:pt x="4088" y="3281"/>
                    <a:pt x="4088" y="3559"/>
                  </a:cubicBezTo>
                  <a:cubicBezTo>
                    <a:pt x="4088" y="3837"/>
                    <a:pt x="3863" y="4063"/>
                    <a:pt x="3584" y="4063"/>
                  </a:cubicBezTo>
                  <a:cubicBezTo>
                    <a:pt x="3306" y="4063"/>
                    <a:pt x="3080" y="3837"/>
                    <a:pt x="3080" y="3559"/>
                  </a:cubicBezTo>
                  <a:cubicBezTo>
                    <a:pt x="3080" y="3281"/>
                    <a:pt x="3306" y="3055"/>
                    <a:pt x="3584" y="3055"/>
                  </a:cubicBezTo>
                  <a:close/>
                  <a:moveTo>
                    <a:pt x="3324" y="0"/>
                  </a:moveTo>
                  <a:cubicBezTo>
                    <a:pt x="3238" y="0"/>
                    <a:pt x="3154" y="22"/>
                    <a:pt x="3080" y="64"/>
                  </a:cubicBezTo>
                  <a:cubicBezTo>
                    <a:pt x="2922" y="153"/>
                    <a:pt x="2826" y="322"/>
                    <a:pt x="2829" y="503"/>
                  </a:cubicBezTo>
                  <a:cubicBezTo>
                    <a:pt x="2838" y="1042"/>
                    <a:pt x="2627" y="1595"/>
                    <a:pt x="2252" y="2021"/>
                  </a:cubicBezTo>
                  <a:cubicBezTo>
                    <a:pt x="2154" y="2131"/>
                    <a:pt x="2164" y="2298"/>
                    <a:pt x="2274" y="2396"/>
                  </a:cubicBezTo>
                  <a:cubicBezTo>
                    <a:pt x="2325" y="2441"/>
                    <a:pt x="2388" y="2463"/>
                    <a:pt x="2450" y="2463"/>
                  </a:cubicBezTo>
                  <a:cubicBezTo>
                    <a:pt x="2524" y="2463"/>
                    <a:pt x="2597" y="2432"/>
                    <a:pt x="2649" y="2373"/>
                  </a:cubicBezTo>
                  <a:cubicBezTo>
                    <a:pt x="3104" y="1860"/>
                    <a:pt x="3354" y="1220"/>
                    <a:pt x="3361" y="563"/>
                  </a:cubicBezTo>
                  <a:cubicBezTo>
                    <a:pt x="3906" y="933"/>
                    <a:pt x="4228" y="1543"/>
                    <a:pt x="4228" y="2210"/>
                  </a:cubicBezTo>
                  <a:cubicBezTo>
                    <a:pt x="4228" y="2379"/>
                    <a:pt x="4207" y="2544"/>
                    <a:pt x="4167" y="2703"/>
                  </a:cubicBezTo>
                  <a:cubicBezTo>
                    <a:pt x="4000" y="2590"/>
                    <a:pt x="3800" y="2523"/>
                    <a:pt x="3584" y="2523"/>
                  </a:cubicBezTo>
                  <a:cubicBezTo>
                    <a:pt x="3013" y="2523"/>
                    <a:pt x="2548" y="2988"/>
                    <a:pt x="2548" y="3559"/>
                  </a:cubicBezTo>
                  <a:cubicBezTo>
                    <a:pt x="2548" y="3775"/>
                    <a:pt x="2615" y="3975"/>
                    <a:pt x="2728" y="4141"/>
                  </a:cubicBezTo>
                  <a:cubicBezTo>
                    <a:pt x="2570" y="4181"/>
                    <a:pt x="2406" y="4203"/>
                    <a:pt x="2235" y="4203"/>
                  </a:cubicBezTo>
                  <a:cubicBezTo>
                    <a:pt x="1569" y="4203"/>
                    <a:pt x="958" y="3879"/>
                    <a:pt x="588" y="3334"/>
                  </a:cubicBezTo>
                  <a:cubicBezTo>
                    <a:pt x="819" y="3332"/>
                    <a:pt x="1051" y="3298"/>
                    <a:pt x="1279" y="3234"/>
                  </a:cubicBezTo>
                  <a:cubicBezTo>
                    <a:pt x="1421" y="3195"/>
                    <a:pt x="1503" y="3049"/>
                    <a:pt x="1464" y="2907"/>
                  </a:cubicBezTo>
                  <a:cubicBezTo>
                    <a:pt x="1431" y="2789"/>
                    <a:pt x="1324" y="2712"/>
                    <a:pt x="1207" y="2712"/>
                  </a:cubicBezTo>
                  <a:cubicBezTo>
                    <a:pt x="1183" y="2712"/>
                    <a:pt x="1159" y="2716"/>
                    <a:pt x="1136" y="2722"/>
                  </a:cubicBezTo>
                  <a:cubicBezTo>
                    <a:pt x="946" y="2776"/>
                    <a:pt x="753" y="2802"/>
                    <a:pt x="564" y="2802"/>
                  </a:cubicBezTo>
                  <a:lnTo>
                    <a:pt x="521" y="2802"/>
                  </a:lnTo>
                  <a:cubicBezTo>
                    <a:pt x="342" y="2802"/>
                    <a:pt x="177" y="2899"/>
                    <a:pt x="89" y="3055"/>
                  </a:cubicBezTo>
                  <a:cubicBezTo>
                    <a:pt x="0" y="3213"/>
                    <a:pt x="5" y="3407"/>
                    <a:pt x="102" y="3560"/>
                  </a:cubicBezTo>
                  <a:cubicBezTo>
                    <a:pt x="565" y="4295"/>
                    <a:pt x="1362" y="4735"/>
                    <a:pt x="2236" y="4735"/>
                  </a:cubicBezTo>
                  <a:cubicBezTo>
                    <a:pt x="2587" y="4735"/>
                    <a:pt x="2922" y="4662"/>
                    <a:pt x="3227" y="4531"/>
                  </a:cubicBezTo>
                  <a:cubicBezTo>
                    <a:pt x="3339" y="4572"/>
                    <a:pt x="3459" y="4595"/>
                    <a:pt x="3585" y="4595"/>
                  </a:cubicBezTo>
                  <a:cubicBezTo>
                    <a:pt x="4156" y="4595"/>
                    <a:pt x="4620" y="4130"/>
                    <a:pt x="4620" y="3559"/>
                  </a:cubicBezTo>
                  <a:cubicBezTo>
                    <a:pt x="4620" y="3433"/>
                    <a:pt x="4599" y="3312"/>
                    <a:pt x="4557" y="3201"/>
                  </a:cubicBezTo>
                  <a:cubicBezTo>
                    <a:pt x="4688" y="2897"/>
                    <a:pt x="4760" y="2562"/>
                    <a:pt x="4760" y="2210"/>
                  </a:cubicBezTo>
                  <a:cubicBezTo>
                    <a:pt x="4760" y="1336"/>
                    <a:pt x="4322" y="538"/>
                    <a:pt x="3586" y="76"/>
                  </a:cubicBezTo>
                  <a:cubicBezTo>
                    <a:pt x="3508" y="26"/>
                    <a:pt x="3417" y="0"/>
                    <a:pt x="3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1">
              <a:extLst>
                <a:ext uri="{FF2B5EF4-FFF2-40B4-BE49-F238E27FC236}">
                  <a16:creationId xmlns:a16="http://schemas.microsoft.com/office/drawing/2014/main" id="{1A25F3F7-F318-BED9-50A7-DAF3F3922ED7}"/>
                </a:ext>
              </a:extLst>
            </p:cNvPr>
            <p:cNvSpPr/>
            <p:nvPr/>
          </p:nvSpPr>
          <p:spPr>
            <a:xfrm>
              <a:off x="5617282" y="4308195"/>
              <a:ext cx="74826" cy="74793"/>
            </a:xfrm>
            <a:custGeom>
              <a:avLst/>
              <a:gdLst/>
              <a:ahLst/>
              <a:cxnLst/>
              <a:rect l="l" t="t" r="r" b="b"/>
              <a:pathLst>
                <a:path w="2256" h="2255" extrusionOk="0">
                  <a:moveTo>
                    <a:pt x="1128" y="531"/>
                  </a:moveTo>
                  <a:cubicBezTo>
                    <a:pt x="1457" y="531"/>
                    <a:pt x="1724" y="799"/>
                    <a:pt x="1724" y="1128"/>
                  </a:cubicBezTo>
                  <a:cubicBezTo>
                    <a:pt x="1724" y="1456"/>
                    <a:pt x="1457" y="1723"/>
                    <a:pt x="1128" y="1723"/>
                  </a:cubicBezTo>
                  <a:cubicBezTo>
                    <a:pt x="800" y="1723"/>
                    <a:pt x="533" y="1456"/>
                    <a:pt x="533" y="1128"/>
                  </a:cubicBezTo>
                  <a:cubicBezTo>
                    <a:pt x="533" y="799"/>
                    <a:pt x="800" y="531"/>
                    <a:pt x="1128" y="531"/>
                  </a:cubicBezTo>
                  <a:close/>
                  <a:moveTo>
                    <a:pt x="1128" y="0"/>
                  </a:moveTo>
                  <a:cubicBezTo>
                    <a:pt x="506" y="0"/>
                    <a:pt x="1" y="505"/>
                    <a:pt x="1" y="1128"/>
                  </a:cubicBezTo>
                  <a:cubicBezTo>
                    <a:pt x="1" y="1749"/>
                    <a:pt x="506" y="2255"/>
                    <a:pt x="1128" y="2255"/>
                  </a:cubicBezTo>
                  <a:cubicBezTo>
                    <a:pt x="1749" y="2255"/>
                    <a:pt x="2255" y="1749"/>
                    <a:pt x="2255" y="1128"/>
                  </a:cubicBezTo>
                  <a:cubicBezTo>
                    <a:pt x="2255" y="505"/>
                    <a:pt x="1749" y="0"/>
                    <a:pt x="1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1">
              <a:extLst>
                <a:ext uri="{FF2B5EF4-FFF2-40B4-BE49-F238E27FC236}">
                  <a16:creationId xmlns:a16="http://schemas.microsoft.com/office/drawing/2014/main" id="{91618DF4-AC01-BCEE-5B9E-4355A9989197}"/>
                </a:ext>
              </a:extLst>
            </p:cNvPr>
            <p:cNvSpPr/>
            <p:nvPr/>
          </p:nvSpPr>
          <p:spPr>
            <a:xfrm>
              <a:off x="5457249" y="4520400"/>
              <a:ext cx="52670" cy="52703"/>
            </a:xfrm>
            <a:custGeom>
              <a:avLst/>
              <a:gdLst/>
              <a:ahLst/>
              <a:cxnLst/>
              <a:rect l="l" t="t" r="r" b="b"/>
              <a:pathLst>
                <a:path w="1588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1" y="1056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145"/>
                  </a:lnTo>
                  <a:cubicBezTo>
                    <a:pt x="0" y="1389"/>
                    <a:pt x="198" y="1588"/>
                    <a:pt x="443" y="1588"/>
                  </a:cubicBezTo>
                  <a:lnTo>
                    <a:pt x="1144" y="1588"/>
                  </a:lnTo>
                  <a:cubicBezTo>
                    <a:pt x="1388" y="1588"/>
                    <a:pt x="1587" y="1390"/>
                    <a:pt x="1587" y="1145"/>
                  </a:cubicBezTo>
                  <a:lnTo>
                    <a:pt x="1587" y="443"/>
                  </a:lnTo>
                  <a:cubicBezTo>
                    <a:pt x="1587" y="199"/>
                    <a:pt x="1388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1">
              <a:extLst>
                <a:ext uri="{FF2B5EF4-FFF2-40B4-BE49-F238E27FC236}">
                  <a16:creationId xmlns:a16="http://schemas.microsoft.com/office/drawing/2014/main" id="{1A7CFEA9-A3E3-F269-0D5C-F744A8307100}"/>
                </a:ext>
              </a:extLst>
            </p:cNvPr>
            <p:cNvSpPr/>
            <p:nvPr/>
          </p:nvSpPr>
          <p:spPr>
            <a:xfrm>
              <a:off x="5514131" y="4520400"/>
              <a:ext cx="52703" cy="52703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3" y="1056"/>
                  </a:lnTo>
                  <a:lnTo>
                    <a:pt x="533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45"/>
                  </a:lnTo>
                  <a:cubicBezTo>
                    <a:pt x="1" y="1389"/>
                    <a:pt x="199" y="1588"/>
                    <a:pt x="443" y="1588"/>
                  </a:cubicBezTo>
                  <a:lnTo>
                    <a:pt x="1144" y="1588"/>
                  </a:lnTo>
                  <a:cubicBezTo>
                    <a:pt x="1389" y="1588"/>
                    <a:pt x="1588" y="1390"/>
                    <a:pt x="1588" y="1145"/>
                  </a:cubicBezTo>
                  <a:lnTo>
                    <a:pt x="1588" y="443"/>
                  </a:lnTo>
                  <a:cubicBezTo>
                    <a:pt x="1588" y="199"/>
                    <a:pt x="1389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1">
              <a:extLst>
                <a:ext uri="{FF2B5EF4-FFF2-40B4-BE49-F238E27FC236}">
                  <a16:creationId xmlns:a16="http://schemas.microsoft.com/office/drawing/2014/main" id="{196CF016-71BA-7C9C-4989-BA359EC5A8E0}"/>
                </a:ext>
              </a:extLst>
            </p:cNvPr>
            <p:cNvSpPr/>
            <p:nvPr/>
          </p:nvSpPr>
          <p:spPr>
            <a:xfrm>
              <a:off x="5839604" y="4001528"/>
              <a:ext cx="121692" cy="65008"/>
            </a:xfrm>
            <a:custGeom>
              <a:avLst/>
              <a:gdLst/>
              <a:ahLst/>
              <a:cxnLst/>
              <a:rect l="l" t="t" r="r" b="b"/>
              <a:pathLst>
                <a:path w="3669" h="1960" extrusionOk="0">
                  <a:moveTo>
                    <a:pt x="2524" y="0"/>
                  </a:moveTo>
                  <a:cubicBezTo>
                    <a:pt x="2377" y="0"/>
                    <a:pt x="2258" y="120"/>
                    <a:pt x="2258" y="266"/>
                  </a:cubicBezTo>
                  <a:lnTo>
                    <a:pt x="2258" y="1428"/>
                  </a:lnTo>
                  <a:lnTo>
                    <a:pt x="1910" y="1428"/>
                  </a:lnTo>
                  <a:lnTo>
                    <a:pt x="1910" y="826"/>
                  </a:lnTo>
                  <a:cubicBezTo>
                    <a:pt x="1910" y="679"/>
                    <a:pt x="1791" y="560"/>
                    <a:pt x="1644" y="560"/>
                  </a:cubicBezTo>
                  <a:cubicBezTo>
                    <a:pt x="1497" y="560"/>
                    <a:pt x="1378" y="679"/>
                    <a:pt x="1378" y="826"/>
                  </a:cubicBezTo>
                  <a:lnTo>
                    <a:pt x="1378" y="1428"/>
                  </a:lnTo>
                  <a:lnTo>
                    <a:pt x="1030" y="1428"/>
                  </a:lnTo>
                  <a:lnTo>
                    <a:pt x="1030" y="1230"/>
                  </a:lnTo>
                  <a:cubicBezTo>
                    <a:pt x="1030" y="1084"/>
                    <a:pt x="912" y="965"/>
                    <a:pt x="765" y="965"/>
                  </a:cubicBezTo>
                  <a:cubicBezTo>
                    <a:pt x="618" y="965"/>
                    <a:pt x="499" y="1085"/>
                    <a:pt x="499" y="1230"/>
                  </a:cubicBezTo>
                  <a:lnTo>
                    <a:pt x="499" y="1428"/>
                  </a:lnTo>
                  <a:lnTo>
                    <a:pt x="266" y="1428"/>
                  </a:lnTo>
                  <a:cubicBezTo>
                    <a:pt x="119" y="1428"/>
                    <a:pt x="0" y="1547"/>
                    <a:pt x="0" y="1694"/>
                  </a:cubicBezTo>
                  <a:cubicBezTo>
                    <a:pt x="0" y="1840"/>
                    <a:pt x="119" y="1959"/>
                    <a:pt x="266" y="1959"/>
                  </a:cubicBezTo>
                  <a:lnTo>
                    <a:pt x="3404" y="1959"/>
                  </a:lnTo>
                  <a:cubicBezTo>
                    <a:pt x="3543" y="1959"/>
                    <a:pt x="3655" y="1854"/>
                    <a:pt x="3668" y="1718"/>
                  </a:cubicBezTo>
                  <a:cubicBezTo>
                    <a:pt x="3669" y="1710"/>
                    <a:pt x="3669" y="1702"/>
                    <a:pt x="3669" y="1694"/>
                  </a:cubicBezTo>
                  <a:lnTo>
                    <a:pt x="3669" y="574"/>
                  </a:lnTo>
                  <a:cubicBezTo>
                    <a:pt x="3669" y="429"/>
                    <a:pt x="3550" y="309"/>
                    <a:pt x="3403" y="309"/>
                  </a:cubicBezTo>
                  <a:cubicBezTo>
                    <a:pt x="3256" y="309"/>
                    <a:pt x="3137" y="429"/>
                    <a:pt x="3137" y="575"/>
                  </a:cubicBezTo>
                  <a:lnTo>
                    <a:pt x="3137" y="1428"/>
                  </a:lnTo>
                  <a:lnTo>
                    <a:pt x="2790" y="1428"/>
                  </a:lnTo>
                  <a:lnTo>
                    <a:pt x="2790" y="266"/>
                  </a:lnTo>
                  <a:cubicBezTo>
                    <a:pt x="2790" y="120"/>
                    <a:pt x="2671" y="0"/>
                    <a:pt x="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1">
              <a:extLst>
                <a:ext uri="{FF2B5EF4-FFF2-40B4-BE49-F238E27FC236}">
                  <a16:creationId xmlns:a16="http://schemas.microsoft.com/office/drawing/2014/main" id="{D79F3B7D-DDDD-67CC-8125-D0308EFA290A}"/>
                </a:ext>
              </a:extLst>
            </p:cNvPr>
            <p:cNvSpPr/>
            <p:nvPr/>
          </p:nvSpPr>
          <p:spPr>
            <a:xfrm>
              <a:off x="5870019" y="4089057"/>
              <a:ext cx="17711" cy="17678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3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1">
              <a:extLst>
                <a:ext uri="{FF2B5EF4-FFF2-40B4-BE49-F238E27FC236}">
                  <a16:creationId xmlns:a16="http://schemas.microsoft.com/office/drawing/2014/main" id="{A6F6BDA0-4423-3219-53E5-ACED75BB4A27}"/>
                </a:ext>
              </a:extLst>
            </p:cNvPr>
            <p:cNvSpPr/>
            <p:nvPr/>
          </p:nvSpPr>
          <p:spPr>
            <a:xfrm>
              <a:off x="5906835" y="408905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5" y="78"/>
                  </a:cubicBezTo>
                  <a:cubicBezTo>
                    <a:pt x="405" y="29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1">
              <a:extLst>
                <a:ext uri="{FF2B5EF4-FFF2-40B4-BE49-F238E27FC236}">
                  <a16:creationId xmlns:a16="http://schemas.microsoft.com/office/drawing/2014/main" id="{0C3C4D23-1449-1EAC-F909-74C8A82474B6}"/>
                </a:ext>
              </a:extLst>
            </p:cNvPr>
            <p:cNvSpPr/>
            <p:nvPr/>
          </p:nvSpPr>
          <p:spPr>
            <a:xfrm>
              <a:off x="5943617" y="408905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97" y="0"/>
                    <a:pt x="129" y="29"/>
                    <a:pt x="79" y="78"/>
                  </a:cubicBezTo>
                  <a:cubicBezTo>
                    <a:pt x="30" y="127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8" y="532"/>
                    <a:pt x="406" y="503"/>
                    <a:pt x="456" y="454"/>
                  </a:cubicBezTo>
                  <a:cubicBezTo>
                    <a:pt x="505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6" y="78"/>
                  </a:cubicBezTo>
                  <a:cubicBezTo>
                    <a:pt x="406" y="29"/>
                    <a:pt x="337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1">
              <a:extLst>
                <a:ext uri="{FF2B5EF4-FFF2-40B4-BE49-F238E27FC236}">
                  <a16:creationId xmlns:a16="http://schemas.microsoft.com/office/drawing/2014/main" id="{A9C67EF9-9AD0-7FF7-2619-AEB4FBC70D70}"/>
                </a:ext>
              </a:extLst>
            </p:cNvPr>
            <p:cNvSpPr/>
            <p:nvPr/>
          </p:nvSpPr>
          <p:spPr>
            <a:xfrm>
              <a:off x="5439405" y="4243717"/>
              <a:ext cx="521891" cy="283118"/>
            </a:xfrm>
            <a:custGeom>
              <a:avLst/>
              <a:gdLst/>
              <a:ahLst/>
              <a:cxnLst/>
              <a:rect l="l" t="t" r="r" b="b"/>
              <a:pathLst>
                <a:path w="15735" h="8536" extrusionOk="0">
                  <a:moveTo>
                    <a:pt x="9236" y="672"/>
                  </a:moveTo>
                  <a:lnTo>
                    <a:pt x="9236" y="672"/>
                  </a:lnTo>
                  <a:cubicBezTo>
                    <a:pt x="11475" y="1079"/>
                    <a:pt x="13485" y="2359"/>
                    <a:pt x="14805" y="4268"/>
                  </a:cubicBezTo>
                  <a:cubicBezTo>
                    <a:pt x="14158" y="5203"/>
                    <a:pt x="13346" y="5987"/>
                    <a:pt x="12422" y="6591"/>
                  </a:cubicBezTo>
                  <a:lnTo>
                    <a:pt x="11930" y="5982"/>
                  </a:lnTo>
                  <a:cubicBezTo>
                    <a:pt x="11877" y="5918"/>
                    <a:pt x="11800" y="5884"/>
                    <a:pt x="11723" y="5884"/>
                  </a:cubicBezTo>
                  <a:cubicBezTo>
                    <a:pt x="11664" y="5884"/>
                    <a:pt x="11605" y="5903"/>
                    <a:pt x="11556" y="5942"/>
                  </a:cubicBezTo>
                  <a:cubicBezTo>
                    <a:pt x="11441" y="6035"/>
                    <a:pt x="11424" y="6202"/>
                    <a:pt x="11516" y="6316"/>
                  </a:cubicBezTo>
                  <a:lnTo>
                    <a:pt x="11964" y="6872"/>
                  </a:lnTo>
                  <a:cubicBezTo>
                    <a:pt x="11123" y="7350"/>
                    <a:pt x="10203" y="7687"/>
                    <a:pt x="9241" y="7862"/>
                  </a:cubicBezTo>
                  <a:cubicBezTo>
                    <a:pt x="10630" y="7261"/>
                    <a:pt x="11604" y="5876"/>
                    <a:pt x="11604" y="4268"/>
                  </a:cubicBezTo>
                  <a:cubicBezTo>
                    <a:pt x="11604" y="3901"/>
                    <a:pt x="11554" y="3538"/>
                    <a:pt x="11453" y="3189"/>
                  </a:cubicBezTo>
                  <a:cubicBezTo>
                    <a:pt x="11420" y="3073"/>
                    <a:pt x="11314" y="2996"/>
                    <a:pt x="11199" y="2996"/>
                  </a:cubicBezTo>
                  <a:cubicBezTo>
                    <a:pt x="11174" y="2996"/>
                    <a:pt x="11150" y="3000"/>
                    <a:pt x="11125" y="3007"/>
                  </a:cubicBezTo>
                  <a:cubicBezTo>
                    <a:pt x="10984" y="3047"/>
                    <a:pt x="10902" y="3194"/>
                    <a:pt x="10943" y="3335"/>
                  </a:cubicBezTo>
                  <a:cubicBezTo>
                    <a:pt x="11029" y="3637"/>
                    <a:pt x="11072" y="3951"/>
                    <a:pt x="11072" y="4268"/>
                  </a:cubicBezTo>
                  <a:cubicBezTo>
                    <a:pt x="11072" y="6134"/>
                    <a:pt x="9554" y="7653"/>
                    <a:pt x="7688" y="7653"/>
                  </a:cubicBezTo>
                  <a:cubicBezTo>
                    <a:pt x="5822" y="7653"/>
                    <a:pt x="4303" y="6134"/>
                    <a:pt x="4303" y="4268"/>
                  </a:cubicBezTo>
                  <a:cubicBezTo>
                    <a:pt x="4303" y="2401"/>
                    <a:pt x="5822" y="883"/>
                    <a:pt x="7688" y="883"/>
                  </a:cubicBezTo>
                  <a:cubicBezTo>
                    <a:pt x="8634" y="883"/>
                    <a:pt x="9512" y="1264"/>
                    <a:pt x="10160" y="1956"/>
                  </a:cubicBezTo>
                  <a:cubicBezTo>
                    <a:pt x="10212" y="2011"/>
                    <a:pt x="10282" y="2039"/>
                    <a:pt x="10353" y="2039"/>
                  </a:cubicBezTo>
                  <a:cubicBezTo>
                    <a:pt x="10418" y="2039"/>
                    <a:pt x="10484" y="2016"/>
                    <a:pt x="10535" y="1968"/>
                  </a:cubicBezTo>
                  <a:cubicBezTo>
                    <a:pt x="10642" y="1867"/>
                    <a:pt x="10648" y="1699"/>
                    <a:pt x="10548" y="1592"/>
                  </a:cubicBezTo>
                  <a:cubicBezTo>
                    <a:pt x="10176" y="1195"/>
                    <a:pt x="9727" y="884"/>
                    <a:pt x="9236" y="672"/>
                  </a:cubicBezTo>
                  <a:close/>
                  <a:moveTo>
                    <a:pt x="6135" y="672"/>
                  </a:moveTo>
                  <a:lnTo>
                    <a:pt x="6135" y="672"/>
                  </a:lnTo>
                  <a:cubicBezTo>
                    <a:pt x="4746" y="1275"/>
                    <a:pt x="3771" y="2660"/>
                    <a:pt x="3771" y="4268"/>
                  </a:cubicBezTo>
                  <a:cubicBezTo>
                    <a:pt x="3771" y="5876"/>
                    <a:pt x="4746" y="7261"/>
                    <a:pt x="6135" y="7863"/>
                  </a:cubicBezTo>
                  <a:cubicBezTo>
                    <a:pt x="3898" y="7455"/>
                    <a:pt x="1889" y="6174"/>
                    <a:pt x="571" y="4268"/>
                  </a:cubicBezTo>
                  <a:cubicBezTo>
                    <a:pt x="1889" y="2361"/>
                    <a:pt x="3898" y="1081"/>
                    <a:pt x="6135" y="672"/>
                  </a:cubicBezTo>
                  <a:close/>
                  <a:moveTo>
                    <a:pt x="7687" y="1"/>
                  </a:moveTo>
                  <a:cubicBezTo>
                    <a:pt x="4657" y="1"/>
                    <a:pt x="1825" y="1496"/>
                    <a:pt x="110" y="4000"/>
                  </a:cubicBezTo>
                  <a:cubicBezTo>
                    <a:pt x="0" y="4160"/>
                    <a:pt x="0" y="4376"/>
                    <a:pt x="110" y="4537"/>
                  </a:cubicBezTo>
                  <a:cubicBezTo>
                    <a:pt x="1825" y="7041"/>
                    <a:pt x="4657" y="8536"/>
                    <a:pt x="7687" y="8536"/>
                  </a:cubicBezTo>
                  <a:cubicBezTo>
                    <a:pt x="9333" y="8536"/>
                    <a:pt x="10920" y="8094"/>
                    <a:pt x="12302" y="7291"/>
                  </a:cubicBezTo>
                  <a:lnTo>
                    <a:pt x="13047" y="8214"/>
                  </a:lnTo>
                  <a:cubicBezTo>
                    <a:pt x="13160" y="8352"/>
                    <a:pt x="13363" y="8450"/>
                    <a:pt x="13543" y="8450"/>
                  </a:cubicBezTo>
                  <a:lnTo>
                    <a:pt x="15470" y="8450"/>
                  </a:lnTo>
                  <a:cubicBezTo>
                    <a:pt x="15616" y="8450"/>
                    <a:pt x="15735" y="8331"/>
                    <a:pt x="15735" y="8184"/>
                  </a:cubicBezTo>
                  <a:cubicBezTo>
                    <a:pt x="15735" y="8037"/>
                    <a:pt x="15616" y="7918"/>
                    <a:pt x="15469" y="7918"/>
                  </a:cubicBezTo>
                  <a:lnTo>
                    <a:pt x="13544" y="7918"/>
                  </a:lnTo>
                  <a:cubicBezTo>
                    <a:pt x="13522" y="7916"/>
                    <a:pt x="13475" y="7894"/>
                    <a:pt x="13461" y="7879"/>
                  </a:cubicBezTo>
                  <a:lnTo>
                    <a:pt x="12757" y="7007"/>
                  </a:lnTo>
                  <a:cubicBezTo>
                    <a:pt x="13731" y="6362"/>
                    <a:pt x="14586" y="5529"/>
                    <a:pt x="15265" y="4536"/>
                  </a:cubicBezTo>
                  <a:cubicBezTo>
                    <a:pt x="15376" y="4374"/>
                    <a:pt x="15376" y="4162"/>
                    <a:pt x="15265" y="4000"/>
                  </a:cubicBezTo>
                  <a:cubicBezTo>
                    <a:pt x="13551" y="1496"/>
                    <a:pt x="10718" y="1"/>
                    <a:pt x="7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1">
              <a:extLst>
                <a:ext uri="{FF2B5EF4-FFF2-40B4-BE49-F238E27FC236}">
                  <a16:creationId xmlns:a16="http://schemas.microsoft.com/office/drawing/2014/main" id="{EF738357-CF48-E856-CE23-95DD2634EAFA}"/>
                </a:ext>
              </a:extLst>
            </p:cNvPr>
            <p:cNvSpPr/>
            <p:nvPr/>
          </p:nvSpPr>
          <p:spPr>
            <a:xfrm>
              <a:off x="5873866" y="4532341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370" y="532"/>
                  </a:lnTo>
                  <a:cubicBezTo>
                    <a:pt x="2517" y="532"/>
                    <a:pt x="2636" y="413"/>
                    <a:pt x="2636" y="266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1">
              <a:extLst>
                <a:ext uri="{FF2B5EF4-FFF2-40B4-BE49-F238E27FC236}">
                  <a16:creationId xmlns:a16="http://schemas.microsoft.com/office/drawing/2014/main" id="{4B166BFC-F6A4-E3D6-94C5-2A8F441CE330}"/>
                </a:ext>
              </a:extLst>
            </p:cNvPr>
            <p:cNvSpPr/>
            <p:nvPr/>
          </p:nvSpPr>
          <p:spPr>
            <a:xfrm>
              <a:off x="5873866" y="4558377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2370" y="533"/>
                  </a:lnTo>
                  <a:cubicBezTo>
                    <a:pt x="2517" y="533"/>
                    <a:pt x="2636" y="413"/>
                    <a:pt x="2636" y="267"/>
                  </a:cubicBezTo>
                  <a:cubicBezTo>
                    <a:pt x="2636" y="120"/>
                    <a:pt x="2517" y="1"/>
                    <a:pt x="2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1">
              <a:extLst>
                <a:ext uri="{FF2B5EF4-FFF2-40B4-BE49-F238E27FC236}">
                  <a16:creationId xmlns:a16="http://schemas.microsoft.com/office/drawing/2014/main" id="{0DA46E6D-ABF8-17F5-C36E-A69343CD3E68}"/>
                </a:ext>
              </a:extLst>
            </p:cNvPr>
            <p:cNvSpPr/>
            <p:nvPr/>
          </p:nvSpPr>
          <p:spPr>
            <a:xfrm>
              <a:off x="5873866" y="4584447"/>
              <a:ext cx="87430" cy="17645"/>
            </a:xfrm>
            <a:custGeom>
              <a:avLst/>
              <a:gdLst/>
              <a:ahLst/>
              <a:cxnLst/>
              <a:rect l="l" t="t" r="r" b="b"/>
              <a:pathLst>
                <a:path w="2636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5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2370" y="531"/>
                  </a:lnTo>
                  <a:cubicBezTo>
                    <a:pt x="2517" y="531"/>
                    <a:pt x="2636" y="412"/>
                    <a:pt x="2636" y="265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51">
            <a:extLst>
              <a:ext uri="{FF2B5EF4-FFF2-40B4-BE49-F238E27FC236}">
                <a16:creationId xmlns:a16="http://schemas.microsoft.com/office/drawing/2014/main" id="{F5C7894C-237D-A941-335B-605456C6FC7A}"/>
              </a:ext>
            </a:extLst>
          </p:cNvPr>
          <p:cNvSpPr txBox="1"/>
          <p:nvPr/>
        </p:nvSpPr>
        <p:spPr>
          <a:xfrm>
            <a:off x="4318149" y="1830025"/>
            <a:ext cx="3218050" cy="101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Best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Balanced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Accuracy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and most of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other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metrics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(for ex. AUC and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Recall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for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positive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l-PL" sz="18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class</a:t>
            </a:r>
            <a:r>
              <a:rPr lang="pl-PL" sz="1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)</a:t>
            </a:r>
            <a:endParaRPr sz="18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73" name="Google Shape;1773;p51">
            <a:extLst>
              <a:ext uri="{FF2B5EF4-FFF2-40B4-BE49-F238E27FC236}">
                <a16:creationId xmlns:a16="http://schemas.microsoft.com/office/drawing/2014/main" id="{38224754-E3C3-1410-8E8E-DB63F4DF5BFB}"/>
              </a:ext>
            </a:extLst>
          </p:cNvPr>
          <p:cNvSpPr txBox="1"/>
          <p:nvPr/>
        </p:nvSpPr>
        <p:spPr>
          <a:xfrm>
            <a:off x="4318150" y="3367375"/>
            <a:ext cx="3085798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Efficiency</a:t>
            </a:r>
            <a:r>
              <a:rPr lang="pl-PL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and </a:t>
            </a:r>
            <a:r>
              <a:rPr lang="pl-PL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stability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75" name="Google Shape;1775;p51">
            <a:extLst>
              <a:ext uri="{FF2B5EF4-FFF2-40B4-BE49-F238E27FC236}">
                <a16:creationId xmlns:a16="http://schemas.microsoft.com/office/drawing/2014/main" id="{788B105F-FAA5-370E-A268-0B4117C88987}"/>
              </a:ext>
            </a:extLst>
          </p:cNvPr>
          <p:cNvSpPr/>
          <p:nvPr/>
        </p:nvSpPr>
        <p:spPr>
          <a:xfrm rot="5400000">
            <a:off x="3590824" y="1805275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51">
            <a:extLst>
              <a:ext uri="{FF2B5EF4-FFF2-40B4-BE49-F238E27FC236}">
                <a16:creationId xmlns:a16="http://schemas.microsoft.com/office/drawing/2014/main" id="{C51496E5-E5E4-5F3E-1A1B-38F6B031A434}"/>
              </a:ext>
            </a:extLst>
          </p:cNvPr>
          <p:cNvSpPr/>
          <p:nvPr/>
        </p:nvSpPr>
        <p:spPr>
          <a:xfrm rot="5400000">
            <a:off x="3590824" y="3342625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8" name="Google Shape;1778;p51">
            <a:extLst>
              <a:ext uri="{FF2B5EF4-FFF2-40B4-BE49-F238E27FC236}">
                <a16:creationId xmlns:a16="http://schemas.microsoft.com/office/drawing/2014/main" id="{782F8815-9C3E-122C-7FFD-5FB8E0163FBB}"/>
              </a:ext>
            </a:extLst>
          </p:cNvPr>
          <p:cNvGrpSpPr/>
          <p:nvPr/>
        </p:nvGrpSpPr>
        <p:grpSpPr>
          <a:xfrm>
            <a:off x="3736787" y="1889380"/>
            <a:ext cx="323975" cy="365789"/>
            <a:chOff x="4020665" y="1431080"/>
            <a:chExt cx="531542" cy="602023"/>
          </a:xfrm>
        </p:grpSpPr>
        <p:sp>
          <p:nvSpPr>
            <p:cNvPr id="1779" name="Google Shape;1779;p51">
              <a:extLst>
                <a:ext uri="{FF2B5EF4-FFF2-40B4-BE49-F238E27FC236}">
                  <a16:creationId xmlns:a16="http://schemas.microsoft.com/office/drawing/2014/main" id="{93A43CE6-6555-94E7-6586-5A2299F7B884}"/>
                </a:ext>
              </a:extLst>
            </p:cNvPr>
            <p:cNvSpPr/>
            <p:nvPr/>
          </p:nvSpPr>
          <p:spPr>
            <a:xfrm>
              <a:off x="4094363" y="1495524"/>
              <a:ext cx="457844" cy="537579"/>
            </a:xfrm>
            <a:custGeom>
              <a:avLst/>
              <a:gdLst/>
              <a:ahLst/>
              <a:cxnLst/>
              <a:rect l="l" t="t" r="r" b="b"/>
              <a:pathLst>
                <a:path w="13804" h="16208" extrusionOk="0">
                  <a:moveTo>
                    <a:pt x="10670" y="532"/>
                  </a:moveTo>
                  <a:lnTo>
                    <a:pt x="10670" y="973"/>
                  </a:lnTo>
                  <a:cubicBezTo>
                    <a:pt x="10670" y="1181"/>
                    <a:pt x="10810" y="1383"/>
                    <a:pt x="11006" y="1455"/>
                  </a:cubicBezTo>
                  <a:lnTo>
                    <a:pt x="11230" y="1549"/>
                  </a:lnTo>
                  <a:cubicBezTo>
                    <a:pt x="11294" y="1579"/>
                    <a:pt x="11367" y="1594"/>
                    <a:pt x="11441" y="1594"/>
                  </a:cubicBezTo>
                  <a:cubicBezTo>
                    <a:pt x="11582" y="1594"/>
                    <a:pt x="11717" y="1540"/>
                    <a:pt x="11810" y="1446"/>
                  </a:cubicBezTo>
                  <a:lnTo>
                    <a:pt x="12117" y="1137"/>
                  </a:lnTo>
                  <a:lnTo>
                    <a:pt x="12674" y="1697"/>
                  </a:lnTo>
                  <a:lnTo>
                    <a:pt x="12364" y="2009"/>
                  </a:lnTo>
                  <a:cubicBezTo>
                    <a:pt x="12217" y="2157"/>
                    <a:pt x="12175" y="2399"/>
                    <a:pt x="12262" y="2588"/>
                  </a:cubicBezTo>
                  <a:lnTo>
                    <a:pt x="12355" y="2815"/>
                  </a:lnTo>
                  <a:cubicBezTo>
                    <a:pt x="12426" y="3012"/>
                    <a:pt x="12628" y="3154"/>
                    <a:pt x="12838" y="3154"/>
                  </a:cubicBezTo>
                  <a:lnTo>
                    <a:pt x="13271" y="3154"/>
                  </a:lnTo>
                  <a:lnTo>
                    <a:pt x="13271" y="3948"/>
                  </a:lnTo>
                  <a:lnTo>
                    <a:pt x="12838" y="3948"/>
                  </a:lnTo>
                  <a:cubicBezTo>
                    <a:pt x="12629" y="3948"/>
                    <a:pt x="12426" y="4090"/>
                    <a:pt x="12355" y="4287"/>
                  </a:cubicBezTo>
                  <a:lnTo>
                    <a:pt x="12262" y="4514"/>
                  </a:lnTo>
                  <a:cubicBezTo>
                    <a:pt x="12175" y="4703"/>
                    <a:pt x="12217" y="4945"/>
                    <a:pt x="12364" y="5093"/>
                  </a:cubicBezTo>
                  <a:lnTo>
                    <a:pt x="12674" y="5405"/>
                  </a:lnTo>
                  <a:lnTo>
                    <a:pt x="12117" y="5966"/>
                  </a:lnTo>
                  <a:lnTo>
                    <a:pt x="11810" y="5656"/>
                  </a:lnTo>
                  <a:cubicBezTo>
                    <a:pt x="11717" y="5562"/>
                    <a:pt x="11582" y="5508"/>
                    <a:pt x="11441" y="5508"/>
                  </a:cubicBezTo>
                  <a:cubicBezTo>
                    <a:pt x="11367" y="5508"/>
                    <a:pt x="11294" y="5523"/>
                    <a:pt x="11230" y="5553"/>
                  </a:cubicBezTo>
                  <a:lnTo>
                    <a:pt x="11006" y="5647"/>
                  </a:lnTo>
                  <a:cubicBezTo>
                    <a:pt x="10811" y="5718"/>
                    <a:pt x="10670" y="5921"/>
                    <a:pt x="10670" y="6129"/>
                  </a:cubicBezTo>
                  <a:lnTo>
                    <a:pt x="10670" y="6570"/>
                  </a:lnTo>
                  <a:lnTo>
                    <a:pt x="9885" y="6570"/>
                  </a:lnTo>
                  <a:lnTo>
                    <a:pt x="9885" y="6129"/>
                  </a:lnTo>
                  <a:cubicBezTo>
                    <a:pt x="9885" y="5921"/>
                    <a:pt x="9745" y="5718"/>
                    <a:pt x="9548" y="5647"/>
                  </a:cubicBezTo>
                  <a:lnTo>
                    <a:pt x="9325" y="5553"/>
                  </a:lnTo>
                  <a:cubicBezTo>
                    <a:pt x="9261" y="5523"/>
                    <a:pt x="9189" y="5508"/>
                    <a:pt x="9114" y="5508"/>
                  </a:cubicBezTo>
                  <a:cubicBezTo>
                    <a:pt x="8972" y="5508"/>
                    <a:pt x="8838" y="5562"/>
                    <a:pt x="8745" y="5656"/>
                  </a:cubicBezTo>
                  <a:lnTo>
                    <a:pt x="8438" y="5966"/>
                  </a:lnTo>
                  <a:lnTo>
                    <a:pt x="7882" y="5405"/>
                  </a:lnTo>
                  <a:lnTo>
                    <a:pt x="8191" y="5093"/>
                  </a:lnTo>
                  <a:cubicBezTo>
                    <a:pt x="8338" y="4945"/>
                    <a:pt x="8380" y="4703"/>
                    <a:pt x="8293" y="4513"/>
                  </a:cubicBezTo>
                  <a:lnTo>
                    <a:pt x="8200" y="4287"/>
                  </a:lnTo>
                  <a:cubicBezTo>
                    <a:pt x="8129" y="4090"/>
                    <a:pt x="7927" y="3948"/>
                    <a:pt x="7717" y="3948"/>
                  </a:cubicBezTo>
                  <a:lnTo>
                    <a:pt x="7283" y="3948"/>
                  </a:lnTo>
                  <a:lnTo>
                    <a:pt x="7283" y="3154"/>
                  </a:lnTo>
                  <a:lnTo>
                    <a:pt x="7717" y="3154"/>
                  </a:lnTo>
                  <a:cubicBezTo>
                    <a:pt x="7927" y="3154"/>
                    <a:pt x="8129" y="3012"/>
                    <a:pt x="8200" y="2815"/>
                  </a:cubicBezTo>
                  <a:lnTo>
                    <a:pt x="8293" y="2588"/>
                  </a:lnTo>
                  <a:cubicBezTo>
                    <a:pt x="8380" y="2399"/>
                    <a:pt x="8338" y="2157"/>
                    <a:pt x="8191" y="2009"/>
                  </a:cubicBezTo>
                  <a:lnTo>
                    <a:pt x="7881" y="1697"/>
                  </a:lnTo>
                  <a:lnTo>
                    <a:pt x="8438" y="1136"/>
                  </a:lnTo>
                  <a:lnTo>
                    <a:pt x="8745" y="1446"/>
                  </a:lnTo>
                  <a:cubicBezTo>
                    <a:pt x="8838" y="1540"/>
                    <a:pt x="8972" y="1594"/>
                    <a:pt x="9114" y="1594"/>
                  </a:cubicBezTo>
                  <a:cubicBezTo>
                    <a:pt x="9188" y="1594"/>
                    <a:pt x="9261" y="1579"/>
                    <a:pt x="9325" y="1549"/>
                  </a:cubicBezTo>
                  <a:lnTo>
                    <a:pt x="9548" y="1455"/>
                  </a:lnTo>
                  <a:cubicBezTo>
                    <a:pt x="9744" y="1383"/>
                    <a:pt x="9885" y="1181"/>
                    <a:pt x="9885" y="973"/>
                  </a:cubicBezTo>
                  <a:lnTo>
                    <a:pt x="9885" y="532"/>
                  </a:lnTo>
                  <a:close/>
                  <a:moveTo>
                    <a:pt x="4565" y="7569"/>
                  </a:moveTo>
                  <a:lnTo>
                    <a:pt x="4919" y="7925"/>
                  </a:lnTo>
                  <a:lnTo>
                    <a:pt x="4559" y="8288"/>
                  </a:lnTo>
                  <a:lnTo>
                    <a:pt x="4204" y="7931"/>
                  </a:lnTo>
                  <a:lnTo>
                    <a:pt x="4565" y="7569"/>
                  </a:lnTo>
                  <a:close/>
                  <a:moveTo>
                    <a:pt x="8369" y="8852"/>
                  </a:moveTo>
                  <a:lnTo>
                    <a:pt x="8369" y="9367"/>
                  </a:lnTo>
                  <a:lnTo>
                    <a:pt x="7870" y="9367"/>
                  </a:lnTo>
                  <a:lnTo>
                    <a:pt x="7870" y="8852"/>
                  </a:lnTo>
                  <a:close/>
                  <a:moveTo>
                    <a:pt x="5045" y="9926"/>
                  </a:moveTo>
                  <a:lnTo>
                    <a:pt x="5045" y="10441"/>
                  </a:lnTo>
                  <a:lnTo>
                    <a:pt x="4546" y="10441"/>
                  </a:lnTo>
                  <a:lnTo>
                    <a:pt x="4546" y="9926"/>
                  </a:lnTo>
                  <a:close/>
                  <a:moveTo>
                    <a:pt x="8185" y="13407"/>
                  </a:moveTo>
                  <a:cubicBezTo>
                    <a:pt x="8233" y="13407"/>
                    <a:pt x="8273" y="13448"/>
                    <a:pt x="8273" y="13495"/>
                  </a:cubicBezTo>
                  <a:lnTo>
                    <a:pt x="8273" y="14072"/>
                  </a:lnTo>
                  <a:cubicBezTo>
                    <a:pt x="8273" y="14120"/>
                    <a:pt x="8233" y="14160"/>
                    <a:pt x="8185" y="14160"/>
                  </a:cubicBezTo>
                  <a:lnTo>
                    <a:pt x="3845" y="14160"/>
                  </a:lnTo>
                  <a:cubicBezTo>
                    <a:pt x="3797" y="14160"/>
                    <a:pt x="3756" y="14120"/>
                    <a:pt x="3756" y="14072"/>
                  </a:cubicBezTo>
                  <a:lnTo>
                    <a:pt x="3756" y="13495"/>
                  </a:lnTo>
                  <a:cubicBezTo>
                    <a:pt x="3756" y="13448"/>
                    <a:pt x="3797" y="13407"/>
                    <a:pt x="3845" y="13407"/>
                  </a:cubicBezTo>
                  <a:close/>
                  <a:moveTo>
                    <a:pt x="7265" y="14692"/>
                  </a:moveTo>
                  <a:lnTo>
                    <a:pt x="7265" y="14887"/>
                  </a:lnTo>
                  <a:lnTo>
                    <a:pt x="4764" y="14887"/>
                  </a:lnTo>
                  <a:lnTo>
                    <a:pt x="4764" y="14692"/>
                  </a:lnTo>
                  <a:close/>
                  <a:moveTo>
                    <a:pt x="7265" y="15419"/>
                  </a:moveTo>
                  <a:lnTo>
                    <a:pt x="7265" y="15626"/>
                  </a:lnTo>
                  <a:cubicBezTo>
                    <a:pt x="7265" y="15653"/>
                    <a:pt x="7242" y="15676"/>
                    <a:pt x="7217" y="15676"/>
                  </a:cubicBezTo>
                  <a:lnTo>
                    <a:pt x="4812" y="15676"/>
                  </a:lnTo>
                  <a:cubicBezTo>
                    <a:pt x="4786" y="15676"/>
                    <a:pt x="4764" y="15653"/>
                    <a:pt x="4764" y="15626"/>
                  </a:cubicBezTo>
                  <a:lnTo>
                    <a:pt x="4764" y="15419"/>
                  </a:lnTo>
                  <a:close/>
                  <a:moveTo>
                    <a:pt x="9797" y="0"/>
                  </a:moveTo>
                  <a:cubicBezTo>
                    <a:pt x="9553" y="0"/>
                    <a:pt x="9353" y="199"/>
                    <a:pt x="9353" y="443"/>
                  </a:cubicBezTo>
                  <a:lnTo>
                    <a:pt x="9353" y="960"/>
                  </a:lnTo>
                  <a:lnTo>
                    <a:pt x="9353" y="962"/>
                  </a:lnTo>
                  <a:cubicBezTo>
                    <a:pt x="9352" y="962"/>
                    <a:pt x="9351" y="963"/>
                    <a:pt x="9350" y="963"/>
                  </a:cubicBezTo>
                  <a:lnTo>
                    <a:pt x="9115" y="1060"/>
                  </a:lnTo>
                  <a:cubicBezTo>
                    <a:pt x="9114" y="1061"/>
                    <a:pt x="9113" y="1061"/>
                    <a:pt x="9112" y="1061"/>
                  </a:cubicBezTo>
                  <a:lnTo>
                    <a:pt x="8752" y="698"/>
                  </a:lnTo>
                  <a:cubicBezTo>
                    <a:pt x="8668" y="613"/>
                    <a:pt x="8557" y="567"/>
                    <a:pt x="8438" y="567"/>
                  </a:cubicBezTo>
                  <a:cubicBezTo>
                    <a:pt x="8322" y="567"/>
                    <a:pt x="8213" y="612"/>
                    <a:pt x="8130" y="693"/>
                  </a:cubicBezTo>
                  <a:cubicBezTo>
                    <a:pt x="7471" y="443"/>
                    <a:pt x="6759" y="305"/>
                    <a:pt x="6014" y="305"/>
                  </a:cubicBezTo>
                  <a:cubicBezTo>
                    <a:pt x="2698" y="305"/>
                    <a:pt x="1" y="3023"/>
                    <a:pt x="1" y="6363"/>
                  </a:cubicBezTo>
                  <a:cubicBezTo>
                    <a:pt x="1" y="7600"/>
                    <a:pt x="368" y="8791"/>
                    <a:pt x="1066" y="9805"/>
                  </a:cubicBezTo>
                  <a:cubicBezTo>
                    <a:pt x="1711" y="10746"/>
                    <a:pt x="2595" y="11476"/>
                    <a:pt x="3631" y="11927"/>
                  </a:cubicBezTo>
                  <a:lnTo>
                    <a:pt x="3631" y="12914"/>
                  </a:lnTo>
                  <a:cubicBezTo>
                    <a:pt x="3394" y="13001"/>
                    <a:pt x="3224" y="13228"/>
                    <a:pt x="3224" y="13495"/>
                  </a:cubicBezTo>
                  <a:lnTo>
                    <a:pt x="3224" y="14072"/>
                  </a:lnTo>
                  <a:cubicBezTo>
                    <a:pt x="3224" y="14414"/>
                    <a:pt x="3502" y="14692"/>
                    <a:pt x="3845" y="14692"/>
                  </a:cubicBezTo>
                  <a:lnTo>
                    <a:pt x="4232" y="14692"/>
                  </a:lnTo>
                  <a:lnTo>
                    <a:pt x="4232" y="15625"/>
                  </a:lnTo>
                  <a:cubicBezTo>
                    <a:pt x="4232" y="15947"/>
                    <a:pt x="4493" y="16208"/>
                    <a:pt x="4812" y="16208"/>
                  </a:cubicBezTo>
                  <a:lnTo>
                    <a:pt x="7217" y="16208"/>
                  </a:lnTo>
                  <a:cubicBezTo>
                    <a:pt x="7537" y="16208"/>
                    <a:pt x="7797" y="15947"/>
                    <a:pt x="7797" y="15625"/>
                  </a:cubicBezTo>
                  <a:lnTo>
                    <a:pt x="7797" y="14692"/>
                  </a:lnTo>
                  <a:lnTo>
                    <a:pt x="8185" y="14692"/>
                  </a:lnTo>
                  <a:cubicBezTo>
                    <a:pt x="8527" y="14692"/>
                    <a:pt x="8805" y="14414"/>
                    <a:pt x="8805" y="14072"/>
                  </a:cubicBezTo>
                  <a:lnTo>
                    <a:pt x="8805" y="13495"/>
                  </a:lnTo>
                  <a:cubicBezTo>
                    <a:pt x="8805" y="13228"/>
                    <a:pt x="8635" y="13001"/>
                    <a:pt x="8399" y="12914"/>
                  </a:cubicBezTo>
                  <a:lnTo>
                    <a:pt x="8399" y="11927"/>
                  </a:lnTo>
                  <a:cubicBezTo>
                    <a:pt x="9745" y="11341"/>
                    <a:pt x="10827" y="10289"/>
                    <a:pt x="11455" y="8946"/>
                  </a:cubicBezTo>
                  <a:cubicBezTo>
                    <a:pt x="11518" y="8814"/>
                    <a:pt x="11460" y="8656"/>
                    <a:pt x="11328" y="8593"/>
                  </a:cubicBezTo>
                  <a:cubicBezTo>
                    <a:pt x="11291" y="8576"/>
                    <a:pt x="11253" y="8568"/>
                    <a:pt x="11215" y="8568"/>
                  </a:cubicBezTo>
                  <a:cubicBezTo>
                    <a:pt x="11115" y="8568"/>
                    <a:pt x="11019" y="8625"/>
                    <a:pt x="10974" y="8722"/>
                  </a:cubicBezTo>
                  <a:cubicBezTo>
                    <a:pt x="10434" y="9875"/>
                    <a:pt x="9527" y="10793"/>
                    <a:pt x="8398" y="11341"/>
                  </a:cubicBezTo>
                  <a:lnTo>
                    <a:pt x="8398" y="9899"/>
                  </a:lnTo>
                  <a:lnTo>
                    <a:pt x="8457" y="9899"/>
                  </a:lnTo>
                  <a:cubicBezTo>
                    <a:pt x="8701" y="9899"/>
                    <a:pt x="8901" y="9700"/>
                    <a:pt x="8901" y="9457"/>
                  </a:cubicBezTo>
                  <a:lnTo>
                    <a:pt x="8901" y="8764"/>
                  </a:lnTo>
                  <a:cubicBezTo>
                    <a:pt x="8901" y="8519"/>
                    <a:pt x="8701" y="8320"/>
                    <a:pt x="8457" y="8320"/>
                  </a:cubicBezTo>
                  <a:lnTo>
                    <a:pt x="7781" y="8320"/>
                  </a:lnTo>
                  <a:cubicBezTo>
                    <a:pt x="7537" y="8320"/>
                    <a:pt x="7338" y="8519"/>
                    <a:pt x="7338" y="8764"/>
                  </a:cubicBezTo>
                  <a:lnTo>
                    <a:pt x="7338" y="9457"/>
                  </a:lnTo>
                  <a:cubicBezTo>
                    <a:pt x="7338" y="9700"/>
                    <a:pt x="7537" y="9899"/>
                    <a:pt x="7781" y="9899"/>
                  </a:cubicBezTo>
                  <a:lnTo>
                    <a:pt x="7866" y="9899"/>
                  </a:lnTo>
                  <a:lnTo>
                    <a:pt x="7866" y="12875"/>
                  </a:lnTo>
                  <a:lnTo>
                    <a:pt x="7479" y="12875"/>
                  </a:lnTo>
                  <a:lnTo>
                    <a:pt x="7479" y="10836"/>
                  </a:lnTo>
                  <a:cubicBezTo>
                    <a:pt x="7479" y="10666"/>
                    <a:pt x="7395" y="10465"/>
                    <a:pt x="7277" y="10345"/>
                  </a:cubicBezTo>
                  <a:lnTo>
                    <a:pt x="5271" y="8324"/>
                  </a:lnTo>
                  <a:lnTo>
                    <a:pt x="5357" y="8238"/>
                  </a:lnTo>
                  <a:cubicBezTo>
                    <a:pt x="5528" y="8066"/>
                    <a:pt x="5528" y="7784"/>
                    <a:pt x="5357" y="7612"/>
                  </a:cubicBezTo>
                  <a:lnTo>
                    <a:pt x="4878" y="7129"/>
                  </a:lnTo>
                  <a:cubicBezTo>
                    <a:pt x="4795" y="7045"/>
                    <a:pt x="4683" y="6999"/>
                    <a:pt x="4565" y="6999"/>
                  </a:cubicBezTo>
                  <a:cubicBezTo>
                    <a:pt x="4446" y="6999"/>
                    <a:pt x="4334" y="7045"/>
                    <a:pt x="4250" y="7129"/>
                  </a:cubicBezTo>
                  <a:lnTo>
                    <a:pt x="3766" y="7618"/>
                  </a:lnTo>
                  <a:cubicBezTo>
                    <a:pt x="3594" y="7790"/>
                    <a:pt x="3594" y="8072"/>
                    <a:pt x="3766" y="8244"/>
                  </a:cubicBezTo>
                  <a:lnTo>
                    <a:pt x="4244" y="8727"/>
                  </a:lnTo>
                  <a:cubicBezTo>
                    <a:pt x="4329" y="8811"/>
                    <a:pt x="4439" y="8857"/>
                    <a:pt x="4559" y="8857"/>
                  </a:cubicBezTo>
                  <a:cubicBezTo>
                    <a:pt x="4677" y="8857"/>
                    <a:pt x="4789" y="8811"/>
                    <a:pt x="4872" y="8727"/>
                  </a:cubicBezTo>
                  <a:lnTo>
                    <a:pt x="4897" y="8701"/>
                  </a:lnTo>
                  <a:lnTo>
                    <a:pt x="6899" y="10720"/>
                  </a:lnTo>
                  <a:cubicBezTo>
                    <a:pt x="6919" y="10739"/>
                    <a:pt x="6947" y="10807"/>
                    <a:pt x="6947" y="10836"/>
                  </a:cubicBezTo>
                  <a:lnTo>
                    <a:pt x="6947" y="12875"/>
                  </a:lnTo>
                  <a:lnTo>
                    <a:pt x="6397" y="12875"/>
                  </a:lnTo>
                  <a:lnTo>
                    <a:pt x="6397" y="10642"/>
                  </a:lnTo>
                  <a:cubicBezTo>
                    <a:pt x="6397" y="10495"/>
                    <a:pt x="6278" y="10376"/>
                    <a:pt x="6131" y="10376"/>
                  </a:cubicBezTo>
                  <a:cubicBezTo>
                    <a:pt x="5985" y="10376"/>
                    <a:pt x="5866" y="10495"/>
                    <a:pt x="5866" y="10642"/>
                  </a:cubicBezTo>
                  <a:lnTo>
                    <a:pt x="5866" y="12875"/>
                  </a:lnTo>
                  <a:lnTo>
                    <a:pt x="5062" y="12875"/>
                  </a:lnTo>
                  <a:lnTo>
                    <a:pt x="5062" y="10973"/>
                  </a:lnTo>
                  <a:lnTo>
                    <a:pt x="5133" y="10973"/>
                  </a:lnTo>
                  <a:cubicBezTo>
                    <a:pt x="5378" y="10973"/>
                    <a:pt x="5577" y="10774"/>
                    <a:pt x="5577" y="10530"/>
                  </a:cubicBezTo>
                  <a:lnTo>
                    <a:pt x="5577" y="9838"/>
                  </a:lnTo>
                  <a:cubicBezTo>
                    <a:pt x="5577" y="9593"/>
                    <a:pt x="5378" y="9394"/>
                    <a:pt x="5133" y="9394"/>
                  </a:cubicBezTo>
                  <a:lnTo>
                    <a:pt x="4458" y="9394"/>
                  </a:lnTo>
                  <a:cubicBezTo>
                    <a:pt x="4214" y="9394"/>
                    <a:pt x="4014" y="9592"/>
                    <a:pt x="4014" y="9838"/>
                  </a:cubicBezTo>
                  <a:lnTo>
                    <a:pt x="4014" y="10530"/>
                  </a:lnTo>
                  <a:cubicBezTo>
                    <a:pt x="4014" y="10774"/>
                    <a:pt x="4214" y="10973"/>
                    <a:pt x="4458" y="10973"/>
                  </a:cubicBezTo>
                  <a:lnTo>
                    <a:pt x="4530" y="10973"/>
                  </a:lnTo>
                  <a:lnTo>
                    <a:pt x="4530" y="12875"/>
                  </a:lnTo>
                  <a:lnTo>
                    <a:pt x="4162" y="12875"/>
                  </a:lnTo>
                  <a:lnTo>
                    <a:pt x="4162" y="11749"/>
                  </a:lnTo>
                  <a:cubicBezTo>
                    <a:pt x="4162" y="11641"/>
                    <a:pt x="4096" y="11543"/>
                    <a:pt x="3995" y="11503"/>
                  </a:cubicBezTo>
                  <a:cubicBezTo>
                    <a:pt x="2986" y="11100"/>
                    <a:pt x="2124" y="10409"/>
                    <a:pt x="1503" y="9504"/>
                  </a:cubicBezTo>
                  <a:cubicBezTo>
                    <a:pt x="867" y="8579"/>
                    <a:pt x="532" y="7493"/>
                    <a:pt x="532" y="6363"/>
                  </a:cubicBezTo>
                  <a:cubicBezTo>
                    <a:pt x="532" y="3316"/>
                    <a:pt x="2991" y="837"/>
                    <a:pt x="6014" y="837"/>
                  </a:cubicBezTo>
                  <a:cubicBezTo>
                    <a:pt x="6608" y="837"/>
                    <a:pt x="7180" y="933"/>
                    <a:pt x="7715" y="1109"/>
                  </a:cubicBezTo>
                  <a:lnTo>
                    <a:pt x="7443" y="1383"/>
                  </a:lnTo>
                  <a:cubicBezTo>
                    <a:pt x="7272" y="1557"/>
                    <a:pt x="7272" y="1837"/>
                    <a:pt x="7443" y="2010"/>
                  </a:cubicBezTo>
                  <a:lnTo>
                    <a:pt x="7805" y="2375"/>
                  </a:lnTo>
                  <a:lnTo>
                    <a:pt x="7805" y="2376"/>
                  </a:lnTo>
                  <a:cubicBezTo>
                    <a:pt x="7805" y="2377"/>
                    <a:pt x="7804" y="2379"/>
                    <a:pt x="7803" y="2380"/>
                  </a:cubicBezTo>
                  <a:lnTo>
                    <a:pt x="7705" y="2620"/>
                  </a:lnTo>
                  <a:cubicBezTo>
                    <a:pt x="7705" y="2621"/>
                    <a:pt x="7704" y="2622"/>
                    <a:pt x="7704" y="2623"/>
                  </a:cubicBezTo>
                  <a:lnTo>
                    <a:pt x="7194" y="2623"/>
                  </a:lnTo>
                  <a:cubicBezTo>
                    <a:pt x="6950" y="2623"/>
                    <a:pt x="6752" y="2821"/>
                    <a:pt x="6752" y="3065"/>
                  </a:cubicBezTo>
                  <a:lnTo>
                    <a:pt x="6752" y="4037"/>
                  </a:lnTo>
                  <a:cubicBezTo>
                    <a:pt x="6752" y="4281"/>
                    <a:pt x="6950" y="4480"/>
                    <a:pt x="7194" y="4480"/>
                  </a:cubicBezTo>
                  <a:lnTo>
                    <a:pt x="7704" y="4480"/>
                  </a:lnTo>
                  <a:cubicBezTo>
                    <a:pt x="7705" y="4481"/>
                    <a:pt x="7705" y="4481"/>
                    <a:pt x="7705" y="4482"/>
                  </a:cubicBezTo>
                  <a:lnTo>
                    <a:pt x="7803" y="4721"/>
                  </a:lnTo>
                  <a:cubicBezTo>
                    <a:pt x="7804" y="4722"/>
                    <a:pt x="7805" y="4725"/>
                    <a:pt x="7805" y="4726"/>
                  </a:cubicBezTo>
                  <a:lnTo>
                    <a:pt x="7805" y="4727"/>
                  </a:lnTo>
                  <a:lnTo>
                    <a:pt x="7443" y="5092"/>
                  </a:lnTo>
                  <a:cubicBezTo>
                    <a:pt x="7272" y="5265"/>
                    <a:pt x="7271" y="5546"/>
                    <a:pt x="7443" y="5718"/>
                  </a:cubicBezTo>
                  <a:lnTo>
                    <a:pt x="8123" y="6404"/>
                  </a:lnTo>
                  <a:cubicBezTo>
                    <a:pt x="8208" y="6488"/>
                    <a:pt x="8318" y="6535"/>
                    <a:pt x="8438" y="6535"/>
                  </a:cubicBezTo>
                  <a:cubicBezTo>
                    <a:pt x="8556" y="6535"/>
                    <a:pt x="8668" y="6488"/>
                    <a:pt x="8751" y="6404"/>
                  </a:cubicBezTo>
                  <a:lnTo>
                    <a:pt x="9112" y="6041"/>
                  </a:lnTo>
                  <a:cubicBezTo>
                    <a:pt x="9113" y="6041"/>
                    <a:pt x="9113" y="6041"/>
                    <a:pt x="9114" y="6042"/>
                  </a:cubicBezTo>
                  <a:lnTo>
                    <a:pt x="9349" y="6139"/>
                  </a:lnTo>
                  <a:cubicBezTo>
                    <a:pt x="9350" y="6140"/>
                    <a:pt x="9352" y="6140"/>
                    <a:pt x="9353" y="6141"/>
                  </a:cubicBezTo>
                  <a:lnTo>
                    <a:pt x="9353" y="6659"/>
                  </a:lnTo>
                  <a:cubicBezTo>
                    <a:pt x="9353" y="6903"/>
                    <a:pt x="9552" y="7101"/>
                    <a:pt x="9796" y="7101"/>
                  </a:cubicBezTo>
                  <a:lnTo>
                    <a:pt x="10758" y="7101"/>
                  </a:lnTo>
                  <a:cubicBezTo>
                    <a:pt x="11002" y="7101"/>
                    <a:pt x="11201" y="6903"/>
                    <a:pt x="11201" y="6659"/>
                  </a:cubicBezTo>
                  <a:lnTo>
                    <a:pt x="11201" y="6141"/>
                  </a:lnTo>
                  <a:lnTo>
                    <a:pt x="11202" y="6141"/>
                  </a:lnTo>
                  <a:cubicBezTo>
                    <a:pt x="11203" y="6140"/>
                    <a:pt x="11204" y="6140"/>
                    <a:pt x="11205" y="6139"/>
                  </a:cubicBezTo>
                  <a:lnTo>
                    <a:pt x="11440" y="6042"/>
                  </a:lnTo>
                  <a:cubicBezTo>
                    <a:pt x="11441" y="6041"/>
                    <a:pt x="11442" y="6041"/>
                    <a:pt x="11443" y="6041"/>
                  </a:cubicBezTo>
                  <a:lnTo>
                    <a:pt x="11489" y="6087"/>
                  </a:lnTo>
                  <a:cubicBezTo>
                    <a:pt x="11494" y="6178"/>
                    <a:pt x="11496" y="6271"/>
                    <a:pt x="11496" y="6363"/>
                  </a:cubicBezTo>
                  <a:cubicBezTo>
                    <a:pt x="11496" y="6609"/>
                    <a:pt x="11480" y="6856"/>
                    <a:pt x="11448" y="7098"/>
                  </a:cubicBezTo>
                  <a:cubicBezTo>
                    <a:pt x="11428" y="7243"/>
                    <a:pt x="11531" y="7377"/>
                    <a:pt x="11677" y="7396"/>
                  </a:cubicBezTo>
                  <a:cubicBezTo>
                    <a:pt x="11689" y="7398"/>
                    <a:pt x="11701" y="7398"/>
                    <a:pt x="11712" y="7398"/>
                  </a:cubicBezTo>
                  <a:cubicBezTo>
                    <a:pt x="11844" y="7398"/>
                    <a:pt x="11958" y="7301"/>
                    <a:pt x="11976" y="7167"/>
                  </a:cubicBezTo>
                  <a:cubicBezTo>
                    <a:pt x="12003" y="6956"/>
                    <a:pt x="12020" y="6740"/>
                    <a:pt x="12025" y="6525"/>
                  </a:cubicBezTo>
                  <a:cubicBezTo>
                    <a:pt x="12055" y="6532"/>
                    <a:pt x="12086" y="6535"/>
                    <a:pt x="12117" y="6535"/>
                  </a:cubicBezTo>
                  <a:cubicBezTo>
                    <a:pt x="12235" y="6535"/>
                    <a:pt x="12347" y="6488"/>
                    <a:pt x="12431" y="6404"/>
                  </a:cubicBezTo>
                  <a:lnTo>
                    <a:pt x="13111" y="5718"/>
                  </a:lnTo>
                  <a:cubicBezTo>
                    <a:pt x="13283" y="5546"/>
                    <a:pt x="13283" y="5265"/>
                    <a:pt x="13111" y="5092"/>
                  </a:cubicBezTo>
                  <a:lnTo>
                    <a:pt x="12749" y="4727"/>
                  </a:lnTo>
                  <a:cubicBezTo>
                    <a:pt x="12749" y="4727"/>
                    <a:pt x="12749" y="4727"/>
                    <a:pt x="12749" y="4726"/>
                  </a:cubicBezTo>
                  <a:cubicBezTo>
                    <a:pt x="12750" y="4725"/>
                    <a:pt x="12750" y="4723"/>
                    <a:pt x="12751" y="4721"/>
                  </a:cubicBezTo>
                  <a:lnTo>
                    <a:pt x="12848" y="4482"/>
                  </a:lnTo>
                  <a:cubicBezTo>
                    <a:pt x="12849" y="4482"/>
                    <a:pt x="12849" y="4481"/>
                    <a:pt x="12849" y="4480"/>
                  </a:cubicBezTo>
                  <a:lnTo>
                    <a:pt x="13360" y="4480"/>
                  </a:lnTo>
                  <a:cubicBezTo>
                    <a:pt x="13604" y="4480"/>
                    <a:pt x="13803" y="4281"/>
                    <a:pt x="13803" y="4037"/>
                  </a:cubicBezTo>
                  <a:lnTo>
                    <a:pt x="13803" y="3065"/>
                  </a:lnTo>
                  <a:cubicBezTo>
                    <a:pt x="13803" y="2821"/>
                    <a:pt x="13605" y="2622"/>
                    <a:pt x="13361" y="2622"/>
                  </a:cubicBezTo>
                  <a:lnTo>
                    <a:pt x="12850" y="2622"/>
                  </a:lnTo>
                  <a:cubicBezTo>
                    <a:pt x="12849" y="2621"/>
                    <a:pt x="12849" y="2621"/>
                    <a:pt x="12849" y="2620"/>
                  </a:cubicBezTo>
                  <a:lnTo>
                    <a:pt x="12751" y="2380"/>
                  </a:lnTo>
                  <a:cubicBezTo>
                    <a:pt x="12751" y="2379"/>
                    <a:pt x="12750" y="2377"/>
                    <a:pt x="12750" y="2376"/>
                  </a:cubicBezTo>
                  <a:lnTo>
                    <a:pt x="12750" y="2375"/>
                  </a:lnTo>
                  <a:lnTo>
                    <a:pt x="13112" y="2010"/>
                  </a:lnTo>
                  <a:cubicBezTo>
                    <a:pt x="13283" y="1837"/>
                    <a:pt x="13283" y="1557"/>
                    <a:pt x="13112" y="1383"/>
                  </a:cubicBezTo>
                  <a:lnTo>
                    <a:pt x="12432" y="698"/>
                  </a:lnTo>
                  <a:cubicBezTo>
                    <a:pt x="12347" y="613"/>
                    <a:pt x="12236" y="567"/>
                    <a:pt x="12117" y="567"/>
                  </a:cubicBezTo>
                  <a:cubicBezTo>
                    <a:pt x="11999" y="567"/>
                    <a:pt x="11887" y="613"/>
                    <a:pt x="11804" y="698"/>
                  </a:cubicBezTo>
                  <a:lnTo>
                    <a:pt x="11443" y="1061"/>
                  </a:lnTo>
                  <a:cubicBezTo>
                    <a:pt x="11442" y="1061"/>
                    <a:pt x="11442" y="1061"/>
                    <a:pt x="11441" y="1060"/>
                  </a:cubicBezTo>
                  <a:lnTo>
                    <a:pt x="11206" y="963"/>
                  </a:lnTo>
                  <a:cubicBezTo>
                    <a:pt x="11204" y="963"/>
                    <a:pt x="11203" y="962"/>
                    <a:pt x="11202" y="962"/>
                  </a:cubicBezTo>
                  <a:lnTo>
                    <a:pt x="11202" y="960"/>
                  </a:lnTo>
                  <a:lnTo>
                    <a:pt x="11202" y="443"/>
                  </a:lnTo>
                  <a:cubicBezTo>
                    <a:pt x="11202" y="199"/>
                    <a:pt x="11002" y="0"/>
                    <a:pt x="10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1">
              <a:extLst>
                <a:ext uri="{FF2B5EF4-FFF2-40B4-BE49-F238E27FC236}">
                  <a16:creationId xmlns:a16="http://schemas.microsoft.com/office/drawing/2014/main" id="{C9B86408-555A-CBB5-72CE-9E7A20A73675}"/>
                </a:ext>
              </a:extLst>
            </p:cNvPr>
            <p:cNvSpPr/>
            <p:nvPr/>
          </p:nvSpPr>
          <p:spPr>
            <a:xfrm>
              <a:off x="4374363" y="1552008"/>
              <a:ext cx="121758" cy="122587"/>
            </a:xfrm>
            <a:custGeom>
              <a:avLst/>
              <a:gdLst/>
              <a:ahLst/>
              <a:cxnLst/>
              <a:rect l="l" t="t" r="r" b="b"/>
              <a:pathLst>
                <a:path w="3671" h="3696" extrusionOk="0">
                  <a:moveTo>
                    <a:pt x="1835" y="1"/>
                  </a:moveTo>
                  <a:cubicBezTo>
                    <a:pt x="824" y="1"/>
                    <a:pt x="1" y="829"/>
                    <a:pt x="1" y="1848"/>
                  </a:cubicBezTo>
                  <a:cubicBezTo>
                    <a:pt x="1" y="2866"/>
                    <a:pt x="824" y="3695"/>
                    <a:pt x="1835" y="3695"/>
                  </a:cubicBezTo>
                  <a:cubicBezTo>
                    <a:pt x="2848" y="3695"/>
                    <a:pt x="3670" y="2866"/>
                    <a:pt x="3670" y="1848"/>
                  </a:cubicBezTo>
                  <a:cubicBezTo>
                    <a:pt x="3670" y="1651"/>
                    <a:pt x="3639" y="1457"/>
                    <a:pt x="3579" y="1270"/>
                  </a:cubicBezTo>
                  <a:cubicBezTo>
                    <a:pt x="3543" y="1158"/>
                    <a:pt x="3439" y="1087"/>
                    <a:pt x="3327" y="1087"/>
                  </a:cubicBezTo>
                  <a:cubicBezTo>
                    <a:pt x="3299" y="1087"/>
                    <a:pt x="3271" y="1091"/>
                    <a:pt x="3243" y="1100"/>
                  </a:cubicBezTo>
                  <a:cubicBezTo>
                    <a:pt x="3103" y="1146"/>
                    <a:pt x="3028" y="1297"/>
                    <a:pt x="3074" y="1435"/>
                  </a:cubicBezTo>
                  <a:cubicBezTo>
                    <a:pt x="3117" y="1568"/>
                    <a:pt x="3139" y="1707"/>
                    <a:pt x="3139" y="1848"/>
                  </a:cubicBezTo>
                  <a:cubicBezTo>
                    <a:pt x="3139" y="2573"/>
                    <a:pt x="2554" y="3163"/>
                    <a:pt x="1835" y="3163"/>
                  </a:cubicBezTo>
                  <a:cubicBezTo>
                    <a:pt x="1117" y="3163"/>
                    <a:pt x="533" y="2573"/>
                    <a:pt x="533" y="1848"/>
                  </a:cubicBezTo>
                  <a:cubicBezTo>
                    <a:pt x="533" y="1123"/>
                    <a:pt x="1117" y="533"/>
                    <a:pt x="1835" y="533"/>
                  </a:cubicBezTo>
                  <a:cubicBezTo>
                    <a:pt x="1983" y="533"/>
                    <a:pt x="2128" y="557"/>
                    <a:pt x="2267" y="607"/>
                  </a:cubicBezTo>
                  <a:cubicBezTo>
                    <a:pt x="2296" y="617"/>
                    <a:pt x="2326" y="622"/>
                    <a:pt x="2355" y="622"/>
                  </a:cubicBezTo>
                  <a:cubicBezTo>
                    <a:pt x="2464" y="622"/>
                    <a:pt x="2567" y="554"/>
                    <a:pt x="2606" y="444"/>
                  </a:cubicBezTo>
                  <a:cubicBezTo>
                    <a:pt x="2655" y="306"/>
                    <a:pt x="2582" y="154"/>
                    <a:pt x="2443" y="105"/>
                  </a:cubicBezTo>
                  <a:cubicBezTo>
                    <a:pt x="2248" y="36"/>
                    <a:pt x="2044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1">
              <a:extLst>
                <a:ext uri="{FF2B5EF4-FFF2-40B4-BE49-F238E27FC236}">
                  <a16:creationId xmlns:a16="http://schemas.microsoft.com/office/drawing/2014/main" id="{3245DE8F-2EF9-0A5E-66E7-82D2C092E40D}"/>
                </a:ext>
              </a:extLst>
            </p:cNvPr>
            <p:cNvSpPr/>
            <p:nvPr/>
          </p:nvSpPr>
          <p:spPr>
            <a:xfrm>
              <a:off x="4404413" y="1582290"/>
              <a:ext cx="61658" cy="62023"/>
            </a:xfrm>
            <a:custGeom>
              <a:avLst/>
              <a:gdLst/>
              <a:ahLst/>
              <a:cxnLst/>
              <a:rect l="l" t="t" r="r" b="b"/>
              <a:pathLst>
                <a:path w="1859" h="1870" extrusionOk="0">
                  <a:moveTo>
                    <a:pt x="929" y="532"/>
                  </a:moveTo>
                  <a:cubicBezTo>
                    <a:pt x="1149" y="532"/>
                    <a:pt x="1327" y="713"/>
                    <a:pt x="1327" y="935"/>
                  </a:cubicBezTo>
                  <a:cubicBezTo>
                    <a:pt x="1327" y="1157"/>
                    <a:pt x="1149" y="1337"/>
                    <a:pt x="929" y="1337"/>
                  </a:cubicBezTo>
                  <a:cubicBezTo>
                    <a:pt x="711" y="1337"/>
                    <a:pt x="532" y="1157"/>
                    <a:pt x="532" y="935"/>
                  </a:cubicBezTo>
                  <a:cubicBezTo>
                    <a:pt x="532" y="713"/>
                    <a:pt x="711" y="532"/>
                    <a:pt x="929" y="532"/>
                  </a:cubicBezTo>
                  <a:close/>
                  <a:moveTo>
                    <a:pt x="929" y="1"/>
                  </a:moveTo>
                  <a:cubicBezTo>
                    <a:pt x="417" y="1"/>
                    <a:pt x="0" y="420"/>
                    <a:pt x="0" y="935"/>
                  </a:cubicBezTo>
                  <a:cubicBezTo>
                    <a:pt x="0" y="1450"/>
                    <a:pt x="417" y="1869"/>
                    <a:pt x="929" y="1869"/>
                  </a:cubicBezTo>
                  <a:cubicBezTo>
                    <a:pt x="1442" y="1869"/>
                    <a:pt x="1859" y="1450"/>
                    <a:pt x="1859" y="935"/>
                  </a:cubicBezTo>
                  <a:cubicBezTo>
                    <a:pt x="1859" y="421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1">
              <a:extLst>
                <a:ext uri="{FF2B5EF4-FFF2-40B4-BE49-F238E27FC236}">
                  <a16:creationId xmlns:a16="http://schemas.microsoft.com/office/drawing/2014/main" id="{D39B013B-419C-7779-0A17-CF2D222EAF0C}"/>
                </a:ext>
              </a:extLst>
            </p:cNvPr>
            <p:cNvSpPr/>
            <p:nvPr/>
          </p:nvSpPr>
          <p:spPr>
            <a:xfrm>
              <a:off x="4271843" y="1668559"/>
              <a:ext cx="51808" cy="115854"/>
            </a:xfrm>
            <a:custGeom>
              <a:avLst/>
              <a:gdLst/>
              <a:ahLst/>
              <a:cxnLst/>
              <a:rect l="l" t="t" r="r" b="b"/>
              <a:pathLst>
                <a:path w="1562" h="3493" extrusionOk="0">
                  <a:moveTo>
                    <a:pt x="1030" y="532"/>
                  </a:moveTo>
                  <a:lnTo>
                    <a:pt x="1030" y="1048"/>
                  </a:lnTo>
                  <a:lnTo>
                    <a:pt x="532" y="1048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200"/>
                    <a:pt x="0" y="444"/>
                  </a:cubicBezTo>
                  <a:lnTo>
                    <a:pt x="0" y="1136"/>
                  </a:lnTo>
                  <a:cubicBezTo>
                    <a:pt x="0" y="1380"/>
                    <a:pt x="198" y="1579"/>
                    <a:pt x="443" y="1579"/>
                  </a:cubicBezTo>
                  <a:lnTo>
                    <a:pt x="515" y="1579"/>
                  </a:lnTo>
                  <a:lnTo>
                    <a:pt x="515" y="3226"/>
                  </a:lnTo>
                  <a:cubicBezTo>
                    <a:pt x="515" y="3374"/>
                    <a:pt x="634" y="3492"/>
                    <a:pt x="780" y="3492"/>
                  </a:cubicBezTo>
                  <a:cubicBezTo>
                    <a:pt x="927" y="3492"/>
                    <a:pt x="1046" y="3374"/>
                    <a:pt x="1046" y="3226"/>
                  </a:cubicBezTo>
                  <a:lnTo>
                    <a:pt x="1046" y="1579"/>
                  </a:lnTo>
                  <a:lnTo>
                    <a:pt x="1118" y="1579"/>
                  </a:lnTo>
                  <a:cubicBezTo>
                    <a:pt x="1363" y="1579"/>
                    <a:pt x="1562" y="1380"/>
                    <a:pt x="1562" y="1136"/>
                  </a:cubicBezTo>
                  <a:lnTo>
                    <a:pt x="1562" y="444"/>
                  </a:lnTo>
                  <a:cubicBezTo>
                    <a:pt x="1562" y="200"/>
                    <a:pt x="1364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1">
              <a:extLst>
                <a:ext uri="{FF2B5EF4-FFF2-40B4-BE49-F238E27FC236}">
                  <a16:creationId xmlns:a16="http://schemas.microsoft.com/office/drawing/2014/main" id="{7213D2E4-4BF5-8A6B-A30A-B1B0CB0109CF}"/>
                </a:ext>
              </a:extLst>
            </p:cNvPr>
            <p:cNvSpPr/>
            <p:nvPr/>
          </p:nvSpPr>
          <p:spPr>
            <a:xfrm>
              <a:off x="4288891" y="1431080"/>
              <a:ext cx="17678" cy="42255"/>
            </a:xfrm>
            <a:custGeom>
              <a:avLst/>
              <a:gdLst/>
              <a:ahLst/>
              <a:cxnLst/>
              <a:rect l="l" t="t" r="r" b="b"/>
              <a:pathLst>
                <a:path w="533" h="1274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1008"/>
                  </a:lnTo>
                  <a:cubicBezTo>
                    <a:pt x="1" y="1154"/>
                    <a:pt x="120" y="1273"/>
                    <a:pt x="266" y="1273"/>
                  </a:cubicBezTo>
                  <a:cubicBezTo>
                    <a:pt x="413" y="1273"/>
                    <a:pt x="532" y="1154"/>
                    <a:pt x="532" y="1008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1">
              <a:extLst>
                <a:ext uri="{FF2B5EF4-FFF2-40B4-BE49-F238E27FC236}">
                  <a16:creationId xmlns:a16="http://schemas.microsoft.com/office/drawing/2014/main" id="{F44D020D-F82D-ACDE-F6F4-1C93A4FA9C0C}"/>
                </a:ext>
              </a:extLst>
            </p:cNvPr>
            <p:cNvSpPr/>
            <p:nvPr/>
          </p:nvSpPr>
          <p:spPr>
            <a:xfrm>
              <a:off x="4209985" y="1443252"/>
              <a:ext cx="26766" cy="41194"/>
            </a:xfrm>
            <a:custGeom>
              <a:avLst/>
              <a:gdLst/>
              <a:ahLst/>
              <a:cxnLst/>
              <a:rect l="l" t="t" r="r" b="b"/>
              <a:pathLst>
                <a:path w="807" h="1242" extrusionOk="0">
                  <a:moveTo>
                    <a:pt x="298" y="1"/>
                  </a:moveTo>
                  <a:cubicBezTo>
                    <a:pt x="272" y="1"/>
                    <a:pt x="247" y="4"/>
                    <a:pt x="221" y="12"/>
                  </a:cubicBezTo>
                  <a:cubicBezTo>
                    <a:pt x="81" y="54"/>
                    <a:pt x="1" y="202"/>
                    <a:pt x="43" y="342"/>
                  </a:cubicBezTo>
                  <a:lnTo>
                    <a:pt x="255" y="1052"/>
                  </a:lnTo>
                  <a:cubicBezTo>
                    <a:pt x="289" y="1168"/>
                    <a:pt x="395" y="1242"/>
                    <a:pt x="510" y="1242"/>
                  </a:cubicBezTo>
                  <a:cubicBezTo>
                    <a:pt x="535" y="1242"/>
                    <a:pt x="560" y="1239"/>
                    <a:pt x="586" y="1230"/>
                  </a:cubicBezTo>
                  <a:cubicBezTo>
                    <a:pt x="727" y="1188"/>
                    <a:pt x="807" y="1041"/>
                    <a:pt x="764" y="900"/>
                  </a:cubicBezTo>
                  <a:lnTo>
                    <a:pt x="552" y="190"/>
                  </a:lnTo>
                  <a:cubicBezTo>
                    <a:pt x="518" y="75"/>
                    <a:pt x="41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1">
              <a:extLst>
                <a:ext uri="{FF2B5EF4-FFF2-40B4-BE49-F238E27FC236}">
                  <a16:creationId xmlns:a16="http://schemas.microsoft.com/office/drawing/2014/main" id="{5ACD9386-1D28-40FF-0216-F4E39D16212B}"/>
                </a:ext>
              </a:extLst>
            </p:cNvPr>
            <p:cNvSpPr/>
            <p:nvPr/>
          </p:nvSpPr>
          <p:spPr>
            <a:xfrm>
              <a:off x="4138675" y="1477348"/>
              <a:ext cx="33566" cy="38209"/>
            </a:xfrm>
            <a:custGeom>
              <a:avLst/>
              <a:gdLst/>
              <a:ahLst/>
              <a:cxnLst/>
              <a:rect l="l" t="t" r="r" b="b"/>
              <a:pathLst>
                <a:path w="1012" h="1152" extrusionOk="0">
                  <a:moveTo>
                    <a:pt x="304" y="0"/>
                  </a:moveTo>
                  <a:cubicBezTo>
                    <a:pt x="253" y="0"/>
                    <a:pt x="203" y="15"/>
                    <a:pt x="158" y="44"/>
                  </a:cubicBezTo>
                  <a:cubicBezTo>
                    <a:pt x="34" y="124"/>
                    <a:pt x="1" y="290"/>
                    <a:pt x="81" y="412"/>
                  </a:cubicBezTo>
                  <a:lnTo>
                    <a:pt x="487" y="1031"/>
                  </a:lnTo>
                  <a:cubicBezTo>
                    <a:pt x="539" y="1109"/>
                    <a:pt x="623" y="1151"/>
                    <a:pt x="710" y="1151"/>
                  </a:cubicBezTo>
                  <a:cubicBezTo>
                    <a:pt x="759" y="1151"/>
                    <a:pt x="811" y="1137"/>
                    <a:pt x="855" y="1107"/>
                  </a:cubicBezTo>
                  <a:cubicBezTo>
                    <a:pt x="978" y="1027"/>
                    <a:pt x="1012" y="862"/>
                    <a:pt x="932" y="739"/>
                  </a:cubicBezTo>
                  <a:lnTo>
                    <a:pt x="525" y="120"/>
                  </a:lnTo>
                  <a:cubicBezTo>
                    <a:pt x="475" y="42"/>
                    <a:pt x="390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1">
              <a:extLst>
                <a:ext uri="{FF2B5EF4-FFF2-40B4-BE49-F238E27FC236}">
                  <a16:creationId xmlns:a16="http://schemas.microsoft.com/office/drawing/2014/main" id="{6DC64675-3AA3-660F-D15F-29AAA32D6D34}"/>
                </a:ext>
              </a:extLst>
            </p:cNvPr>
            <p:cNvSpPr/>
            <p:nvPr/>
          </p:nvSpPr>
          <p:spPr>
            <a:xfrm>
              <a:off x="4080466" y="1530516"/>
              <a:ext cx="38574" cy="33433"/>
            </a:xfrm>
            <a:custGeom>
              <a:avLst/>
              <a:gdLst/>
              <a:ahLst/>
              <a:cxnLst/>
              <a:rect l="l" t="t" r="r" b="b"/>
              <a:pathLst>
                <a:path w="1163" h="1008" extrusionOk="0">
                  <a:moveTo>
                    <a:pt x="298" y="0"/>
                  </a:moveTo>
                  <a:cubicBezTo>
                    <a:pt x="223" y="0"/>
                    <a:pt x="147" y="32"/>
                    <a:pt x="94" y="94"/>
                  </a:cubicBezTo>
                  <a:cubicBezTo>
                    <a:pt x="1" y="207"/>
                    <a:pt x="15" y="375"/>
                    <a:pt x="127" y="469"/>
                  </a:cubicBezTo>
                  <a:lnTo>
                    <a:pt x="693" y="945"/>
                  </a:lnTo>
                  <a:cubicBezTo>
                    <a:pt x="743" y="987"/>
                    <a:pt x="804" y="1007"/>
                    <a:pt x="864" y="1007"/>
                  </a:cubicBezTo>
                  <a:cubicBezTo>
                    <a:pt x="940" y="1007"/>
                    <a:pt x="1015" y="975"/>
                    <a:pt x="1068" y="913"/>
                  </a:cubicBezTo>
                  <a:cubicBezTo>
                    <a:pt x="1162" y="800"/>
                    <a:pt x="1148" y="632"/>
                    <a:pt x="1035" y="538"/>
                  </a:cubicBezTo>
                  <a:lnTo>
                    <a:pt x="469" y="63"/>
                  </a:lnTo>
                  <a:cubicBezTo>
                    <a:pt x="419" y="21"/>
                    <a:pt x="359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1">
              <a:extLst>
                <a:ext uri="{FF2B5EF4-FFF2-40B4-BE49-F238E27FC236}">
                  <a16:creationId xmlns:a16="http://schemas.microsoft.com/office/drawing/2014/main" id="{26B04D2E-700A-C862-E685-571638ED65F3}"/>
                </a:ext>
              </a:extLst>
            </p:cNvPr>
            <p:cNvSpPr/>
            <p:nvPr/>
          </p:nvSpPr>
          <p:spPr>
            <a:xfrm>
              <a:off x="4039604" y="1598244"/>
              <a:ext cx="42587" cy="27363"/>
            </a:xfrm>
            <a:custGeom>
              <a:avLst/>
              <a:gdLst/>
              <a:ahLst/>
              <a:cxnLst/>
              <a:rect l="l" t="t" r="r" b="b"/>
              <a:pathLst>
                <a:path w="1284" h="825" extrusionOk="0">
                  <a:moveTo>
                    <a:pt x="303" y="0"/>
                  </a:moveTo>
                  <a:cubicBezTo>
                    <a:pt x="200" y="0"/>
                    <a:pt x="102" y="60"/>
                    <a:pt x="58" y="160"/>
                  </a:cubicBezTo>
                  <a:cubicBezTo>
                    <a:pt x="1" y="296"/>
                    <a:pt x="62" y="452"/>
                    <a:pt x="197" y="510"/>
                  </a:cubicBezTo>
                  <a:lnTo>
                    <a:pt x="876" y="803"/>
                  </a:lnTo>
                  <a:cubicBezTo>
                    <a:pt x="909" y="817"/>
                    <a:pt x="945" y="825"/>
                    <a:pt x="980" y="825"/>
                  </a:cubicBezTo>
                  <a:cubicBezTo>
                    <a:pt x="1083" y="825"/>
                    <a:pt x="1182" y="765"/>
                    <a:pt x="1225" y="664"/>
                  </a:cubicBezTo>
                  <a:cubicBezTo>
                    <a:pt x="1283" y="529"/>
                    <a:pt x="1221" y="373"/>
                    <a:pt x="1086" y="314"/>
                  </a:cubicBezTo>
                  <a:lnTo>
                    <a:pt x="408" y="22"/>
                  </a:lnTo>
                  <a:cubicBezTo>
                    <a:pt x="374" y="7"/>
                    <a:pt x="33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1">
              <a:extLst>
                <a:ext uri="{FF2B5EF4-FFF2-40B4-BE49-F238E27FC236}">
                  <a16:creationId xmlns:a16="http://schemas.microsoft.com/office/drawing/2014/main" id="{27A92F98-23B5-61E2-4E4C-7219A0F6C35C}"/>
                </a:ext>
              </a:extLst>
            </p:cNvPr>
            <p:cNvSpPr/>
            <p:nvPr/>
          </p:nvSpPr>
          <p:spPr>
            <a:xfrm>
              <a:off x="4020665" y="1674861"/>
              <a:ext cx="42985" cy="20464"/>
            </a:xfrm>
            <a:custGeom>
              <a:avLst/>
              <a:gdLst/>
              <a:ahLst/>
              <a:cxnLst/>
              <a:rect l="l" t="t" r="r" b="b"/>
              <a:pathLst>
                <a:path w="1296" h="617" extrusionOk="0">
                  <a:moveTo>
                    <a:pt x="280" y="0"/>
                  </a:moveTo>
                  <a:cubicBezTo>
                    <a:pt x="148" y="0"/>
                    <a:pt x="34" y="100"/>
                    <a:pt x="17" y="235"/>
                  </a:cubicBezTo>
                  <a:cubicBezTo>
                    <a:pt x="1" y="381"/>
                    <a:pt x="106" y="513"/>
                    <a:pt x="251" y="530"/>
                  </a:cubicBezTo>
                  <a:lnTo>
                    <a:pt x="985" y="615"/>
                  </a:lnTo>
                  <a:cubicBezTo>
                    <a:pt x="995" y="616"/>
                    <a:pt x="1005" y="616"/>
                    <a:pt x="1015" y="616"/>
                  </a:cubicBezTo>
                  <a:cubicBezTo>
                    <a:pt x="1149" y="616"/>
                    <a:pt x="1264" y="517"/>
                    <a:pt x="1279" y="381"/>
                  </a:cubicBezTo>
                  <a:cubicBezTo>
                    <a:pt x="1296" y="235"/>
                    <a:pt x="1192" y="104"/>
                    <a:pt x="1045" y="87"/>
                  </a:cubicBezTo>
                  <a:lnTo>
                    <a:pt x="312" y="2"/>
                  </a:lnTo>
                  <a:cubicBezTo>
                    <a:pt x="301" y="1"/>
                    <a:pt x="29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1">
              <a:extLst>
                <a:ext uri="{FF2B5EF4-FFF2-40B4-BE49-F238E27FC236}">
                  <a16:creationId xmlns:a16="http://schemas.microsoft.com/office/drawing/2014/main" id="{881CBD8A-E15F-A3BA-90C8-541CD6642BD6}"/>
                </a:ext>
              </a:extLst>
            </p:cNvPr>
            <p:cNvSpPr/>
            <p:nvPr/>
          </p:nvSpPr>
          <p:spPr>
            <a:xfrm>
              <a:off x="4023584" y="1749587"/>
              <a:ext cx="43217" cy="21990"/>
            </a:xfrm>
            <a:custGeom>
              <a:avLst/>
              <a:gdLst/>
              <a:ahLst/>
              <a:cxnLst/>
              <a:rect l="l" t="t" r="r" b="b"/>
              <a:pathLst>
                <a:path w="1303" h="663" extrusionOk="0">
                  <a:moveTo>
                    <a:pt x="1015" y="1"/>
                  </a:moveTo>
                  <a:cubicBezTo>
                    <a:pt x="999" y="1"/>
                    <a:pt x="983" y="2"/>
                    <a:pt x="967" y="5"/>
                  </a:cubicBezTo>
                  <a:lnTo>
                    <a:pt x="240" y="134"/>
                  </a:lnTo>
                  <a:cubicBezTo>
                    <a:pt x="97" y="160"/>
                    <a:pt x="0" y="299"/>
                    <a:pt x="26" y="444"/>
                  </a:cubicBezTo>
                  <a:cubicBezTo>
                    <a:pt x="48" y="572"/>
                    <a:pt x="161" y="662"/>
                    <a:pt x="288" y="662"/>
                  </a:cubicBezTo>
                  <a:cubicBezTo>
                    <a:pt x="303" y="662"/>
                    <a:pt x="319" y="661"/>
                    <a:pt x="335" y="658"/>
                  </a:cubicBezTo>
                  <a:lnTo>
                    <a:pt x="1061" y="528"/>
                  </a:lnTo>
                  <a:cubicBezTo>
                    <a:pt x="1206" y="502"/>
                    <a:pt x="1302" y="364"/>
                    <a:pt x="1276" y="220"/>
                  </a:cubicBezTo>
                  <a:cubicBezTo>
                    <a:pt x="1253" y="91"/>
                    <a:pt x="1141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1">
              <a:extLst>
                <a:ext uri="{FF2B5EF4-FFF2-40B4-BE49-F238E27FC236}">
                  <a16:creationId xmlns:a16="http://schemas.microsoft.com/office/drawing/2014/main" id="{9F429815-6536-56ED-3AC0-0BF12735A5B4}"/>
                </a:ext>
              </a:extLst>
            </p:cNvPr>
            <p:cNvSpPr/>
            <p:nvPr/>
          </p:nvSpPr>
          <p:spPr>
            <a:xfrm>
              <a:off x="4048625" y="1817647"/>
              <a:ext cx="42023" cy="28723"/>
            </a:xfrm>
            <a:custGeom>
              <a:avLst/>
              <a:gdLst/>
              <a:ahLst/>
              <a:cxnLst/>
              <a:rect l="l" t="t" r="r" b="b"/>
              <a:pathLst>
                <a:path w="1267" h="866" extrusionOk="0">
                  <a:moveTo>
                    <a:pt x="962" y="1"/>
                  </a:moveTo>
                  <a:cubicBezTo>
                    <a:pt x="922" y="1"/>
                    <a:pt x="881" y="10"/>
                    <a:pt x="843" y="29"/>
                  </a:cubicBezTo>
                  <a:lnTo>
                    <a:pt x="184" y="364"/>
                  </a:lnTo>
                  <a:cubicBezTo>
                    <a:pt x="53" y="430"/>
                    <a:pt x="1" y="590"/>
                    <a:pt x="67" y="720"/>
                  </a:cubicBezTo>
                  <a:cubicBezTo>
                    <a:pt x="114" y="813"/>
                    <a:pt x="207" y="866"/>
                    <a:pt x="304" y="866"/>
                  </a:cubicBezTo>
                  <a:cubicBezTo>
                    <a:pt x="345" y="866"/>
                    <a:pt x="386" y="858"/>
                    <a:pt x="424" y="837"/>
                  </a:cubicBezTo>
                  <a:lnTo>
                    <a:pt x="1083" y="504"/>
                  </a:lnTo>
                  <a:cubicBezTo>
                    <a:pt x="1215" y="438"/>
                    <a:pt x="1267" y="278"/>
                    <a:pt x="1200" y="146"/>
                  </a:cubicBezTo>
                  <a:cubicBezTo>
                    <a:pt x="1153" y="54"/>
                    <a:pt x="1060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1">
              <a:extLst>
                <a:ext uri="{FF2B5EF4-FFF2-40B4-BE49-F238E27FC236}">
                  <a16:creationId xmlns:a16="http://schemas.microsoft.com/office/drawing/2014/main" id="{B2E43E3C-DF4A-927D-5C5D-E1FEC9D3AB8B}"/>
                </a:ext>
              </a:extLst>
            </p:cNvPr>
            <p:cNvSpPr/>
            <p:nvPr/>
          </p:nvSpPr>
          <p:spPr>
            <a:xfrm>
              <a:off x="4094861" y="1876121"/>
              <a:ext cx="37313" cy="34594"/>
            </a:xfrm>
            <a:custGeom>
              <a:avLst/>
              <a:gdLst/>
              <a:ahLst/>
              <a:cxnLst/>
              <a:rect l="l" t="t" r="r" b="b"/>
              <a:pathLst>
                <a:path w="1125" h="1043" extrusionOk="0">
                  <a:moveTo>
                    <a:pt x="830" y="1"/>
                  </a:moveTo>
                  <a:cubicBezTo>
                    <a:pt x="764" y="1"/>
                    <a:pt x="698" y="25"/>
                    <a:pt x="647" y="74"/>
                  </a:cubicBezTo>
                  <a:lnTo>
                    <a:pt x="111" y="584"/>
                  </a:lnTo>
                  <a:cubicBezTo>
                    <a:pt x="5" y="685"/>
                    <a:pt x="0" y="854"/>
                    <a:pt x="102" y="959"/>
                  </a:cubicBezTo>
                  <a:cubicBezTo>
                    <a:pt x="154" y="1015"/>
                    <a:pt x="224" y="1042"/>
                    <a:pt x="295" y="1042"/>
                  </a:cubicBezTo>
                  <a:cubicBezTo>
                    <a:pt x="361" y="1042"/>
                    <a:pt x="426" y="1018"/>
                    <a:pt x="478" y="969"/>
                  </a:cubicBezTo>
                  <a:lnTo>
                    <a:pt x="1014" y="459"/>
                  </a:lnTo>
                  <a:cubicBezTo>
                    <a:pt x="1119" y="358"/>
                    <a:pt x="1124" y="189"/>
                    <a:pt x="1023" y="84"/>
                  </a:cubicBezTo>
                  <a:cubicBezTo>
                    <a:pt x="970" y="28"/>
                    <a:pt x="900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1">
              <a:extLst>
                <a:ext uri="{FF2B5EF4-FFF2-40B4-BE49-F238E27FC236}">
                  <a16:creationId xmlns:a16="http://schemas.microsoft.com/office/drawing/2014/main" id="{2C3B2709-6588-2365-A341-77BE45A1C9FA}"/>
                </a:ext>
              </a:extLst>
            </p:cNvPr>
            <p:cNvSpPr/>
            <p:nvPr/>
          </p:nvSpPr>
          <p:spPr>
            <a:xfrm>
              <a:off x="4190814" y="1648659"/>
              <a:ext cx="51841" cy="52371"/>
            </a:xfrm>
            <a:custGeom>
              <a:avLst/>
              <a:gdLst/>
              <a:ahLst/>
              <a:cxnLst/>
              <a:rect l="l" t="t" r="r" b="b"/>
              <a:pathLst>
                <a:path w="1563" h="1579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36"/>
                  </a:lnTo>
                  <a:cubicBezTo>
                    <a:pt x="1" y="1381"/>
                    <a:pt x="200" y="1579"/>
                    <a:pt x="443" y="1579"/>
                  </a:cubicBezTo>
                  <a:lnTo>
                    <a:pt x="1120" y="1579"/>
                  </a:lnTo>
                  <a:cubicBezTo>
                    <a:pt x="1364" y="1579"/>
                    <a:pt x="1562" y="1381"/>
                    <a:pt x="1562" y="1136"/>
                  </a:cubicBezTo>
                  <a:lnTo>
                    <a:pt x="1562" y="443"/>
                  </a:lnTo>
                  <a:cubicBezTo>
                    <a:pt x="1562" y="199"/>
                    <a:pt x="1364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1">
              <a:extLst>
                <a:ext uri="{FF2B5EF4-FFF2-40B4-BE49-F238E27FC236}">
                  <a16:creationId xmlns:a16="http://schemas.microsoft.com/office/drawing/2014/main" id="{387A14F6-3969-0FD6-82E3-807C56FA0040}"/>
                </a:ext>
              </a:extLst>
            </p:cNvPr>
            <p:cNvSpPr/>
            <p:nvPr/>
          </p:nvSpPr>
          <p:spPr>
            <a:xfrm>
              <a:off x="4231047" y="1581063"/>
              <a:ext cx="51841" cy="52405"/>
            </a:xfrm>
            <a:custGeom>
              <a:avLst/>
              <a:gdLst/>
              <a:ahLst/>
              <a:cxnLst/>
              <a:rect l="l" t="t" r="r" b="b"/>
              <a:pathLst>
                <a:path w="1563" h="1580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4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137"/>
                  </a:lnTo>
                  <a:cubicBezTo>
                    <a:pt x="0" y="1382"/>
                    <a:pt x="199" y="1580"/>
                    <a:pt x="444" y="1580"/>
                  </a:cubicBezTo>
                  <a:lnTo>
                    <a:pt x="1119" y="1580"/>
                  </a:lnTo>
                  <a:cubicBezTo>
                    <a:pt x="1364" y="1580"/>
                    <a:pt x="1563" y="1382"/>
                    <a:pt x="1563" y="1137"/>
                  </a:cubicBezTo>
                  <a:lnTo>
                    <a:pt x="1563" y="444"/>
                  </a:lnTo>
                  <a:cubicBezTo>
                    <a:pt x="1563" y="200"/>
                    <a:pt x="1364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51">
            <a:extLst>
              <a:ext uri="{FF2B5EF4-FFF2-40B4-BE49-F238E27FC236}">
                <a16:creationId xmlns:a16="http://schemas.microsoft.com/office/drawing/2014/main" id="{8EDC8A78-079D-193D-7288-FA69DCB2E8DE}"/>
              </a:ext>
            </a:extLst>
          </p:cNvPr>
          <p:cNvGrpSpPr/>
          <p:nvPr/>
        </p:nvGrpSpPr>
        <p:grpSpPr>
          <a:xfrm>
            <a:off x="3702586" y="3426738"/>
            <a:ext cx="392377" cy="365773"/>
            <a:chOff x="4002290" y="2305475"/>
            <a:chExt cx="601990" cy="567794"/>
          </a:xfrm>
        </p:grpSpPr>
        <p:sp>
          <p:nvSpPr>
            <p:cNvPr id="1803" name="Google Shape;1803;p51">
              <a:extLst>
                <a:ext uri="{FF2B5EF4-FFF2-40B4-BE49-F238E27FC236}">
                  <a16:creationId xmlns:a16="http://schemas.microsoft.com/office/drawing/2014/main" id="{17998798-8AD9-4AB9-8A06-83A371DC1418}"/>
                </a:ext>
              </a:extLst>
            </p:cNvPr>
            <p:cNvSpPr/>
            <p:nvPr/>
          </p:nvSpPr>
          <p:spPr>
            <a:xfrm>
              <a:off x="4123717" y="2467995"/>
              <a:ext cx="36086" cy="55058"/>
            </a:xfrm>
            <a:custGeom>
              <a:avLst/>
              <a:gdLst/>
              <a:ahLst/>
              <a:cxnLst/>
              <a:rect l="l" t="t" r="r" b="b"/>
              <a:pathLst>
                <a:path w="1088" h="1660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1039"/>
                  </a:lnTo>
                  <a:cubicBezTo>
                    <a:pt x="1" y="1381"/>
                    <a:pt x="244" y="1659"/>
                    <a:pt x="544" y="1659"/>
                  </a:cubicBezTo>
                  <a:lnTo>
                    <a:pt x="821" y="1659"/>
                  </a:lnTo>
                  <a:cubicBezTo>
                    <a:pt x="968" y="1659"/>
                    <a:pt x="1087" y="1540"/>
                    <a:pt x="1087" y="1393"/>
                  </a:cubicBezTo>
                  <a:cubicBezTo>
                    <a:pt x="1087" y="1247"/>
                    <a:pt x="968" y="1128"/>
                    <a:pt x="821" y="1128"/>
                  </a:cubicBezTo>
                  <a:lnTo>
                    <a:pt x="559" y="1128"/>
                  </a:lnTo>
                  <a:cubicBezTo>
                    <a:pt x="549" y="1116"/>
                    <a:pt x="533" y="1085"/>
                    <a:pt x="533" y="1039"/>
                  </a:cubicBezTo>
                  <a:lnTo>
                    <a:pt x="533" y="265"/>
                  </a:lnTo>
                  <a:cubicBezTo>
                    <a:pt x="533" y="119"/>
                    <a:pt x="414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1">
              <a:extLst>
                <a:ext uri="{FF2B5EF4-FFF2-40B4-BE49-F238E27FC236}">
                  <a16:creationId xmlns:a16="http://schemas.microsoft.com/office/drawing/2014/main" id="{7E830C65-2539-B2F8-D7E5-296F06FEA961}"/>
                </a:ext>
              </a:extLst>
            </p:cNvPr>
            <p:cNvSpPr/>
            <p:nvPr/>
          </p:nvSpPr>
          <p:spPr>
            <a:xfrm>
              <a:off x="4077382" y="2453269"/>
              <a:ext cx="17678" cy="39337"/>
            </a:xfrm>
            <a:custGeom>
              <a:avLst/>
              <a:gdLst/>
              <a:ahLst/>
              <a:cxnLst/>
              <a:rect l="l" t="t" r="r" b="b"/>
              <a:pathLst>
                <a:path w="533" h="1186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lnTo>
                    <a:pt x="0" y="920"/>
                  </a:lnTo>
                  <a:cubicBezTo>
                    <a:pt x="0" y="1066"/>
                    <a:pt x="120" y="1185"/>
                    <a:pt x="266" y="1185"/>
                  </a:cubicBezTo>
                  <a:cubicBezTo>
                    <a:pt x="413" y="1185"/>
                    <a:pt x="532" y="1066"/>
                    <a:pt x="532" y="920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1">
              <a:extLst>
                <a:ext uri="{FF2B5EF4-FFF2-40B4-BE49-F238E27FC236}">
                  <a16:creationId xmlns:a16="http://schemas.microsoft.com/office/drawing/2014/main" id="{CE7CA91B-4708-BABE-5394-547581B5909E}"/>
                </a:ext>
              </a:extLst>
            </p:cNvPr>
            <p:cNvSpPr/>
            <p:nvPr/>
          </p:nvSpPr>
          <p:spPr>
            <a:xfrm>
              <a:off x="4180002" y="2453269"/>
              <a:ext cx="17645" cy="39337"/>
            </a:xfrm>
            <a:custGeom>
              <a:avLst/>
              <a:gdLst/>
              <a:ahLst/>
              <a:cxnLst/>
              <a:rect l="l" t="t" r="r" b="b"/>
              <a:pathLst>
                <a:path w="532" h="1186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920"/>
                  </a:lnTo>
                  <a:cubicBezTo>
                    <a:pt x="0" y="1066"/>
                    <a:pt x="119" y="1185"/>
                    <a:pt x="266" y="1185"/>
                  </a:cubicBezTo>
                  <a:cubicBezTo>
                    <a:pt x="413" y="1185"/>
                    <a:pt x="532" y="1066"/>
                    <a:pt x="532" y="920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1">
              <a:extLst>
                <a:ext uri="{FF2B5EF4-FFF2-40B4-BE49-F238E27FC236}">
                  <a16:creationId xmlns:a16="http://schemas.microsoft.com/office/drawing/2014/main" id="{D5340068-6489-66AA-D56E-0B38FFAB9486}"/>
                </a:ext>
              </a:extLst>
            </p:cNvPr>
            <p:cNvSpPr/>
            <p:nvPr/>
          </p:nvSpPr>
          <p:spPr>
            <a:xfrm>
              <a:off x="4093733" y="2536884"/>
              <a:ext cx="87595" cy="31708"/>
            </a:xfrm>
            <a:custGeom>
              <a:avLst/>
              <a:gdLst/>
              <a:ahLst/>
              <a:cxnLst/>
              <a:rect l="l" t="t" r="r" b="b"/>
              <a:pathLst>
                <a:path w="2641" h="956" extrusionOk="0">
                  <a:moveTo>
                    <a:pt x="292" y="1"/>
                  </a:moveTo>
                  <a:cubicBezTo>
                    <a:pt x="224" y="1"/>
                    <a:pt x="156" y="26"/>
                    <a:pt x="104" y="78"/>
                  </a:cubicBezTo>
                  <a:cubicBezTo>
                    <a:pt x="0" y="183"/>
                    <a:pt x="1" y="350"/>
                    <a:pt x="105" y="454"/>
                  </a:cubicBezTo>
                  <a:cubicBezTo>
                    <a:pt x="440" y="789"/>
                    <a:pt x="880" y="955"/>
                    <a:pt x="1321" y="955"/>
                  </a:cubicBezTo>
                  <a:cubicBezTo>
                    <a:pt x="1760" y="955"/>
                    <a:pt x="2201" y="789"/>
                    <a:pt x="2535" y="454"/>
                  </a:cubicBezTo>
                  <a:cubicBezTo>
                    <a:pt x="2640" y="350"/>
                    <a:pt x="2640" y="183"/>
                    <a:pt x="2536" y="78"/>
                  </a:cubicBezTo>
                  <a:cubicBezTo>
                    <a:pt x="2485" y="26"/>
                    <a:pt x="2416" y="1"/>
                    <a:pt x="2348" y="1"/>
                  </a:cubicBezTo>
                  <a:cubicBezTo>
                    <a:pt x="2280" y="1"/>
                    <a:pt x="2212" y="26"/>
                    <a:pt x="2161" y="78"/>
                  </a:cubicBezTo>
                  <a:cubicBezTo>
                    <a:pt x="1929" y="309"/>
                    <a:pt x="1625" y="424"/>
                    <a:pt x="1321" y="424"/>
                  </a:cubicBezTo>
                  <a:cubicBezTo>
                    <a:pt x="1016" y="424"/>
                    <a:pt x="712" y="309"/>
                    <a:pt x="480" y="78"/>
                  </a:cubicBezTo>
                  <a:cubicBezTo>
                    <a:pt x="428" y="26"/>
                    <a:pt x="360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1">
              <a:extLst>
                <a:ext uri="{FF2B5EF4-FFF2-40B4-BE49-F238E27FC236}">
                  <a16:creationId xmlns:a16="http://schemas.microsoft.com/office/drawing/2014/main" id="{D2700B21-4C2B-214E-8B05-6B0417233ADE}"/>
                </a:ext>
              </a:extLst>
            </p:cNvPr>
            <p:cNvSpPr/>
            <p:nvPr/>
          </p:nvSpPr>
          <p:spPr>
            <a:xfrm>
              <a:off x="4002290" y="2305475"/>
              <a:ext cx="601990" cy="567794"/>
            </a:xfrm>
            <a:custGeom>
              <a:avLst/>
              <a:gdLst/>
              <a:ahLst/>
              <a:cxnLst/>
              <a:rect l="l" t="t" r="r" b="b"/>
              <a:pathLst>
                <a:path w="18150" h="17119" extrusionOk="0">
                  <a:moveTo>
                    <a:pt x="4172" y="532"/>
                  </a:moveTo>
                  <a:cubicBezTo>
                    <a:pt x="4485" y="532"/>
                    <a:pt x="4740" y="785"/>
                    <a:pt x="4740" y="1096"/>
                  </a:cubicBezTo>
                  <a:lnTo>
                    <a:pt x="4740" y="1406"/>
                  </a:lnTo>
                  <a:cubicBezTo>
                    <a:pt x="4515" y="1393"/>
                    <a:pt x="4296" y="1389"/>
                    <a:pt x="4093" y="1389"/>
                  </a:cubicBezTo>
                  <a:lnTo>
                    <a:pt x="4061" y="1389"/>
                  </a:lnTo>
                  <a:cubicBezTo>
                    <a:pt x="3375" y="1389"/>
                    <a:pt x="2506" y="1430"/>
                    <a:pt x="1870" y="1751"/>
                  </a:cubicBezTo>
                  <a:cubicBezTo>
                    <a:pt x="1687" y="1844"/>
                    <a:pt x="1531" y="1955"/>
                    <a:pt x="1398" y="2087"/>
                  </a:cubicBezTo>
                  <a:lnTo>
                    <a:pt x="1398" y="1096"/>
                  </a:lnTo>
                  <a:cubicBezTo>
                    <a:pt x="1398" y="785"/>
                    <a:pt x="1653" y="532"/>
                    <a:pt x="1966" y="532"/>
                  </a:cubicBezTo>
                  <a:close/>
                  <a:moveTo>
                    <a:pt x="5558" y="891"/>
                  </a:moveTo>
                  <a:cubicBezTo>
                    <a:pt x="6219" y="891"/>
                    <a:pt x="6756" y="1426"/>
                    <a:pt x="6756" y="2083"/>
                  </a:cubicBezTo>
                  <a:lnTo>
                    <a:pt x="6756" y="2087"/>
                  </a:lnTo>
                  <a:cubicBezTo>
                    <a:pt x="6623" y="1955"/>
                    <a:pt x="6467" y="1844"/>
                    <a:pt x="6284" y="1751"/>
                  </a:cubicBezTo>
                  <a:cubicBezTo>
                    <a:pt x="5984" y="1600"/>
                    <a:pt x="5632" y="1511"/>
                    <a:pt x="5272" y="1460"/>
                  </a:cubicBezTo>
                  <a:lnTo>
                    <a:pt x="5272" y="1096"/>
                  </a:lnTo>
                  <a:cubicBezTo>
                    <a:pt x="5272" y="1040"/>
                    <a:pt x="5267" y="983"/>
                    <a:pt x="5258" y="929"/>
                  </a:cubicBezTo>
                  <a:cubicBezTo>
                    <a:pt x="5356" y="904"/>
                    <a:pt x="5456" y="891"/>
                    <a:pt x="5558" y="891"/>
                  </a:cubicBezTo>
                  <a:close/>
                  <a:moveTo>
                    <a:pt x="7537" y="2592"/>
                  </a:moveTo>
                  <a:lnTo>
                    <a:pt x="7537" y="3178"/>
                  </a:lnTo>
                  <a:lnTo>
                    <a:pt x="7288" y="3178"/>
                  </a:lnTo>
                  <a:lnTo>
                    <a:pt x="7288" y="2592"/>
                  </a:lnTo>
                  <a:close/>
                  <a:moveTo>
                    <a:pt x="14299" y="5359"/>
                  </a:moveTo>
                  <a:lnTo>
                    <a:pt x="14299" y="5731"/>
                  </a:lnTo>
                  <a:lnTo>
                    <a:pt x="13120" y="5731"/>
                  </a:lnTo>
                  <a:lnTo>
                    <a:pt x="13120" y="5359"/>
                  </a:lnTo>
                  <a:close/>
                  <a:moveTo>
                    <a:pt x="866" y="5052"/>
                  </a:moveTo>
                  <a:lnTo>
                    <a:pt x="866" y="6047"/>
                  </a:lnTo>
                  <a:cubicBezTo>
                    <a:pt x="866" y="6113"/>
                    <a:pt x="868" y="6178"/>
                    <a:pt x="872" y="6243"/>
                  </a:cubicBezTo>
                  <a:cubicBezTo>
                    <a:pt x="671" y="6141"/>
                    <a:pt x="532" y="5933"/>
                    <a:pt x="532" y="5694"/>
                  </a:cubicBezTo>
                  <a:lnTo>
                    <a:pt x="532" y="5598"/>
                  </a:lnTo>
                  <a:cubicBezTo>
                    <a:pt x="532" y="5360"/>
                    <a:pt x="668" y="5155"/>
                    <a:pt x="866" y="5052"/>
                  </a:cubicBezTo>
                  <a:close/>
                  <a:moveTo>
                    <a:pt x="7288" y="5052"/>
                  </a:moveTo>
                  <a:cubicBezTo>
                    <a:pt x="7486" y="5155"/>
                    <a:pt x="7622" y="5360"/>
                    <a:pt x="7622" y="5598"/>
                  </a:cubicBezTo>
                  <a:lnTo>
                    <a:pt x="7622" y="5694"/>
                  </a:lnTo>
                  <a:cubicBezTo>
                    <a:pt x="7622" y="5933"/>
                    <a:pt x="7483" y="6141"/>
                    <a:pt x="7282" y="6243"/>
                  </a:cubicBezTo>
                  <a:cubicBezTo>
                    <a:pt x="7286" y="6178"/>
                    <a:pt x="7288" y="6113"/>
                    <a:pt x="7288" y="6046"/>
                  </a:cubicBezTo>
                  <a:lnTo>
                    <a:pt x="7288" y="5052"/>
                  </a:lnTo>
                  <a:close/>
                  <a:moveTo>
                    <a:pt x="10076" y="7666"/>
                  </a:moveTo>
                  <a:cubicBezTo>
                    <a:pt x="10074" y="7720"/>
                    <a:pt x="10072" y="7773"/>
                    <a:pt x="10072" y="7826"/>
                  </a:cubicBezTo>
                  <a:lnTo>
                    <a:pt x="10072" y="8252"/>
                  </a:lnTo>
                  <a:lnTo>
                    <a:pt x="9810" y="8252"/>
                  </a:lnTo>
                  <a:lnTo>
                    <a:pt x="9810" y="7666"/>
                  </a:lnTo>
                  <a:close/>
                  <a:moveTo>
                    <a:pt x="16096" y="8462"/>
                  </a:moveTo>
                  <a:cubicBezTo>
                    <a:pt x="16123" y="8462"/>
                    <a:pt x="16147" y="8485"/>
                    <a:pt x="16147" y="8512"/>
                  </a:cubicBezTo>
                  <a:lnTo>
                    <a:pt x="16147" y="8626"/>
                  </a:lnTo>
                  <a:lnTo>
                    <a:pt x="11272" y="8626"/>
                  </a:lnTo>
                  <a:lnTo>
                    <a:pt x="11272" y="8512"/>
                  </a:lnTo>
                  <a:cubicBezTo>
                    <a:pt x="11272" y="8485"/>
                    <a:pt x="11295" y="8462"/>
                    <a:pt x="11323" y="8462"/>
                  </a:cubicBezTo>
                  <a:close/>
                  <a:moveTo>
                    <a:pt x="4093" y="1921"/>
                  </a:moveTo>
                  <a:cubicBezTo>
                    <a:pt x="6035" y="1921"/>
                    <a:pt x="6756" y="2357"/>
                    <a:pt x="6756" y="3530"/>
                  </a:cubicBezTo>
                  <a:lnTo>
                    <a:pt x="6756" y="6046"/>
                  </a:lnTo>
                  <a:cubicBezTo>
                    <a:pt x="6756" y="7508"/>
                    <a:pt x="5561" y="8697"/>
                    <a:pt x="4093" y="8697"/>
                  </a:cubicBezTo>
                  <a:lnTo>
                    <a:pt x="4061" y="8697"/>
                  </a:lnTo>
                  <a:cubicBezTo>
                    <a:pt x="2592" y="8697"/>
                    <a:pt x="1398" y="7508"/>
                    <a:pt x="1398" y="6046"/>
                  </a:cubicBezTo>
                  <a:lnTo>
                    <a:pt x="1398" y="3530"/>
                  </a:lnTo>
                  <a:cubicBezTo>
                    <a:pt x="1398" y="2357"/>
                    <a:pt x="2120" y="1921"/>
                    <a:pt x="4061" y="1921"/>
                  </a:cubicBezTo>
                  <a:close/>
                  <a:moveTo>
                    <a:pt x="16147" y="9158"/>
                  </a:moveTo>
                  <a:lnTo>
                    <a:pt x="16147" y="11196"/>
                  </a:lnTo>
                  <a:cubicBezTo>
                    <a:pt x="16147" y="11224"/>
                    <a:pt x="16123" y="11246"/>
                    <a:pt x="16096" y="11246"/>
                  </a:cubicBezTo>
                  <a:lnTo>
                    <a:pt x="11323" y="11246"/>
                  </a:lnTo>
                  <a:cubicBezTo>
                    <a:pt x="11295" y="11246"/>
                    <a:pt x="11272" y="11224"/>
                    <a:pt x="11272" y="11196"/>
                  </a:cubicBezTo>
                  <a:lnTo>
                    <a:pt x="11272" y="9158"/>
                  </a:lnTo>
                  <a:close/>
                  <a:moveTo>
                    <a:pt x="10072" y="9350"/>
                  </a:moveTo>
                  <a:lnTo>
                    <a:pt x="10072" y="10784"/>
                  </a:lnTo>
                  <a:cubicBezTo>
                    <a:pt x="10072" y="10966"/>
                    <a:pt x="10089" y="11144"/>
                    <a:pt x="10120" y="11316"/>
                  </a:cubicBezTo>
                  <a:cubicBezTo>
                    <a:pt x="9935" y="11263"/>
                    <a:pt x="9801" y="11092"/>
                    <a:pt x="9801" y="10891"/>
                  </a:cubicBezTo>
                  <a:lnTo>
                    <a:pt x="9801" y="9759"/>
                  </a:lnTo>
                  <a:cubicBezTo>
                    <a:pt x="9801" y="9576"/>
                    <a:pt x="9913" y="9418"/>
                    <a:pt x="10072" y="9350"/>
                  </a:cubicBezTo>
                  <a:close/>
                  <a:moveTo>
                    <a:pt x="17346" y="9350"/>
                  </a:moveTo>
                  <a:cubicBezTo>
                    <a:pt x="17505" y="9418"/>
                    <a:pt x="17618" y="9575"/>
                    <a:pt x="17618" y="9759"/>
                  </a:cubicBezTo>
                  <a:lnTo>
                    <a:pt x="17618" y="10891"/>
                  </a:lnTo>
                  <a:cubicBezTo>
                    <a:pt x="17618" y="11092"/>
                    <a:pt x="17483" y="11263"/>
                    <a:pt x="17298" y="11316"/>
                  </a:cubicBezTo>
                  <a:cubicBezTo>
                    <a:pt x="17329" y="11144"/>
                    <a:pt x="17346" y="10966"/>
                    <a:pt x="17346" y="10784"/>
                  </a:cubicBezTo>
                  <a:lnTo>
                    <a:pt x="17346" y="9350"/>
                  </a:lnTo>
                  <a:close/>
                  <a:moveTo>
                    <a:pt x="11721" y="5765"/>
                  </a:moveTo>
                  <a:lnTo>
                    <a:pt x="11721" y="7930"/>
                  </a:lnTo>
                  <a:lnTo>
                    <a:pt x="11323" y="7930"/>
                  </a:lnTo>
                  <a:cubicBezTo>
                    <a:pt x="11001" y="7930"/>
                    <a:pt x="10740" y="8191"/>
                    <a:pt x="10740" y="8512"/>
                  </a:cubicBezTo>
                  <a:lnTo>
                    <a:pt x="10740" y="11196"/>
                  </a:lnTo>
                  <a:cubicBezTo>
                    <a:pt x="10740" y="11518"/>
                    <a:pt x="11001" y="11778"/>
                    <a:pt x="11323" y="11778"/>
                  </a:cubicBezTo>
                  <a:lnTo>
                    <a:pt x="11721" y="11778"/>
                  </a:lnTo>
                  <a:lnTo>
                    <a:pt x="11721" y="12845"/>
                  </a:lnTo>
                  <a:cubicBezTo>
                    <a:pt x="11048" y="12404"/>
                    <a:pt x="10604" y="11645"/>
                    <a:pt x="10604" y="10784"/>
                  </a:cubicBezTo>
                  <a:lnTo>
                    <a:pt x="10604" y="7826"/>
                  </a:lnTo>
                  <a:cubicBezTo>
                    <a:pt x="10604" y="6966"/>
                    <a:pt x="11048" y="6207"/>
                    <a:pt x="11721" y="5765"/>
                  </a:cubicBezTo>
                  <a:close/>
                  <a:moveTo>
                    <a:pt x="14831" y="5408"/>
                  </a:moveTo>
                  <a:cubicBezTo>
                    <a:pt x="14945" y="5431"/>
                    <a:pt x="15058" y="5463"/>
                    <a:pt x="15165" y="5501"/>
                  </a:cubicBezTo>
                  <a:lnTo>
                    <a:pt x="15165" y="6150"/>
                  </a:lnTo>
                  <a:cubicBezTo>
                    <a:pt x="15165" y="6297"/>
                    <a:pt x="15285" y="6415"/>
                    <a:pt x="15431" y="6415"/>
                  </a:cubicBezTo>
                  <a:cubicBezTo>
                    <a:pt x="15578" y="6415"/>
                    <a:pt x="15697" y="6295"/>
                    <a:pt x="15697" y="6150"/>
                  </a:cubicBezTo>
                  <a:lnTo>
                    <a:pt x="15697" y="5765"/>
                  </a:lnTo>
                  <a:cubicBezTo>
                    <a:pt x="16370" y="6207"/>
                    <a:pt x="16815" y="6966"/>
                    <a:pt x="16815" y="7826"/>
                  </a:cubicBezTo>
                  <a:lnTo>
                    <a:pt x="16815" y="10784"/>
                  </a:lnTo>
                  <a:cubicBezTo>
                    <a:pt x="16815" y="11645"/>
                    <a:pt x="16370" y="12404"/>
                    <a:pt x="15697" y="12845"/>
                  </a:cubicBezTo>
                  <a:lnTo>
                    <a:pt x="15697" y="11778"/>
                  </a:lnTo>
                  <a:lnTo>
                    <a:pt x="16096" y="11778"/>
                  </a:lnTo>
                  <a:cubicBezTo>
                    <a:pt x="16417" y="11778"/>
                    <a:pt x="16679" y="11518"/>
                    <a:pt x="16679" y="11196"/>
                  </a:cubicBezTo>
                  <a:lnTo>
                    <a:pt x="16679" y="8512"/>
                  </a:lnTo>
                  <a:cubicBezTo>
                    <a:pt x="16679" y="8191"/>
                    <a:pt x="16417" y="7930"/>
                    <a:pt x="16096" y="7930"/>
                  </a:cubicBezTo>
                  <a:lnTo>
                    <a:pt x="15697" y="7930"/>
                  </a:lnTo>
                  <a:lnTo>
                    <a:pt x="15697" y="7603"/>
                  </a:lnTo>
                  <a:cubicBezTo>
                    <a:pt x="15697" y="7456"/>
                    <a:pt x="15578" y="7337"/>
                    <a:pt x="15431" y="7337"/>
                  </a:cubicBezTo>
                  <a:cubicBezTo>
                    <a:pt x="15285" y="7337"/>
                    <a:pt x="15165" y="7456"/>
                    <a:pt x="15165" y="7603"/>
                  </a:cubicBezTo>
                  <a:lnTo>
                    <a:pt x="15165" y="7930"/>
                  </a:lnTo>
                  <a:lnTo>
                    <a:pt x="12253" y="7930"/>
                  </a:lnTo>
                  <a:lnTo>
                    <a:pt x="12253" y="5501"/>
                  </a:lnTo>
                  <a:cubicBezTo>
                    <a:pt x="12361" y="5463"/>
                    <a:pt x="12473" y="5431"/>
                    <a:pt x="12588" y="5408"/>
                  </a:cubicBezTo>
                  <a:lnTo>
                    <a:pt x="12588" y="5822"/>
                  </a:lnTo>
                  <a:cubicBezTo>
                    <a:pt x="12588" y="6066"/>
                    <a:pt x="12787" y="6263"/>
                    <a:pt x="13029" y="6263"/>
                  </a:cubicBezTo>
                  <a:lnTo>
                    <a:pt x="14389" y="6263"/>
                  </a:lnTo>
                  <a:cubicBezTo>
                    <a:pt x="14633" y="6263"/>
                    <a:pt x="14831" y="6066"/>
                    <a:pt x="14831" y="5822"/>
                  </a:cubicBezTo>
                  <a:lnTo>
                    <a:pt x="14831" y="5408"/>
                  </a:lnTo>
                  <a:close/>
                  <a:moveTo>
                    <a:pt x="15165" y="11778"/>
                  </a:moveTo>
                  <a:lnTo>
                    <a:pt x="15165" y="13110"/>
                  </a:lnTo>
                  <a:cubicBezTo>
                    <a:pt x="14907" y="13201"/>
                    <a:pt x="14628" y="13252"/>
                    <a:pt x="14339" y="13252"/>
                  </a:cubicBezTo>
                  <a:lnTo>
                    <a:pt x="13080" y="13252"/>
                  </a:lnTo>
                  <a:cubicBezTo>
                    <a:pt x="12790" y="13252"/>
                    <a:pt x="12511" y="13201"/>
                    <a:pt x="12253" y="13110"/>
                  </a:cubicBezTo>
                  <a:lnTo>
                    <a:pt x="12253" y="11778"/>
                  </a:lnTo>
                  <a:close/>
                  <a:moveTo>
                    <a:pt x="14686" y="13763"/>
                  </a:moveTo>
                  <a:lnTo>
                    <a:pt x="14686" y="14163"/>
                  </a:lnTo>
                  <a:lnTo>
                    <a:pt x="12732" y="14163"/>
                  </a:lnTo>
                  <a:lnTo>
                    <a:pt x="12732" y="13763"/>
                  </a:lnTo>
                  <a:cubicBezTo>
                    <a:pt x="12846" y="13775"/>
                    <a:pt x="12962" y="13784"/>
                    <a:pt x="13080" y="13784"/>
                  </a:cubicBezTo>
                  <a:lnTo>
                    <a:pt x="14339" y="13784"/>
                  </a:lnTo>
                  <a:cubicBezTo>
                    <a:pt x="14456" y="13784"/>
                    <a:pt x="14572" y="13775"/>
                    <a:pt x="14686" y="13763"/>
                  </a:cubicBezTo>
                  <a:close/>
                  <a:moveTo>
                    <a:pt x="16094" y="15780"/>
                  </a:moveTo>
                  <a:cubicBezTo>
                    <a:pt x="16245" y="15780"/>
                    <a:pt x="16368" y="15902"/>
                    <a:pt x="16368" y="16052"/>
                  </a:cubicBezTo>
                  <a:lnTo>
                    <a:pt x="16368" y="16588"/>
                  </a:lnTo>
                  <a:lnTo>
                    <a:pt x="11050" y="16588"/>
                  </a:lnTo>
                  <a:lnTo>
                    <a:pt x="11050" y="16052"/>
                  </a:lnTo>
                  <a:cubicBezTo>
                    <a:pt x="11050" y="15902"/>
                    <a:pt x="11174" y="15780"/>
                    <a:pt x="11324" y="15780"/>
                  </a:cubicBezTo>
                  <a:close/>
                  <a:moveTo>
                    <a:pt x="1965" y="1"/>
                  </a:moveTo>
                  <a:cubicBezTo>
                    <a:pt x="1359" y="1"/>
                    <a:pt x="866" y="491"/>
                    <a:pt x="866" y="1096"/>
                  </a:cubicBezTo>
                  <a:lnTo>
                    <a:pt x="866" y="4485"/>
                  </a:lnTo>
                  <a:cubicBezTo>
                    <a:pt x="369" y="4613"/>
                    <a:pt x="1" y="5062"/>
                    <a:pt x="1" y="5597"/>
                  </a:cubicBezTo>
                  <a:lnTo>
                    <a:pt x="1" y="5693"/>
                  </a:lnTo>
                  <a:cubicBezTo>
                    <a:pt x="1" y="6263"/>
                    <a:pt x="417" y="6736"/>
                    <a:pt x="964" y="6826"/>
                  </a:cubicBezTo>
                  <a:cubicBezTo>
                    <a:pt x="1208" y="7789"/>
                    <a:pt x="1894" y="8579"/>
                    <a:pt x="2794" y="8968"/>
                  </a:cubicBezTo>
                  <a:lnTo>
                    <a:pt x="2794" y="9309"/>
                  </a:lnTo>
                  <a:lnTo>
                    <a:pt x="1198" y="9309"/>
                  </a:lnTo>
                  <a:cubicBezTo>
                    <a:pt x="577" y="9309"/>
                    <a:pt x="70" y="9813"/>
                    <a:pt x="70" y="10433"/>
                  </a:cubicBezTo>
                  <a:lnTo>
                    <a:pt x="70" y="11353"/>
                  </a:lnTo>
                  <a:cubicBezTo>
                    <a:pt x="70" y="11549"/>
                    <a:pt x="229" y="11708"/>
                    <a:pt x="426" y="11708"/>
                  </a:cubicBezTo>
                  <a:lnTo>
                    <a:pt x="4913" y="11708"/>
                  </a:lnTo>
                  <a:cubicBezTo>
                    <a:pt x="5060" y="11708"/>
                    <a:pt x="5179" y="11589"/>
                    <a:pt x="5179" y="11443"/>
                  </a:cubicBezTo>
                  <a:cubicBezTo>
                    <a:pt x="5179" y="11296"/>
                    <a:pt x="5060" y="11177"/>
                    <a:pt x="4913" y="11177"/>
                  </a:cubicBezTo>
                  <a:lnTo>
                    <a:pt x="602" y="11177"/>
                  </a:lnTo>
                  <a:lnTo>
                    <a:pt x="602" y="10433"/>
                  </a:lnTo>
                  <a:cubicBezTo>
                    <a:pt x="602" y="10107"/>
                    <a:pt x="869" y="9841"/>
                    <a:pt x="1198" y="9841"/>
                  </a:cubicBezTo>
                  <a:lnTo>
                    <a:pt x="3060" y="9841"/>
                  </a:lnTo>
                  <a:cubicBezTo>
                    <a:pt x="3207" y="9841"/>
                    <a:pt x="3326" y="9722"/>
                    <a:pt x="3326" y="9575"/>
                  </a:cubicBezTo>
                  <a:lnTo>
                    <a:pt x="3326" y="9144"/>
                  </a:lnTo>
                  <a:cubicBezTo>
                    <a:pt x="3562" y="9200"/>
                    <a:pt x="3808" y="9229"/>
                    <a:pt x="4061" y="9229"/>
                  </a:cubicBezTo>
                  <a:lnTo>
                    <a:pt x="4093" y="9229"/>
                  </a:lnTo>
                  <a:cubicBezTo>
                    <a:pt x="4346" y="9229"/>
                    <a:pt x="4592" y="9200"/>
                    <a:pt x="4828" y="9144"/>
                  </a:cubicBezTo>
                  <a:lnTo>
                    <a:pt x="4828" y="9575"/>
                  </a:lnTo>
                  <a:cubicBezTo>
                    <a:pt x="4828" y="9722"/>
                    <a:pt x="4947" y="9841"/>
                    <a:pt x="5094" y="9841"/>
                  </a:cubicBezTo>
                  <a:lnTo>
                    <a:pt x="6957" y="9841"/>
                  </a:lnTo>
                  <a:cubicBezTo>
                    <a:pt x="7285" y="9841"/>
                    <a:pt x="7552" y="10107"/>
                    <a:pt x="7552" y="10433"/>
                  </a:cubicBezTo>
                  <a:lnTo>
                    <a:pt x="7552" y="11177"/>
                  </a:lnTo>
                  <a:lnTo>
                    <a:pt x="6437" y="11177"/>
                  </a:lnTo>
                  <a:cubicBezTo>
                    <a:pt x="6290" y="11177"/>
                    <a:pt x="6171" y="11296"/>
                    <a:pt x="6171" y="11443"/>
                  </a:cubicBezTo>
                  <a:cubicBezTo>
                    <a:pt x="6171" y="11589"/>
                    <a:pt x="6290" y="11708"/>
                    <a:pt x="6437" y="11708"/>
                  </a:cubicBezTo>
                  <a:lnTo>
                    <a:pt x="7729" y="11708"/>
                  </a:lnTo>
                  <a:cubicBezTo>
                    <a:pt x="7925" y="11708"/>
                    <a:pt x="8084" y="11549"/>
                    <a:pt x="8084" y="11353"/>
                  </a:cubicBezTo>
                  <a:lnTo>
                    <a:pt x="8084" y="10433"/>
                  </a:lnTo>
                  <a:cubicBezTo>
                    <a:pt x="8084" y="9813"/>
                    <a:pt x="7578" y="9309"/>
                    <a:pt x="6957" y="9309"/>
                  </a:cubicBezTo>
                  <a:lnTo>
                    <a:pt x="5360" y="9309"/>
                  </a:lnTo>
                  <a:lnTo>
                    <a:pt x="5360" y="8968"/>
                  </a:lnTo>
                  <a:cubicBezTo>
                    <a:pt x="6260" y="8579"/>
                    <a:pt x="6946" y="7789"/>
                    <a:pt x="7191" y="6826"/>
                  </a:cubicBezTo>
                  <a:cubicBezTo>
                    <a:pt x="7737" y="6736"/>
                    <a:pt x="8154" y="6263"/>
                    <a:pt x="8154" y="5693"/>
                  </a:cubicBezTo>
                  <a:lnTo>
                    <a:pt x="8154" y="5597"/>
                  </a:lnTo>
                  <a:cubicBezTo>
                    <a:pt x="8154" y="5062"/>
                    <a:pt x="7785" y="4613"/>
                    <a:pt x="7288" y="4485"/>
                  </a:cubicBezTo>
                  <a:lnTo>
                    <a:pt x="7288" y="3710"/>
                  </a:lnTo>
                  <a:lnTo>
                    <a:pt x="7626" y="3710"/>
                  </a:lnTo>
                  <a:cubicBezTo>
                    <a:pt x="7870" y="3710"/>
                    <a:pt x="8069" y="3512"/>
                    <a:pt x="8069" y="3268"/>
                  </a:cubicBezTo>
                  <a:lnTo>
                    <a:pt x="8069" y="3175"/>
                  </a:lnTo>
                  <a:lnTo>
                    <a:pt x="8459" y="3175"/>
                  </a:lnTo>
                  <a:lnTo>
                    <a:pt x="8459" y="7721"/>
                  </a:lnTo>
                  <a:cubicBezTo>
                    <a:pt x="8459" y="7965"/>
                    <a:pt x="8657" y="8163"/>
                    <a:pt x="8901" y="8163"/>
                  </a:cubicBezTo>
                  <a:lnTo>
                    <a:pt x="9277" y="8163"/>
                  </a:lnTo>
                  <a:lnTo>
                    <a:pt x="9277" y="8342"/>
                  </a:lnTo>
                  <a:cubicBezTo>
                    <a:pt x="9277" y="8586"/>
                    <a:pt x="9476" y="8784"/>
                    <a:pt x="9721" y="8784"/>
                  </a:cubicBezTo>
                  <a:lnTo>
                    <a:pt x="10072" y="8784"/>
                  </a:lnTo>
                  <a:lnTo>
                    <a:pt x="10072" y="8800"/>
                  </a:lnTo>
                  <a:cubicBezTo>
                    <a:pt x="9616" y="8881"/>
                    <a:pt x="9268" y="9280"/>
                    <a:pt x="9268" y="9759"/>
                  </a:cubicBezTo>
                  <a:lnTo>
                    <a:pt x="9268" y="10891"/>
                  </a:lnTo>
                  <a:cubicBezTo>
                    <a:pt x="9268" y="11428"/>
                    <a:pt x="9705" y="11866"/>
                    <a:pt x="10243" y="11866"/>
                  </a:cubicBezTo>
                  <a:lnTo>
                    <a:pt x="10275" y="11866"/>
                  </a:lnTo>
                  <a:cubicBezTo>
                    <a:pt x="10607" y="12718"/>
                    <a:pt x="11317" y="13382"/>
                    <a:pt x="12200" y="13652"/>
                  </a:cubicBezTo>
                  <a:lnTo>
                    <a:pt x="12200" y="14163"/>
                  </a:lnTo>
                  <a:lnTo>
                    <a:pt x="10324" y="14163"/>
                  </a:lnTo>
                  <a:cubicBezTo>
                    <a:pt x="9755" y="14163"/>
                    <a:pt x="9291" y="14624"/>
                    <a:pt x="9291" y="15193"/>
                  </a:cubicBezTo>
                  <a:lnTo>
                    <a:pt x="9291" y="16852"/>
                  </a:lnTo>
                  <a:cubicBezTo>
                    <a:pt x="9291" y="17000"/>
                    <a:pt x="9411" y="17118"/>
                    <a:pt x="9557" y="17118"/>
                  </a:cubicBezTo>
                  <a:lnTo>
                    <a:pt x="17860" y="17118"/>
                  </a:lnTo>
                  <a:cubicBezTo>
                    <a:pt x="18008" y="17118"/>
                    <a:pt x="18126" y="16999"/>
                    <a:pt x="18126" y="16852"/>
                  </a:cubicBezTo>
                  <a:lnTo>
                    <a:pt x="18126" y="15193"/>
                  </a:lnTo>
                  <a:cubicBezTo>
                    <a:pt x="18126" y="14625"/>
                    <a:pt x="17663" y="14163"/>
                    <a:pt x="17094" y="14163"/>
                  </a:cubicBezTo>
                  <a:lnTo>
                    <a:pt x="16788" y="14163"/>
                  </a:lnTo>
                  <a:cubicBezTo>
                    <a:pt x="16641" y="14163"/>
                    <a:pt x="16522" y="14281"/>
                    <a:pt x="16522" y="14428"/>
                  </a:cubicBezTo>
                  <a:cubicBezTo>
                    <a:pt x="16522" y="14575"/>
                    <a:pt x="16641" y="14694"/>
                    <a:pt x="16788" y="14694"/>
                  </a:cubicBezTo>
                  <a:lnTo>
                    <a:pt x="17094" y="14694"/>
                  </a:lnTo>
                  <a:cubicBezTo>
                    <a:pt x="17370" y="14694"/>
                    <a:pt x="17594" y="14918"/>
                    <a:pt x="17594" y="15193"/>
                  </a:cubicBezTo>
                  <a:lnTo>
                    <a:pt x="17594" y="16587"/>
                  </a:lnTo>
                  <a:lnTo>
                    <a:pt x="16899" y="16587"/>
                  </a:lnTo>
                  <a:lnTo>
                    <a:pt x="16899" y="16052"/>
                  </a:lnTo>
                  <a:cubicBezTo>
                    <a:pt x="16899" y="15608"/>
                    <a:pt x="16537" y="15248"/>
                    <a:pt x="16094" y="15248"/>
                  </a:cubicBezTo>
                  <a:lnTo>
                    <a:pt x="11324" y="15248"/>
                  </a:lnTo>
                  <a:cubicBezTo>
                    <a:pt x="10880" y="15248"/>
                    <a:pt x="10518" y="15608"/>
                    <a:pt x="10518" y="16052"/>
                  </a:cubicBezTo>
                  <a:lnTo>
                    <a:pt x="10518" y="16587"/>
                  </a:lnTo>
                  <a:lnTo>
                    <a:pt x="9823" y="16587"/>
                  </a:lnTo>
                  <a:lnTo>
                    <a:pt x="9823" y="15193"/>
                  </a:lnTo>
                  <a:cubicBezTo>
                    <a:pt x="9823" y="14918"/>
                    <a:pt x="10048" y="14694"/>
                    <a:pt x="10324" y="14694"/>
                  </a:cubicBezTo>
                  <a:lnTo>
                    <a:pt x="15406" y="14694"/>
                  </a:lnTo>
                  <a:cubicBezTo>
                    <a:pt x="15553" y="14694"/>
                    <a:pt x="15672" y="14575"/>
                    <a:pt x="15672" y="14428"/>
                  </a:cubicBezTo>
                  <a:cubicBezTo>
                    <a:pt x="15672" y="14281"/>
                    <a:pt x="15553" y="14163"/>
                    <a:pt x="15406" y="14163"/>
                  </a:cubicBezTo>
                  <a:lnTo>
                    <a:pt x="15218" y="14163"/>
                  </a:lnTo>
                  <a:lnTo>
                    <a:pt x="15218" y="13652"/>
                  </a:lnTo>
                  <a:cubicBezTo>
                    <a:pt x="16101" y="13383"/>
                    <a:pt x="16811" y="12718"/>
                    <a:pt x="17143" y="11866"/>
                  </a:cubicBezTo>
                  <a:lnTo>
                    <a:pt x="17175" y="11866"/>
                  </a:lnTo>
                  <a:cubicBezTo>
                    <a:pt x="17712" y="11866"/>
                    <a:pt x="18149" y="11428"/>
                    <a:pt x="18149" y="10891"/>
                  </a:cubicBezTo>
                  <a:lnTo>
                    <a:pt x="18149" y="9759"/>
                  </a:lnTo>
                  <a:cubicBezTo>
                    <a:pt x="18149" y="9280"/>
                    <a:pt x="17802" y="8881"/>
                    <a:pt x="17346" y="8800"/>
                  </a:cubicBezTo>
                  <a:lnTo>
                    <a:pt x="17346" y="7826"/>
                  </a:lnTo>
                  <a:cubicBezTo>
                    <a:pt x="17346" y="6173"/>
                    <a:pt x="15997" y="4827"/>
                    <a:pt x="14338" y="4827"/>
                  </a:cubicBezTo>
                  <a:lnTo>
                    <a:pt x="13080" y="4827"/>
                  </a:lnTo>
                  <a:cubicBezTo>
                    <a:pt x="11660" y="4827"/>
                    <a:pt x="10468" y="5813"/>
                    <a:pt x="10153" y="7134"/>
                  </a:cubicBezTo>
                  <a:lnTo>
                    <a:pt x="9721" y="7134"/>
                  </a:lnTo>
                  <a:cubicBezTo>
                    <a:pt x="9476" y="7134"/>
                    <a:pt x="9278" y="7334"/>
                    <a:pt x="9278" y="7578"/>
                  </a:cubicBezTo>
                  <a:lnTo>
                    <a:pt x="9278" y="7631"/>
                  </a:lnTo>
                  <a:lnTo>
                    <a:pt x="8991" y="7631"/>
                  </a:lnTo>
                  <a:lnTo>
                    <a:pt x="8991" y="3087"/>
                  </a:lnTo>
                  <a:cubicBezTo>
                    <a:pt x="8991" y="2843"/>
                    <a:pt x="8791" y="2643"/>
                    <a:pt x="8547" y="2643"/>
                  </a:cubicBezTo>
                  <a:lnTo>
                    <a:pt x="8069" y="2643"/>
                  </a:lnTo>
                  <a:lnTo>
                    <a:pt x="8069" y="2503"/>
                  </a:lnTo>
                  <a:cubicBezTo>
                    <a:pt x="8069" y="2258"/>
                    <a:pt x="7870" y="2060"/>
                    <a:pt x="7626" y="2060"/>
                  </a:cubicBezTo>
                  <a:lnTo>
                    <a:pt x="7287" y="2060"/>
                  </a:lnTo>
                  <a:cubicBezTo>
                    <a:pt x="7275" y="1120"/>
                    <a:pt x="6505" y="359"/>
                    <a:pt x="5558" y="359"/>
                  </a:cubicBezTo>
                  <a:cubicBezTo>
                    <a:pt x="5386" y="359"/>
                    <a:pt x="5214" y="386"/>
                    <a:pt x="5049" y="437"/>
                  </a:cubicBezTo>
                  <a:cubicBezTo>
                    <a:pt x="4849" y="172"/>
                    <a:pt x="4529" y="1"/>
                    <a:pt x="4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1">
              <a:extLst>
                <a:ext uri="{FF2B5EF4-FFF2-40B4-BE49-F238E27FC236}">
                  <a16:creationId xmlns:a16="http://schemas.microsoft.com/office/drawing/2014/main" id="{8ADE7D7E-CADE-1A8A-42C1-6E0B976297E0}"/>
                </a:ext>
              </a:extLst>
            </p:cNvPr>
            <p:cNvSpPr/>
            <p:nvPr/>
          </p:nvSpPr>
          <p:spPr>
            <a:xfrm>
              <a:off x="4384911" y="2616752"/>
              <a:ext cx="63980" cy="42852"/>
            </a:xfrm>
            <a:custGeom>
              <a:avLst/>
              <a:gdLst/>
              <a:ahLst/>
              <a:cxnLst/>
              <a:rect l="l" t="t" r="r" b="b"/>
              <a:pathLst>
                <a:path w="1929" h="1292" extrusionOk="0">
                  <a:moveTo>
                    <a:pt x="1396" y="533"/>
                  </a:moveTo>
                  <a:lnTo>
                    <a:pt x="1396" y="760"/>
                  </a:lnTo>
                  <a:lnTo>
                    <a:pt x="532" y="760"/>
                  </a:lnTo>
                  <a:lnTo>
                    <a:pt x="532" y="533"/>
                  </a:lnTo>
                  <a:close/>
                  <a:moveTo>
                    <a:pt x="373" y="1"/>
                  </a:moveTo>
                  <a:cubicBezTo>
                    <a:pt x="167" y="1"/>
                    <a:pt x="1" y="168"/>
                    <a:pt x="1" y="373"/>
                  </a:cubicBezTo>
                  <a:lnTo>
                    <a:pt x="1" y="920"/>
                  </a:lnTo>
                  <a:cubicBezTo>
                    <a:pt x="1" y="1125"/>
                    <a:pt x="167" y="1292"/>
                    <a:pt x="373" y="1292"/>
                  </a:cubicBezTo>
                  <a:lnTo>
                    <a:pt x="1556" y="1292"/>
                  </a:lnTo>
                  <a:cubicBezTo>
                    <a:pt x="1762" y="1292"/>
                    <a:pt x="1928" y="1125"/>
                    <a:pt x="1928" y="920"/>
                  </a:cubicBezTo>
                  <a:lnTo>
                    <a:pt x="1928" y="373"/>
                  </a:lnTo>
                  <a:cubicBezTo>
                    <a:pt x="1928" y="168"/>
                    <a:pt x="1762" y="1"/>
                    <a:pt x="1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1">
              <a:extLst>
                <a:ext uri="{FF2B5EF4-FFF2-40B4-BE49-F238E27FC236}">
                  <a16:creationId xmlns:a16="http://schemas.microsoft.com/office/drawing/2014/main" id="{5C98CF05-ED54-866C-D38C-A480EC220C95}"/>
                </a:ext>
              </a:extLst>
            </p:cNvPr>
            <p:cNvSpPr/>
            <p:nvPr/>
          </p:nvSpPr>
          <p:spPr>
            <a:xfrm>
              <a:off x="4465077" y="2616752"/>
              <a:ext cx="64013" cy="42852"/>
            </a:xfrm>
            <a:custGeom>
              <a:avLst/>
              <a:gdLst/>
              <a:ahLst/>
              <a:cxnLst/>
              <a:rect l="l" t="t" r="r" b="b"/>
              <a:pathLst>
                <a:path w="1930" h="1292" extrusionOk="0">
                  <a:moveTo>
                    <a:pt x="1397" y="533"/>
                  </a:moveTo>
                  <a:lnTo>
                    <a:pt x="1397" y="760"/>
                  </a:lnTo>
                  <a:lnTo>
                    <a:pt x="533" y="760"/>
                  </a:lnTo>
                  <a:lnTo>
                    <a:pt x="533" y="533"/>
                  </a:lnTo>
                  <a:close/>
                  <a:moveTo>
                    <a:pt x="373" y="1"/>
                  </a:moveTo>
                  <a:cubicBezTo>
                    <a:pt x="167" y="1"/>
                    <a:pt x="1" y="168"/>
                    <a:pt x="1" y="373"/>
                  </a:cubicBezTo>
                  <a:lnTo>
                    <a:pt x="1" y="920"/>
                  </a:lnTo>
                  <a:cubicBezTo>
                    <a:pt x="1" y="1125"/>
                    <a:pt x="167" y="1292"/>
                    <a:pt x="373" y="1292"/>
                  </a:cubicBezTo>
                  <a:lnTo>
                    <a:pt x="1556" y="1292"/>
                  </a:lnTo>
                  <a:cubicBezTo>
                    <a:pt x="1762" y="1292"/>
                    <a:pt x="1929" y="1125"/>
                    <a:pt x="1929" y="920"/>
                  </a:cubicBezTo>
                  <a:lnTo>
                    <a:pt x="1929" y="373"/>
                  </a:lnTo>
                  <a:cubicBezTo>
                    <a:pt x="1929" y="168"/>
                    <a:pt x="1762" y="1"/>
                    <a:pt x="1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1">
              <a:extLst>
                <a:ext uri="{FF2B5EF4-FFF2-40B4-BE49-F238E27FC236}">
                  <a16:creationId xmlns:a16="http://schemas.microsoft.com/office/drawing/2014/main" id="{0676DE7D-2BD5-3D4B-DC07-8E3763ABEF67}"/>
                </a:ext>
              </a:extLst>
            </p:cNvPr>
            <p:cNvSpPr/>
            <p:nvPr/>
          </p:nvSpPr>
          <p:spPr>
            <a:xfrm>
              <a:off x="4376221" y="2833567"/>
              <a:ext cx="45506" cy="17645"/>
            </a:xfrm>
            <a:custGeom>
              <a:avLst/>
              <a:gdLst/>
              <a:ahLst/>
              <a:cxnLst/>
              <a:rect l="l" t="t" r="r" b="b"/>
              <a:pathLst>
                <a:path w="1372" h="532" extrusionOk="0">
                  <a:moveTo>
                    <a:pt x="266" y="0"/>
                  </a:moveTo>
                  <a:cubicBezTo>
                    <a:pt x="119" y="0"/>
                    <a:pt x="0" y="118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1106" y="531"/>
                  </a:lnTo>
                  <a:cubicBezTo>
                    <a:pt x="1253" y="531"/>
                    <a:pt x="1372" y="412"/>
                    <a:pt x="1372" y="266"/>
                  </a:cubicBezTo>
                  <a:cubicBezTo>
                    <a:pt x="1372" y="118"/>
                    <a:pt x="1253" y="0"/>
                    <a:pt x="1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1">
              <a:extLst>
                <a:ext uri="{FF2B5EF4-FFF2-40B4-BE49-F238E27FC236}">
                  <a16:creationId xmlns:a16="http://schemas.microsoft.com/office/drawing/2014/main" id="{343DF786-BE73-3BD3-4D6A-D77BB521B7C7}"/>
                </a:ext>
              </a:extLst>
            </p:cNvPr>
            <p:cNvSpPr/>
            <p:nvPr/>
          </p:nvSpPr>
          <p:spPr>
            <a:xfrm>
              <a:off x="4466801" y="283356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5" y="0"/>
                    <a:pt x="128" y="28"/>
                    <a:pt x="78" y="77"/>
                  </a:cubicBezTo>
                  <a:cubicBezTo>
                    <a:pt x="28" y="128"/>
                    <a:pt x="0" y="195"/>
                    <a:pt x="0" y="265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8" y="503"/>
                    <a:pt x="195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4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1">
              <a:extLst>
                <a:ext uri="{FF2B5EF4-FFF2-40B4-BE49-F238E27FC236}">
                  <a16:creationId xmlns:a16="http://schemas.microsoft.com/office/drawing/2014/main" id="{C68663AC-A300-155E-BFC0-95595A445E24}"/>
                </a:ext>
              </a:extLst>
            </p:cNvPr>
            <p:cNvSpPr/>
            <p:nvPr/>
          </p:nvSpPr>
          <p:spPr>
            <a:xfrm>
              <a:off x="4492340" y="283356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5" y="0"/>
                    <a:pt x="128" y="28"/>
                    <a:pt x="77" y="77"/>
                  </a:cubicBezTo>
                  <a:cubicBezTo>
                    <a:pt x="29" y="128"/>
                    <a:pt x="0" y="195"/>
                    <a:pt x="0" y="265"/>
                  </a:cubicBezTo>
                  <a:cubicBezTo>
                    <a:pt x="0" y="336"/>
                    <a:pt x="29" y="404"/>
                    <a:pt x="77" y="454"/>
                  </a:cubicBezTo>
                  <a:cubicBezTo>
                    <a:pt x="128" y="503"/>
                    <a:pt x="195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4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1">
              <a:extLst>
                <a:ext uri="{FF2B5EF4-FFF2-40B4-BE49-F238E27FC236}">
                  <a16:creationId xmlns:a16="http://schemas.microsoft.com/office/drawing/2014/main" id="{FF7456E9-31EF-992D-143A-2B4F5159BFF5}"/>
                </a:ext>
              </a:extLst>
            </p:cNvPr>
            <p:cNvSpPr/>
            <p:nvPr/>
          </p:nvSpPr>
          <p:spPr>
            <a:xfrm>
              <a:off x="4517879" y="283356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5" y="0"/>
                    <a:pt x="128" y="28"/>
                    <a:pt x="77" y="77"/>
                  </a:cubicBezTo>
                  <a:cubicBezTo>
                    <a:pt x="29" y="128"/>
                    <a:pt x="0" y="195"/>
                    <a:pt x="0" y="265"/>
                  </a:cubicBezTo>
                  <a:cubicBezTo>
                    <a:pt x="0" y="336"/>
                    <a:pt x="29" y="404"/>
                    <a:pt x="77" y="454"/>
                  </a:cubicBezTo>
                  <a:cubicBezTo>
                    <a:pt x="128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1">
              <a:extLst>
                <a:ext uri="{FF2B5EF4-FFF2-40B4-BE49-F238E27FC236}">
                  <a16:creationId xmlns:a16="http://schemas.microsoft.com/office/drawing/2014/main" id="{5C4D775B-693B-5532-D8EF-96C2AE45C38C}"/>
                </a:ext>
              </a:extLst>
            </p:cNvPr>
            <p:cNvSpPr/>
            <p:nvPr/>
          </p:nvSpPr>
          <p:spPr>
            <a:xfrm>
              <a:off x="4422622" y="2534894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5" y="1"/>
                  </a:moveTo>
                  <a:cubicBezTo>
                    <a:pt x="197" y="1"/>
                    <a:pt x="127" y="29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6"/>
                    <a:pt x="28" y="405"/>
                    <a:pt x="79" y="455"/>
                  </a:cubicBezTo>
                  <a:cubicBezTo>
                    <a:pt x="127" y="504"/>
                    <a:pt x="196" y="533"/>
                    <a:pt x="265" y="533"/>
                  </a:cubicBezTo>
                  <a:cubicBezTo>
                    <a:pt x="336" y="533"/>
                    <a:pt x="404" y="504"/>
                    <a:pt x="453" y="455"/>
                  </a:cubicBezTo>
                  <a:cubicBezTo>
                    <a:pt x="504" y="405"/>
                    <a:pt x="531" y="336"/>
                    <a:pt x="531" y="267"/>
                  </a:cubicBezTo>
                  <a:cubicBezTo>
                    <a:pt x="531" y="197"/>
                    <a:pt x="504" y="128"/>
                    <a:pt x="453" y="79"/>
                  </a:cubicBezTo>
                  <a:cubicBezTo>
                    <a:pt x="404" y="29"/>
                    <a:pt x="336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1">
              <a:extLst>
                <a:ext uri="{FF2B5EF4-FFF2-40B4-BE49-F238E27FC236}">
                  <a16:creationId xmlns:a16="http://schemas.microsoft.com/office/drawing/2014/main" id="{2E83961D-2408-B678-C7AC-B2CD15C25CF5}"/>
                </a:ext>
              </a:extLst>
            </p:cNvPr>
            <p:cNvSpPr/>
            <p:nvPr/>
          </p:nvSpPr>
          <p:spPr>
            <a:xfrm>
              <a:off x="4448161" y="25348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6" y="1"/>
                    <a:pt x="128" y="29"/>
                    <a:pt x="78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6"/>
                    <a:pt x="28" y="405"/>
                    <a:pt x="78" y="455"/>
                  </a:cubicBezTo>
                  <a:cubicBezTo>
                    <a:pt x="128" y="504"/>
                    <a:pt x="196" y="533"/>
                    <a:pt x="267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4" y="405"/>
                    <a:pt x="532" y="336"/>
                    <a:pt x="532" y="267"/>
                  </a:cubicBezTo>
                  <a:cubicBezTo>
                    <a:pt x="532" y="197"/>
                    <a:pt x="504" y="128"/>
                    <a:pt x="454" y="79"/>
                  </a:cubicBezTo>
                  <a:cubicBezTo>
                    <a:pt x="404" y="29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1">
              <a:extLst>
                <a:ext uri="{FF2B5EF4-FFF2-40B4-BE49-F238E27FC236}">
                  <a16:creationId xmlns:a16="http://schemas.microsoft.com/office/drawing/2014/main" id="{346E5001-1AA1-958D-CEF0-B110EFCC8D96}"/>
                </a:ext>
              </a:extLst>
            </p:cNvPr>
            <p:cNvSpPr/>
            <p:nvPr/>
          </p:nvSpPr>
          <p:spPr>
            <a:xfrm>
              <a:off x="4473700" y="2534894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9"/>
                    <a:pt x="79" y="79"/>
                  </a:cubicBezTo>
                  <a:cubicBezTo>
                    <a:pt x="29" y="128"/>
                    <a:pt x="1" y="197"/>
                    <a:pt x="1" y="267"/>
                  </a:cubicBezTo>
                  <a:cubicBezTo>
                    <a:pt x="1" y="336"/>
                    <a:pt x="29" y="405"/>
                    <a:pt x="79" y="455"/>
                  </a:cubicBezTo>
                  <a:cubicBezTo>
                    <a:pt x="128" y="504"/>
                    <a:pt x="197" y="533"/>
                    <a:pt x="267" y="533"/>
                  </a:cubicBezTo>
                  <a:cubicBezTo>
                    <a:pt x="336" y="533"/>
                    <a:pt x="404" y="504"/>
                    <a:pt x="455" y="455"/>
                  </a:cubicBezTo>
                  <a:cubicBezTo>
                    <a:pt x="504" y="405"/>
                    <a:pt x="533" y="336"/>
                    <a:pt x="533" y="267"/>
                  </a:cubicBezTo>
                  <a:cubicBezTo>
                    <a:pt x="533" y="197"/>
                    <a:pt x="504" y="128"/>
                    <a:pt x="455" y="79"/>
                  </a:cubicBezTo>
                  <a:cubicBezTo>
                    <a:pt x="405" y="29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1">
              <a:extLst>
                <a:ext uri="{FF2B5EF4-FFF2-40B4-BE49-F238E27FC236}">
                  <a16:creationId xmlns:a16="http://schemas.microsoft.com/office/drawing/2014/main" id="{22AB9EA3-6D60-5D44-A0BE-AF6BA0BCEEAD}"/>
                </a:ext>
              </a:extLst>
            </p:cNvPr>
            <p:cNvSpPr/>
            <p:nvPr/>
          </p:nvSpPr>
          <p:spPr>
            <a:xfrm>
              <a:off x="4418543" y="2700433"/>
              <a:ext cx="76882" cy="17645"/>
            </a:xfrm>
            <a:custGeom>
              <a:avLst/>
              <a:gdLst/>
              <a:ahLst/>
              <a:cxnLst/>
              <a:rect l="l" t="t" r="r" b="b"/>
              <a:pathLst>
                <a:path w="2318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2052" y="532"/>
                  </a:lnTo>
                  <a:cubicBezTo>
                    <a:pt x="2199" y="532"/>
                    <a:pt x="2318" y="412"/>
                    <a:pt x="2318" y="267"/>
                  </a:cubicBezTo>
                  <a:cubicBezTo>
                    <a:pt x="2318" y="120"/>
                    <a:pt x="2199" y="1"/>
                    <a:pt x="2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1">
              <a:extLst>
                <a:ext uri="{FF2B5EF4-FFF2-40B4-BE49-F238E27FC236}">
                  <a16:creationId xmlns:a16="http://schemas.microsoft.com/office/drawing/2014/main" id="{8532C5F0-2B18-CAFB-6748-4B20690EABEA}"/>
                </a:ext>
              </a:extLst>
            </p:cNvPr>
            <p:cNvSpPr/>
            <p:nvPr/>
          </p:nvSpPr>
          <p:spPr>
            <a:xfrm>
              <a:off x="4418543" y="2721262"/>
              <a:ext cx="76882" cy="17645"/>
            </a:xfrm>
            <a:custGeom>
              <a:avLst/>
              <a:gdLst/>
              <a:ahLst/>
              <a:cxnLst/>
              <a:rect l="l" t="t" r="r" b="b"/>
              <a:pathLst>
                <a:path w="2318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052" y="532"/>
                  </a:lnTo>
                  <a:cubicBezTo>
                    <a:pt x="2199" y="532"/>
                    <a:pt x="2318" y="413"/>
                    <a:pt x="2318" y="266"/>
                  </a:cubicBezTo>
                  <a:cubicBezTo>
                    <a:pt x="2318" y="119"/>
                    <a:pt x="2199" y="0"/>
                    <a:pt x="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19" name="Google Shape;1819;p51">
            <a:extLst>
              <a:ext uri="{FF2B5EF4-FFF2-40B4-BE49-F238E27FC236}">
                <a16:creationId xmlns:a16="http://schemas.microsoft.com/office/drawing/2014/main" id="{0054986D-8955-B088-36F5-C47F4F01E980}"/>
              </a:ext>
            </a:extLst>
          </p:cNvPr>
          <p:cNvCxnSpPr>
            <a:cxnSpLocks/>
            <a:stCxn id="1775" idx="2"/>
            <a:endCxn id="1747" idx="3"/>
          </p:cNvCxnSpPr>
          <p:nvPr/>
        </p:nvCxnSpPr>
        <p:spPr>
          <a:xfrm flipH="1">
            <a:off x="1877375" y="1897825"/>
            <a:ext cx="1754400" cy="1959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0" name="Google Shape;1820;p51">
            <a:extLst>
              <a:ext uri="{FF2B5EF4-FFF2-40B4-BE49-F238E27FC236}">
                <a16:creationId xmlns:a16="http://schemas.microsoft.com/office/drawing/2014/main" id="{06CF1F2C-24BE-B098-D9C8-9B8DA8AD5C32}"/>
              </a:ext>
            </a:extLst>
          </p:cNvPr>
          <p:cNvCxnSpPr>
            <a:stCxn id="1747" idx="0"/>
            <a:endCxn id="1777" idx="1"/>
          </p:cNvCxnSpPr>
          <p:nvPr/>
        </p:nvCxnSpPr>
        <p:spPr>
          <a:xfrm rot="-5400000" flipH="1">
            <a:off x="2656688" y="2809000"/>
            <a:ext cx="195900" cy="17544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22" name="Google Shape;1822;p51">
            <a:extLst>
              <a:ext uri="{FF2B5EF4-FFF2-40B4-BE49-F238E27FC236}">
                <a16:creationId xmlns:a16="http://schemas.microsoft.com/office/drawing/2014/main" id="{7CD7F7FF-22BF-D7D6-623C-5D750EAFEC20}"/>
              </a:ext>
            </a:extLst>
          </p:cNvPr>
          <p:cNvGrpSpPr/>
          <p:nvPr/>
        </p:nvGrpSpPr>
        <p:grpSpPr>
          <a:xfrm>
            <a:off x="8347175" y="2061963"/>
            <a:ext cx="76825" cy="76800"/>
            <a:chOff x="3104875" y="1099400"/>
            <a:chExt cx="76825" cy="76800"/>
          </a:xfrm>
        </p:grpSpPr>
        <p:sp>
          <p:nvSpPr>
            <p:cNvPr id="1823" name="Google Shape;1823;p51">
              <a:extLst>
                <a:ext uri="{FF2B5EF4-FFF2-40B4-BE49-F238E27FC236}">
                  <a16:creationId xmlns:a16="http://schemas.microsoft.com/office/drawing/2014/main" id="{5B38AF33-51A7-EAAD-0BF5-2AA25ADF7AE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1">
              <a:extLst>
                <a:ext uri="{FF2B5EF4-FFF2-40B4-BE49-F238E27FC236}">
                  <a16:creationId xmlns:a16="http://schemas.microsoft.com/office/drawing/2014/main" id="{C8681B94-A475-BD88-92E9-C98696B71B3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5" name="Google Shape;1825;p51">
            <a:extLst>
              <a:ext uri="{FF2B5EF4-FFF2-40B4-BE49-F238E27FC236}">
                <a16:creationId xmlns:a16="http://schemas.microsoft.com/office/drawing/2014/main" id="{A654D55C-B0AD-4148-E524-06D8DFBE2DFE}"/>
              </a:ext>
            </a:extLst>
          </p:cNvPr>
          <p:cNvGrpSpPr/>
          <p:nvPr/>
        </p:nvGrpSpPr>
        <p:grpSpPr>
          <a:xfrm>
            <a:off x="613373" y="1882676"/>
            <a:ext cx="76825" cy="76800"/>
            <a:chOff x="3104875" y="1099400"/>
            <a:chExt cx="76825" cy="76800"/>
          </a:xfrm>
        </p:grpSpPr>
        <p:sp>
          <p:nvSpPr>
            <p:cNvPr id="1826" name="Google Shape;1826;p51">
              <a:extLst>
                <a:ext uri="{FF2B5EF4-FFF2-40B4-BE49-F238E27FC236}">
                  <a16:creationId xmlns:a16="http://schemas.microsoft.com/office/drawing/2014/main" id="{E1D7459D-54A3-A18E-3E58-C342E684416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1">
              <a:extLst>
                <a:ext uri="{FF2B5EF4-FFF2-40B4-BE49-F238E27FC236}">
                  <a16:creationId xmlns:a16="http://schemas.microsoft.com/office/drawing/2014/main" id="{D808D5B5-9680-294C-7C0B-F97FED1C772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28" name="Google Shape;1828;p51">
            <a:extLst>
              <a:ext uri="{FF2B5EF4-FFF2-40B4-BE49-F238E27FC236}">
                <a16:creationId xmlns:a16="http://schemas.microsoft.com/office/drawing/2014/main" id="{11B617B8-94B2-F9CC-C30A-A62BDEE70193}"/>
              </a:ext>
            </a:extLst>
          </p:cNvPr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829" name="Google Shape;1829;p51">
              <a:extLst>
                <a:ext uri="{FF2B5EF4-FFF2-40B4-BE49-F238E27FC236}">
                  <a16:creationId xmlns:a16="http://schemas.microsoft.com/office/drawing/2014/main" id="{7CD3C5E0-793A-24DB-45ED-C5C3B55A84E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1">
              <a:extLst>
                <a:ext uri="{FF2B5EF4-FFF2-40B4-BE49-F238E27FC236}">
                  <a16:creationId xmlns:a16="http://schemas.microsoft.com/office/drawing/2014/main" id="{FFCDA726-2BFF-E2CD-E921-BEE9C4C9867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31" name="Google Shape;1831;p51">
            <a:extLst>
              <a:ext uri="{FF2B5EF4-FFF2-40B4-BE49-F238E27FC236}">
                <a16:creationId xmlns:a16="http://schemas.microsoft.com/office/drawing/2014/main" id="{7BDEB1B8-88DD-CC46-CB31-E08BC785E0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5">
            <a:off x="7703780" y="3819835"/>
            <a:ext cx="1272639" cy="120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51">
            <a:extLst>
              <a:ext uri="{FF2B5EF4-FFF2-40B4-BE49-F238E27FC236}">
                <a16:creationId xmlns:a16="http://schemas.microsoft.com/office/drawing/2014/main" id="{A73A3E79-6192-6D5E-D92F-9F8AAECBA0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406513">
            <a:off x="1399635" y="4039437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239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7"/>
          <p:cNvSpPr txBox="1">
            <a:spLocks noGrp="1"/>
          </p:cNvSpPr>
          <p:nvPr>
            <p:ph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0,7996</a:t>
            </a:r>
            <a:endParaRPr dirty="0"/>
          </a:p>
        </p:txBody>
      </p:sp>
      <p:sp>
        <p:nvSpPr>
          <p:cNvPr id="1619" name="Google Shape;1619;p47"/>
          <p:cNvSpPr txBox="1">
            <a:spLocks noGrp="1"/>
          </p:cNvSpPr>
          <p:nvPr>
            <p:ph type="subTitle" idx="1"/>
          </p:nvPr>
        </p:nvSpPr>
        <p:spPr>
          <a:xfrm>
            <a:off x="384844" y="1439126"/>
            <a:ext cx="5353537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on </a:t>
            </a:r>
            <a:r>
              <a:rPr lang="pl-PL" dirty="0" err="1"/>
              <a:t>Validation</a:t>
            </a:r>
            <a:r>
              <a:rPr lang="pl-PL" dirty="0"/>
              <a:t> Set (</a:t>
            </a:r>
            <a:r>
              <a:rPr lang="pl-PL" dirty="0" err="1"/>
              <a:t>Trained</a:t>
            </a:r>
            <a:r>
              <a:rPr lang="pl-PL" dirty="0"/>
              <a:t> on 70%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dirty="0"/>
          </a:p>
        </p:txBody>
      </p:sp>
      <p:sp>
        <p:nvSpPr>
          <p:cNvPr id="1620" name="Google Shape;1620;p47"/>
          <p:cNvSpPr txBox="1">
            <a:spLocks noGrp="1"/>
          </p:cNvSpPr>
          <p:nvPr>
            <p:ph type="title" idx="2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0,752</a:t>
            </a:r>
            <a:endParaRPr dirty="0"/>
          </a:p>
        </p:txBody>
      </p:sp>
      <p:sp>
        <p:nvSpPr>
          <p:cNvPr id="1621" name="Google Shape;1621;p47"/>
          <p:cNvSpPr txBox="1">
            <a:spLocks noGrp="1"/>
          </p:cNvSpPr>
          <p:nvPr>
            <p:ph type="subTitle" idx="3"/>
          </p:nvPr>
        </p:nvSpPr>
        <p:spPr>
          <a:xfrm>
            <a:off x="3733962" y="2838708"/>
            <a:ext cx="5267999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en-US" dirty="0"/>
              <a:t>Logistic Regression on </a:t>
            </a:r>
            <a:r>
              <a:rPr lang="pl-PL" dirty="0"/>
              <a:t>Training</a:t>
            </a:r>
            <a:r>
              <a:rPr lang="en-US" dirty="0"/>
              <a:t> Set</a:t>
            </a:r>
            <a:r>
              <a:rPr lang="pl-PL" dirty="0"/>
              <a:t> (</a:t>
            </a:r>
            <a:r>
              <a:rPr lang="pl-PL" dirty="0" err="1"/>
              <a:t>Trained</a:t>
            </a:r>
            <a:r>
              <a:rPr lang="pl-PL" dirty="0"/>
              <a:t> on 70%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lang="en-US" dirty="0"/>
          </a:p>
        </p:txBody>
      </p:sp>
      <p:sp>
        <p:nvSpPr>
          <p:cNvPr id="1622" name="Google Shape;1622;p47"/>
          <p:cNvSpPr txBox="1">
            <a:spLocks noGrp="1"/>
          </p:cNvSpPr>
          <p:nvPr>
            <p:ph type="title" idx="4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0,7354</a:t>
            </a:r>
            <a:endParaRPr dirty="0"/>
          </a:p>
        </p:txBody>
      </p:sp>
      <p:sp>
        <p:nvSpPr>
          <p:cNvPr id="1623" name="Google Shape;1623;p47"/>
          <p:cNvSpPr txBox="1">
            <a:spLocks noGrp="1"/>
          </p:cNvSpPr>
          <p:nvPr>
            <p:ph type="subTitle" idx="5"/>
          </p:nvPr>
        </p:nvSpPr>
        <p:spPr>
          <a:xfrm>
            <a:off x="549028" y="4238275"/>
            <a:ext cx="5025168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en-US" dirty="0"/>
              <a:t>Logistic Regression on </a:t>
            </a:r>
            <a:r>
              <a:rPr lang="pl-PL" dirty="0"/>
              <a:t>Test</a:t>
            </a:r>
            <a:r>
              <a:rPr lang="en-US" dirty="0"/>
              <a:t> Set</a:t>
            </a:r>
            <a:r>
              <a:rPr lang="pl-PL" dirty="0"/>
              <a:t> (</a:t>
            </a:r>
            <a:r>
              <a:rPr lang="pl-PL" dirty="0" err="1"/>
              <a:t>Trained</a:t>
            </a:r>
            <a:r>
              <a:rPr lang="pl-PL" dirty="0"/>
              <a:t> on 85%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lang="en-US" dirty="0"/>
          </a:p>
        </p:txBody>
      </p:sp>
      <p:grpSp>
        <p:nvGrpSpPr>
          <p:cNvPr id="1624" name="Google Shape;1624;p47"/>
          <p:cNvGrpSpPr/>
          <p:nvPr/>
        </p:nvGrpSpPr>
        <p:grpSpPr>
          <a:xfrm>
            <a:off x="1370750" y="2466425"/>
            <a:ext cx="76825" cy="76800"/>
            <a:chOff x="3104875" y="1099400"/>
            <a:chExt cx="76825" cy="76800"/>
          </a:xfrm>
        </p:grpSpPr>
        <p:sp>
          <p:nvSpPr>
            <p:cNvPr id="1625" name="Google Shape;1625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/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8" name="Google Shape;1628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47"/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31" name="Google Shape;1631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3" name="Google Shape;1633;p47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47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47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063279" y="2077920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47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>
          <a:extLst>
            <a:ext uri="{FF2B5EF4-FFF2-40B4-BE49-F238E27FC236}">
              <a16:creationId xmlns:a16="http://schemas.microsoft.com/office/drawing/2014/main" id="{49431145-36B3-0CED-238D-D5A22BDF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7">
            <a:extLst>
              <a:ext uri="{FF2B5EF4-FFF2-40B4-BE49-F238E27FC236}">
                <a16:creationId xmlns:a16="http://schemas.microsoft.com/office/drawing/2014/main" id="{22094B36-D8C4-FA65-BB59-B6E6587DD1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0,7808</a:t>
            </a:r>
            <a:endParaRPr dirty="0"/>
          </a:p>
        </p:txBody>
      </p:sp>
      <p:sp>
        <p:nvSpPr>
          <p:cNvPr id="1619" name="Google Shape;1619;p47">
            <a:extLst>
              <a:ext uri="{FF2B5EF4-FFF2-40B4-BE49-F238E27FC236}">
                <a16:creationId xmlns:a16="http://schemas.microsoft.com/office/drawing/2014/main" id="{5B5960A6-2AE0-D65A-ACDF-0882C0CB17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4844" y="1439126"/>
            <a:ext cx="5353537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on </a:t>
            </a:r>
            <a:r>
              <a:rPr lang="pl-PL" dirty="0" err="1"/>
              <a:t>Validation</a:t>
            </a:r>
            <a:r>
              <a:rPr lang="pl-PL" dirty="0"/>
              <a:t> Set (</a:t>
            </a:r>
            <a:r>
              <a:rPr lang="pl-PL" dirty="0" err="1"/>
              <a:t>Trained</a:t>
            </a:r>
            <a:r>
              <a:rPr lang="pl-PL" dirty="0"/>
              <a:t> on 80%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dirty="0"/>
          </a:p>
        </p:txBody>
      </p:sp>
      <p:sp>
        <p:nvSpPr>
          <p:cNvPr id="1620" name="Google Shape;1620;p47">
            <a:extLst>
              <a:ext uri="{FF2B5EF4-FFF2-40B4-BE49-F238E27FC236}">
                <a16:creationId xmlns:a16="http://schemas.microsoft.com/office/drawing/2014/main" id="{9FBDD55B-DF15-8B6D-CEFD-EBA67D56EA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0,7522</a:t>
            </a:r>
            <a:endParaRPr dirty="0"/>
          </a:p>
        </p:txBody>
      </p:sp>
      <p:sp>
        <p:nvSpPr>
          <p:cNvPr id="1621" name="Google Shape;1621;p47">
            <a:extLst>
              <a:ext uri="{FF2B5EF4-FFF2-40B4-BE49-F238E27FC236}">
                <a16:creationId xmlns:a16="http://schemas.microsoft.com/office/drawing/2014/main" id="{2CD305CE-BE49-DBDE-7EDE-E85A079E52D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733962" y="2838708"/>
            <a:ext cx="5267999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en-US" dirty="0"/>
              <a:t>Logistic Regression on </a:t>
            </a:r>
            <a:r>
              <a:rPr lang="pl-PL" dirty="0"/>
              <a:t>Training</a:t>
            </a:r>
            <a:r>
              <a:rPr lang="en-US" dirty="0"/>
              <a:t> Set</a:t>
            </a:r>
            <a:r>
              <a:rPr lang="pl-PL" dirty="0"/>
              <a:t> (</a:t>
            </a:r>
            <a:r>
              <a:rPr lang="pl-PL" dirty="0" err="1"/>
              <a:t>Trained</a:t>
            </a:r>
            <a:r>
              <a:rPr lang="pl-PL" dirty="0"/>
              <a:t> on 80%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lang="en-US" dirty="0"/>
          </a:p>
        </p:txBody>
      </p:sp>
      <p:sp>
        <p:nvSpPr>
          <p:cNvPr id="1622" name="Google Shape;1622;p47">
            <a:extLst>
              <a:ext uri="{FF2B5EF4-FFF2-40B4-BE49-F238E27FC236}">
                <a16:creationId xmlns:a16="http://schemas.microsoft.com/office/drawing/2014/main" id="{4D4A0BE1-E810-EE29-C57D-993941FA00F0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0,7783</a:t>
            </a:r>
            <a:endParaRPr dirty="0"/>
          </a:p>
        </p:txBody>
      </p:sp>
      <p:sp>
        <p:nvSpPr>
          <p:cNvPr id="1623" name="Google Shape;1623;p47">
            <a:extLst>
              <a:ext uri="{FF2B5EF4-FFF2-40B4-BE49-F238E27FC236}">
                <a16:creationId xmlns:a16="http://schemas.microsoft.com/office/drawing/2014/main" id="{C511C7EA-6D56-7EFB-04AF-C77EDB316E5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49028" y="4238275"/>
            <a:ext cx="5025168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of </a:t>
            </a:r>
            <a:r>
              <a:rPr lang="en-US" dirty="0"/>
              <a:t>Logistic Regression on </a:t>
            </a:r>
            <a:r>
              <a:rPr lang="pl-PL" dirty="0"/>
              <a:t>Test</a:t>
            </a:r>
            <a:r>
              <a:rPr lang="en-US" dirty="0"/>
              <a:t> Set</a:t>
            </a:r>
            <a:r>
              <a:rPr lang="pl-PL" dirty="0"/>
              <a:t> (</a:t>
            </a:r>
            <a:r>
              <a:rPr lang="pl-PL" dirty="0" err="1"/>
              <a:t>Trained</a:t>
            </a:r>
            <a:r>
              <a:rPr lang="pl-PL" dirty="0"/>
              <a:t> on 90% of </a:t>
            </a:r>
            <a:r>
              <a:rPr lang="pl-PL" dirty="0" err="1"/>
              <a:t>Insurance</a:t>
            </a:r>
            <a:r>
              <a:rPr lang="pl-PL" dirty="0"/>
              <a:t> Train CSV)</a:t>
            </a:r>
            <a:endParaRPr lang="en-US" dirty="0"/>
          </a:p>
        </p:txBody>
      </p: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497B41E8-0B83-EA20-3A85-A11B759780D0}"/>
              </a:ext>
            </a:extLst>
          </p:cNvPr>
          <p:cNvGrpSpPr/>
          <p:nvPr/>
        </p:nvGrpSpPr>
        <p:grpSpPr>
          <a:xfrm>
            <a:off x="1370750" y="2466425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0175AC04-4BF2-AFA4-3DEE-7A11E9B475C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986DF414-313D-8823-2C57-A335AFE49A1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D051972E-38D3-6491-14D7-24ED578BBA85}"/>
              </a:ext>
            </a:extLst>
          </p:cNvPr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C6282118-D1FC-44E4-6B11-DDD4C04EC2D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E5FB615B-324C-DF64-2FD2-DA6D9BD2B11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47">
            <a:extLst>
              <a:ext uri="{FF2B5EF4-FFF2-40B4-BE49-F238E27FC236}">
                <a16:creationId xmlns:a16="http://schemas.microsoft.com/office/drawing/2014/main" id="{AFECB04C-3E73-F79E-7D8D-320BBC5FDF96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31" name="Google Shape;1631;p47">
              <a:extLst>
                <a:ext uri="{FF2B5EF4-FFF2-40B4-BE49-F238E27FC236}">
                  <a16:creationId xmlns:a16="http://schemas.microsoft.com/office/drawing/2014/main" id="{68097738-CC1D-855D-A86B-16E55015E56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7">
              <a:extLst>
                <a:ext uri="{FF2B5EF4-FFF2-40B4-BE49-F238E27FC236}">
                  <a16:creationId xmlns:a16="http://schemas.microsoft.com/office/drawing/2014/main" id="{EE19EAF5-EDCB-A2A6-D284-8228D2C4660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5F01348F-F6DC-ECC4-49B6-514F078B12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47">
            <a:extLst>
              <a:ext uri="{FF2B5EF4-FFF2-40B4-BE49-F238E27FC236}">
                <a16:creationId xmlns:a16="http://schemas.microsoft.com/office/drawing/2014/main" id="{81A2091C-3FB2-B2AF-070F-82192700E3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47">
            <a:extLst>
              <a:ext uri="{FF2B5EF4-FFF2-40B4-BE49-F238E27FC236}">
                <a16:creationId xmlns:a16="http://schemas.microsoft.com/office/drawing/2014/main" id="{68D65FEB-B6CC-B194-97AE-CF4D08668B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063279" y="2077920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47">
            <a:extLst>
              <a:ext uri="{FF2B5EF4-FFF2-40B4-BE49-F238E27FC236}">
                <a16:creationId xmlns:a16="http://schemas.microsoft.com/office/drawing/2014/main" id="{793F6A1F-51F5-C34D-C23C-0214A070E95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3672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>
          <a:extLst>
            <a:ext uri="{FF2B5EF4-FFF2-40B4-BE49-F238E27FC236}">
              <a16:creationId xmlns:a16="http://schemas.microsoft.com/office/drawing/2014/main" id="{385D48AB-B7CA-0E81-4648-778E453B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46">
            <a:extLst>
              <a:ext uri="{FF2B5EF4-FFF2-40B4-BE49-F238E27FC236}">
                <a16:creationId xmlns:a16="http://schemas.microsoft.com/office/drawing/2014/main" id="{C4E4175D-FC36-CCDC-EFC4-C17698A3B4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4099849" y="-38186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46">
            <a:extLst>
              <a:ext uri="{FF2B5EF4-FFF2-40B4-BE49-F238E27FC236}">
                <a16:creationId xmlns:a16="http://schemas.microsoft.com/office/drawing/2014/main" id="{ED893BEC-40C3-1D0C-1156-31A7833667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8">
            <a:off x="603297" y="3412299"/>
            <a:ext cx="1552576" cy="13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46">
            <a:extLst>
              <a:ext uri="{FF2B5EF4-FFF2-40B4-BE49-F238E27FC236}">
                <a16:creationId xmlns:a16="http://schemas.microsoft.com/office/drawing/2014/main" id="{00BC76A7-9FA2-4582-6895-4D3A856BAE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3711104" y="521270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46">
            <a:extLst>
              <a:ext uri="{FF2B5EF4-FFF2-40B4-BE49-F238E27FC236}">
                <a16:creationId xmlns:a16="http://schemas.microsoft.com/office/drawing/2014/main" id="{155EEB97-537F-54DF-C6B6-1F47A3A26E6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7152235" y="3461350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46">
            <a:extLst>
              <a:ext uri="{FF2B5EF4-FFF2-40B4-BE49-F238E27FC236}">
                <a16:creationId xmlns:a16="http://schemas.microsoft.com/office/drawing/2014/main" id="{0644B75C-53AB-8AAC-574D-57C51501A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8000" dirty="0"/>
              <a:t>~0,73 – 0,77</a:t>
            </a:r>
            <a:endParaRPr sz="8000" dirty="0"/>
          </a:p>
        </p:txBody>
      </p:sp>
      <p:sp>
        <p:nvSpPr>
          <p:cNvPr id="1604" name="Google Shape;1604;p46">
            <a:extLst>
              <a:ext uri="{FF2B5EF4-FFF2-40B4-BE49-F238E27FC236}">
                <a16:creationId xmlns:a16="http://schemas.microsoft.com/office/drawing/2014/main" id="{272E40E1-226E-410F-B5E7-866EC96747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Expected</a:t>
            </a:r>
            <a:r>
              <a:rPr lang="pl-PL" dirty="0"/>
              <a:t> </a:t>
            </a:r>
            <a:r>
              <a:rPr lang="pl-PL" dirty="0" err="1"/>
              <a:t>Balanced</a:t>
            </a:r>
            <a:r>
              <a:rPr lang="pl-PL" dirty="0"/>
              <a:t> </a:t>
            </a:r>
            <a:r>
              <a:rPr lang="pl-PL" dirty="0" err="1"/>
              <a:t>Accuracy</a:t>
            </a:r>
            <a:r>
              <a:rPr lang="pl-PL" dirty="0"/>
              <a:t> on insurance_test.csv</a:t>
            </a:r>
          </a:p>
        </p:txBody>
      </p:sp>
      <p:grpSp>
        <p:nvGrpSpPr>
          <p:cNvPr id="1605" name="Google Shape;1605;p46">
            <a:extLst>
              <a:ext uri="{FF2B5EF4-FFF2-40B4-BE49-F238E27FC236}">
                <a16:creationId xmlns:a16="http://schemas.microsoft.com/office/drawing/2014/main" id="{3F56F673-955F-3CF8-5B0A-D793DE18EA6D}"/>
              </a:ext>
            </a:extLst>
          </p:cNvPr>
          <p:cNvGrpSpPr/>
          <p:nvPr/>
        </p:nvGrpSpPr>
        <p:grpSpPr>
          <a:xfrm>
            <a:off x="2447900" y="1156975"/>
            <a:ext cx="76825" cy="76800"/>
            <a:chOff x="3104875" y="1099400"/>
            <a:chExt cx="76825" cy="76800"/>
          </a:xfrm>
        </p:grpSpPr>
        <p:sp>
          <p:nvSpPr>
            <p:cNvPr id="1606" name="Google Shape;1606;p46">
              <a:extLst>
                <a:ext uri="{FF2B5EF4-FFF2-40B4-BE49-F238E27FC236}">
                  <a16:creationId xmlns:a16="http://schemas.microsoft.com/office/drawing/2014/main" id="{6E639C46-2D9B-4AFB-B556-64679EE5D12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6">
              <a:extLst>
                <a:ext uri="{FF2B5EF4-FFF2-40B4-BE49-F238E27FC236}">
                  <a16:creationId xmlns:a16="http://schemas.microsoft.com/office/drawing/2014/main" id="{A009036B-A98D-F044-59F4-95ECE737818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8" name="Google Shape;1608;p46">
            <a:extLst>
              <a:ext uri="{FF2B5EF4-FFF2-40B4-BE49-F238E27FC236}">
                <a16:creationId xmlns:a16="http://schemas.microsoft.com/office/drawing/2014/main" id="{640CA9BD-0481-A85D-A768-F4F5125CF384}"/>
              </a:ext>
            </a:extLst>
          </p:cNvPr>
          <p:cNvGrpSpPr/>
          <p:nvPr/>
        </p:nvGrpSpPr>
        <p:grpSpPr>
          <a:xfrm>
            <a:off x="8593120" y="3030088"/>
            <a:ext cx="76825" cy="76800"/>
            <a:chOff x="3104875" y="1099400"/>
            <a:chExt cx="76825" cy="76800"/>
          </a:xfrm>
        </p:grpSpPr>
        <p:sp>
          <p:nvSpPr>
            <p:cNvPr id="1609" name="Google Shape;1609;p46">
              <a:extLst>
                <a:ext uri="{FF2B5EF4-FFF2-40B4-BE49-F238E27FC236}">
                  <a16:creationId xmlns:a16="http://schemas.microsoft.com/office/drawing/2014/main" id="{47B9B79B-B1B3-91A7-C094-B469F52C49F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6">
              <a:extLst>
                <a:ext uri="{FF2B5EF4-FFF2-40B4-BE49-F238E27FC236}">
                  <a16:creationId xmlns:a16="http://schemas.microsoft.com/office/drawing/2014/main" id="{701BF678-E2D4-1D2E-1E03-61D8FA6432C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1" name="Google Shape;1611;p46">
            <a:extLst>
              <a:ext uri="{FF2B5EF4-FFF2-40B4-BE49-F238E27FC236}">
                <a16:creationId xmlns:a16="http://schemas.microsoft.com/office/drawing/2014/main" id="{B6394654-EB97-5240-CFCD-CC2C27B07CC5}"/>
              </a:ext>
            </a:extLst>
          </p:cNvPr>
          <p:cNvGrpSpPr/>
          <p:nvPr/>
        </p:nvGrpSpPr>
        <p:grpSpPr>
          <a:xfrm>
            <a:off x="6434350" y="909775"/>
            <a:ext cx="76825" cy="76800"/>
            <a:chOff x="3104875" y="1099400"/>
            <a:chExt cx="76825" cy="76800"/>
          </a:xfrm>
        </p:grpSpPr>
        <p:sp>
          <p:nvSpPr>
            <p:cNvPr id="1612" name="Google Shape;1612;p46">
              <a:extLst>
                <a:ext uri="{FF2B5EF4-FFF2-40B4-BE49-F238E27FC236}">
                  <a16:creationId xmlns:a16="http://schemas.microsoft.com/office/drawing/2014/main" id="{5CEB24A6-E316-2A7E-D496-8A99F7196A4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6">
              <a:extLst>
                <a:ext uri="{FF2B5EF4-FFF2-40B4-BE49-F238E27FC236}">
                  <a16:creationId xmlns:a16="http://schemas.microsoft.com/office/drawing/2014/main" id="{21E3E112-30E7-D049-ADEF-DB8C292B5BC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604;p46">
            <a:extLst>
              <a:ext uri="{FF2B5EF4-FFF2-40B4-BE49-F238E27FC236}">
                <a16:creationId xmlns:a16="http://schemas.microsoft.com/office/drawing/2014/main" id="{BDC3C3C7-4106-258D-8F8B-C197B5594882}"/>
              </a:ext>
            </a:extLst>
          </p:cNvPr>
          <p:cNvSpPr txBox="1">
            <a:spLocks/>
          </p:cNvSpPr>
          <p:nvPr/>
        </p:nvSpPr>
        <p:spPr>
          <a:xfrm>
            <a:off x="1377577" y="3781158"/>
            <a:ext cx="657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"/>
              <a:buNone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pl-PL" sz="700" dirty="0"/>
              <a:t>We </a:t>
            </a:r>
            <a:r>
              <a:rPr lang="pl-PL" sz="700" dirty="0" err="1"/>
              <a:t>hope</a:t>
            </a:r>
            <a:r>
              <a:rPr lang="pl-PL" sz="700" dirty="0"/>
              <a:t> to </a:t>
            </a:r>
            <a:r>
              <a:rPr lang="pl-PL" sz="700" dirty="0" err="1"/>
              <a:t>predict</a:t>
            </a:r>
            <a:r>
              <a:rPr lang="pl-PL" sz="700" dirty="0"/>
              <a:t> </a:t>
            </a:r>
            <a:r>
              <a:rPr lang="pl-PL" sz="700" dirty="0" err="1"/>
              <a:t>better</a:t>
            </a:r>
            <a:r>
              <a:rPr lang="pl-PL" sz="700" dirty="0"/>
              <a:t> </a:t>
            </a:r>
            <a:r>
              <a:rPr lang="pl-PL" sz="700" dirty="0" err="1"/>
              <a:t>than</a:t>
            </a:r>
            <a:r>
              <a:rPr lang="pl-PL" sz="700" dirty="0"/>
              <a:t> </a:t>
            </a:r>
            <a:r>
              <a:rPr lang="pl-PL" sz="700" dirty="0" err="1"/>
              <a:t>Polish</a:t>
            </a:r>
            <a:r>
              <a:rPr lang="pl-PL" sz="700" dirty="0"/>
              <a:t> </a:t>
            </a:r>
            <a:r>
              <a:rPr lang="pl-PL" sz="700" dirty="0" err="1"/>
              <a:t>polling</a:t>
            </a:r>
            <a:r>
              <a:rPr lang="pl-PL" sz="700" dirty="0"/>
              <a:t> </a:t>
            </a:r>
            <a:r>
              <a:rPr lang="pl-PL" sz="700" dirty="0" err="1"/>
              <a:t>companies</a:t>
            </a:r>
            <a:r>
              <a:rPr lang="pl-PL" sz="700" dirty="0"/>
              <a:t> </a:t>
            </a:r>
            <a:r>
              <a:rPr lang="pl-PL" sz="700" dirty="0">
                <a:sym typeface="Wingdings" panose="05000000000000000000" pitchFamily="2" charset="2"/>
              </a:rPr>
              <a:t></a:t>
            </a:r>
            <a:endParaRPr lang="pl-PL" sz="700" dirty="0"/>
          </a:p>
        </p:txBody>
      </p:sp>
    </p:spTree>
    <p:extLst>
      <p:ext uri="{BB962C8B-B14F-4D97-AF65-F5344CB8AC3E}">
        <p14:creationId xmlns:p14="http://schemas.microsoft.com/office/powerpoint/2010/main" val="371378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63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</a:t>
            </a:r>
            <a:r>
              <a:rPr lang="pl-PL" sz="4800" dirty="0"/>
              <a:t> YOU</a:t>
            </a:r>
            <a:r>
              <a:rPr lang="en" sz="4800" dirty="0"/>
              <a:t>!</a:t>
            </a:r>
            <a:endParaRPr sz="4800" dirty="0"/>
          </a:p>
        </p:txBody>
      </p:sp>
      <p:sp>
        <p:nvSpPr>
          <p:cNvPr id="2282" name="Google Shape;2282;p63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</a:rPr>
              <a:t>DO YOU HAVE ANY QUESTIONS?</a:t>
            </a:r>
          </a:p>
        </p:txBody>
      </p:sp>
      <p:pic>
        <p:nvPicPr>
          <p:cNvPr id="2297" name="Google Shape;2297;p6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63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63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63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1" name="Google Shape;2301;p63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2" name="Google Shape;2302;p63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2303" name="Google Shape;2303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5" name="Google Shape;2305;p63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2306" name="Google Shape;2306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8" name="Google Shape;2308;p63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2309" name="Google Shape;2309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5a6f4b1-d734-40fc-a66d-7036c0e4abaf}" enabled="1" method="Standard" siteId="{1a47d566-67d6-448f-93dc-19565d759c2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698</Words>
  <Application>Microsoft Office PowerPoint</Application>
  <PresentationFormat>Pokaz na ekranie (16:9)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23" baseType="lpstr">
      <vt:lpstr>Montserrat</vt:lpstr>
      <vt:lpstr>Montserrat Black</vt:lpstr>
      <vt:lpstr>Arial</vt:lpstr>
      <vt:lpstr>PT Sans</vt:lpstr>
      <vt:lpstr>Wingdings</vt:lpstr>
      <vt:lpstr>Nunito Light</vt:lpstr>
      <vt:lpstr>Anaheim</vt:lpstr>
      <vt:lpstr>Bebas Neue</vt:lpstr>
      <vt:lpstr>Artificial Intelligence (AI) Technology Consulting by Slidesgo</vt:lpstr>
      <vt:lpstr>Insurance Classification  Machine Learning 1 - Project</vt:lpstr>
      <vt:lpstr>TABLE OF CONTENTS</vt:lpstr>
      <vt:lpstr>General Information</vt:lpstr>
      <vt:lpstr>Exploratory Data Analysis</vt:lpstr>
      <vt:lpstr>Training Data Division</vt:lpstr>
      <vt:lpstr>Feature Engineering</vt:lpstr>
      <vt:lpstr>Feature Engineering</vt:lpstr>
      <vt:lpstr>Modelling</vt:lpstr>
      <vt:lpstr>Best Model Results on Validation Set</vt:lpstr>
      <vt:lpstr>Why We Chose Logistic Regression</vt:lpstr>
      <vt:lpstr>0,7996</vt:lpstr>
      <vt:lpstr>0,7808</vt:lpstr>
      <vt:lpstr>~0,73 – 0,77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Hrycenko Wojciech</cp:lastModifiedBy>
  <cp:revision>11</cp:revision>
  <dcterms:modified xsi:type="dcterms:W3CDTF">2026-01-31T08:51:58Z</dcterms:modified>
</cp:coreProperties>
</file>