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3"/>
  </p:notesMasterIdLst>
  <p:sldIdLst>
    <p:sldId id="256" r:id="rId2"/>
    <p:sldId id="258" r:id="rId3"/>
    <p:sldId id="259" r:id="rId4"/>
    <p:sldId id="280" r:id="rId5"/>
    <p:sldId id="261" r:id="rId6"/>
    <p:sldId id="295" r:id="rId7"/>
    <p:sldId id="264" r:id="rId8"/>
    <p:sldId id="289" r:id="rId9"/>
    <p:sldId id="290" r:id="rId10"/>
    <p:sldId id="291" r:id="rId11"/>
    <p:sldId id="292" r:id="rId12"/>
    <p:sldId id="288" r:id="rId13"/>
    <p:sldId id="260" r:id="rId14"/>
    <p:sldId id="297" r:id="rId15"/>
    <p:sldId id="294" r:id="rId16"/>
    <p:sldId id="266" r:id="rId17"/>
    <p:sldId id="287" r:id="rId18"/>
    <p:sldId id="279" r:id="rId19"/>
    <p:sldId id="278" r:id="rId20"/>
    <p:sldId id="272" r:id="rId21"/>
    <p:sldId id="284" r:id="rId22"/>
  </p:sldIdLst>
  <p:sldSz cx="9144000" cy="5143500" type="screen16x9"/>
  <p:notesSz cx="6858000" cy="9144000"/>
  <p:embeddedFontLst>
    <p:embeddedFont>
      <p:font typeface="Anaheim" pitchFamily="2" charset="0"/>
      <p:regular r:id="rId24"/>
      <p:bold r:id="rId25"/>
    </p:embeddedFont>
    <p:embeddedFont>
      <p:font typeface="Bebas Neue" panose="020B0606020202050201" pitchFamily="34" charset="0"/>
      <p:regular r:id="rId26"/>
    </p:embeddedFont>
    <p:embeddedFont>
      <p:font typeface="Montserrat" pitchFamily="2" charset="0"/>
      <p:regular r:id="rId27"/>
      <p:bold r:id="rId28"/>
      <p:italic r:id="rId29"/>
      <p:boldItalic r:id="rId30"/>
    </p:embeddedFont>
    <p:embeddedFont>
      <p:font typeface="Montserrat Black" panose="020F0502020204030204" pitchFamily="34" charset="0"/>
      <p:bold r:id="rId31"/>
      <p:italic r:id="rId32"/>
      <p:boldItalic r:id="rId33"/>
    </p:embeddedFont>
    <p:embeddedFont>
      <p:font typeface="Nunito Light" panose="020F0302020204030204" pitchFamily="34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3C08AE-442E-47A8-9BE5-366777A7F655}">
  <a:tblStyle styleId="{383C08AE-442E-47A8-9BE5-366777A7F6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4"/>
  </p:normalViewPr>
  <p:slideViewPr>
    <p:cSldViewPr snapToGrid="0" showGuides="1">
      <p:cViewPr varScale="1">
        <p:scale>
          <a:sx n="127" d="100"/>
          <a:sy n="127" d="100"/>
        </p:scale>
        <p:origin x="1112" y="184"/>
      </p:cViewPr>
      <p:guideLst>
        <p:guide orient="horz" pos="1643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Zeszyt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6995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A1-D140-974F-F4B3B93E34B5}"/>
              </c:ext>
            </c:extLst>
          </c:dPt>
          <c:dPt>
            <c:idx val="1"/>
            <c:bubble3D val="0"/>
            <c:spPr>
              <a:solidFill>
                <a:srgbClr val="00FC8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A1-D140-974F-F4B3B93E34B5}"/>
              </c:ext>
            </c:extLst>
          </c:dPt>
          <c:dPt>
            <c:idx val="2"/>
            <c:bubble3D val="0"/>
            <c:spPr>
              <a:solidFill>
                <a:srgbClr val="FFFF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A1-D140-974F-F4B3B93E34B5}"/>
              </c:ext>
            </c:extLst>
          </c:dPt>
          <c:val>
            <c:numRef>
              <c:f>Arkusz1!$B$2:$B$4</c:f>
              <c:numCache>
                <c:formatCode>0%</c:formatCode>
                <c:ptCount val="3"/>
                <c:pt idx="0">
                  <c:v>0.7</c:v>
                </c:pt>
                <c:pt idx="1">
                  <c:v>0.15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A1-D140-974F-F4B3B93E3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1734a882cf6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1734a882cf6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734a882cf6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734a882cf6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>
          <a:extLst>
            <a:ext uri="{FF2B5EF4-FFF2-40B4-BE49-F238E27FC236}">
              <a16:creationId xmlns:a16="http://schemas.microsoft.com/office/drawing/2014/main" id="{373AF495-236B-84AC-E847-ECAD4BB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734a882cf6_0_252:notes">
            <a:extLst>
              <a:ext uri="{FF2B5EF4-FFF2-40B4-BE49-F238E27FC236}">
                <a16:creationId xmlns:a16="http://schemas.microsoft.com/office/drawing/2014/main" id="{EEFE06FC-A929-5F94-DC49-EE60728E5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734a882cf6_0_252:notes">
            <a:extLst>
              <a:ext uri="{FF2B5EF4-FFF2-40B4-BE49-F238E27FC236}">
                <a16:creationId xmlns:a16="http://schemas.microsoft.com/office/drawing/2014/main" id="{97685E2E-71EE-63C9-6BED-9E4C5E28E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000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A57A624A-25CE-F3D1-F901-2A72B2B5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12B8D003-956A-C12C-5C03-B837B015F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E24153F6-8C18-61B8-9088-1908DC122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40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>
          <a:extLst>
            <a:ext uri="{FF2B5EF4-FFF2-40B4-BE49-F238E27FC236}">
              <a16:creationId xmlns:a16="http://schemas.microsoft.com/office/drawing/2014/main" id="{5B2A9364-91F6-C7EE-C830-8E639522C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734a882cf6_0_252:notes">
            <a:extLst>
              <a:ext uri="{FF2B5EF4-FFF2-40B4-BE49-F238E27FC236}">
                <a16:creationId xmlns:a16="http://schemas.microsoft.com/office/drawing/2014/main" id="{99E9C28B-D04F-ACA3-003B-FBFACFA25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734a882cf6_0_252:notes">
            <a:extLst>
              <a:ext uri="{FF2B5EF4-FFF2-40B4-BE49-F238E27FC236}">
                <a16:creationId xmlns:a16="http://schemas.microsoft.com/office/drawing/2014/main" id="{6D2ED42C-D5D0-6C0D-F506-460A6A6F9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266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4A2F5D76-AA70-2FBF-8470-7D849016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BD2C6DA3-777B-C349-2EC6-E0426BBFB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0E47D5BE-E5BB-3D96-E99E-BC6BB30DB7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363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>
          <a:extLst>
            <a:ext uri="{FF2B5EF4-FFF2-40B4-BE49-F238E27FC236}">
              <a16:creationId xmlns:a16="http://schemas.microsoft.com/office/drawing/2014/main" id="{425B1E5F-3D49-8F0B-AEB1-8C2B875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734a882cf6_0_252:notes">
            <a:extLst>
              <a:ext uri="{FF2B5EF4-FFF2-40B4-BE49-F238E27FC236}">
                <a16:creationId xmlns:a16="http://schemas.microsoft.com/office/drawing/2014/main" id="{66BC01B7-457A-443D-AD62-5BEE621BD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734a882cf6_0_252:notes">
            <a:extLst>
              <a:ext uri="{FF2B5EF4-FFF2-40B4-BE49-F238E27FC236}">
                <a16:creationId xmlns:a16="http://schemas.microsoft.com/office/drawing/2014/main" id="{69322AD8-C26D-BA8E-7354-76BB113D0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881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1734a882cf6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1734a882cf6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1734a882cf6_0_1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1734a882cf6_0_1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734a882cf6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734a882cf6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8" r:id="rId9"/>
    <p:sldLayoutId id="2147483671" r:id="rId10"/>
    <p:sldLayoutId id="2147483672" r:id="rId11"/>
    <p:sldLayoutId id="2147483675" r:id="rId12"/>
    <p:sldLayoutId id="2147483676" r:id="rId13"/>
    <p:sldLayoutId id="2147483677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247" name="Google Shape;1247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35"/>
          <p:cNvSpPr txBox="1">
            <a:spLocks noGrp="1"/>
          </p:cNvSpPr>
          <p:nvPr>
            <p:ph type="ctrTitle"/>
          </p:nvPr>
        </p:nvSpPr>
        <p:spPr>
          <a:xfrm>
            <a:off x="713224" y="1125416"/>
            <a:ext cx="7269075" cy="22248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noProof="0" dirty="0">
                <a:latin typeface="Montserrat Black"/>
                <a:ea typeface="Montserrat Black"/>
                <a:cs typeface="Montserrat Black"/>
                <a:sym typeface="Montserrat Black"/>
              </a:rPr>
              <a:t>Predicting apartments prices</a:t>
            </a:r>
            <a:endParaRPr lang="en-GB" sz="5200" noProof="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800" i="1" noProof="0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2800" i="1" noProof="0" dirty="0">
                <a:latin typeface="Montserrat"/>
                <a:ea typeface="Montserrat"/>
                <a:cs typeface="Montserrat"/>
                <a:sym typeface="Montserrat"/>
              </a:rPr>
              <a:t>Regression Project, Machine Learning I</a:t>
            </a:r>
          </a:p>
        </p:txBody>
      </p:sp>
      <p:sp>
        <p:nvSpPr>
          <p:cNvPr id="1249" name="Google Shape;1249;p35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7393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Cezary Kuźmowicz, 473169</a:t>
            </a:r>
          </a:p>
          <a:p>
            <a:pPr marL="0" lvl="0" indent="0"/>
            <a:r>
              <a:rPr lang="en-GB" noProof="0" dirty="0"/>
              <a:t>Wojciech Hrycenko, 473173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TABLE OF CONTENTS</a:t>
            </a:r>
          </a:p>
        </p:txBody>
      </p:sp>
      <p:sp>
        <p:nvSpPr>
          <p:cNvPr id="1275" name="Google Shape;1275;p37"/>
          <p:cNvSpPr txBox="1">
            <a:spLocks noGrp="1"/>
          </p:cNvSpPr>
          <p:nvPr>
            <p:ph type="title" idx="2"/>
          </p:nvPr>
        </p:nvSpPr>
        <p:spPr>
          <a:xfrm>
            <a:off x="890575" y="152095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01</a:t>
            </a:r>
          </a:p>
        </p:txBody>
      </p:sp>
      <p:sp>
        <p:nvSpPr>
          <p:cNvPr id="1276" name="Google Shape;1276;p37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GB" noProof="0" dirty="0"/>
              <a:t>Introduction</a:t>
            </a:r>
          </a:p>
        </p:txBody>
      </p:sp>
      <p:sp>
        <p:nvSpPr>
          <p:cNvPr id="1278" name="Google Shape;1278;p37"/>
          <p:cNvSpPr txBox="1">
            <a:spLocks noGrp="1"/>
          </p:cNvSpPr>
          <p:nvPr>
            <p:ph type="title" idx="5"/>
          </p:nvPr>
        </p:nvSpPr>
        <p:spPr>
          <a:xfrm>
            <a:off x="890575" y="2154035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02</a:t>
            </a:r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6"/>
          </p:nvPr>
        </p:nvSpPr>
        <p:spPr>
          <a:xfrm>
            <a:off x="1954643" y="2154035"/>
            <a:ext cx="4074367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GB" noProof="0" dirty="0"/>
              <a:t>Exploratory Data Analysis</a:t>
            </a:r>
          </a:p>
        </p:txBody>
      </p:sp>
      <p:sp>
        <p:nvSpPr>
          <p:cNvPr id="1281" name="Google Shape;1281;p37"/>
          <p:cNvSpPr txBox="1">
            <a:spLocks noGrp="1"/>
          </p:cNvSpPr>
          <p:nvPr>
            <p:ph type="title" idx="8"/>
          </p:nvPr>
        </p:nvSpPr>
        <p:spPr>
          <a:xfrm>
            <a:off x="890575" y="278712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03</a:t>
            </a:r>
          </a:p>
        </p:txBody>
      </p:sp>
      <p:sp>
        <p:nvSpPr>
          <p:cNvPr id="1284" name="Google Shape;1284;p37"/>
          <p:cNvSpPr txBox="1">
            <a:spLocks noGrp="1"/>
          </p:cNvSpPr>
          <p:nvPr>
            <p:ph type="title" idx="14"/>
          </p:nvPr>
        </p:nvSpPr>
        <p:spPr>
          <a:xfrm>
            <a:off x="890575" y="3420205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04</a:t>
            </a:r>
          </a:p>
        </p:txBody>
      </p:sp>
      <p:sp>
        <p:nvSpPr>
          <p:cNvPr id="1287" name="Google Shape;1287;p37"/>
          <p:cNvSpPr txBox="1">
            <a:spLocks noGrp="1"/>
          </p:cNvSpPr>
          <p:nvPr>
            <p:ph type="title" idx="17"/>
          </p:nvPr>
        </p:nvSpPr>
        <p:spPr>
          <a:xfrm>
            <a:off x="890575" y="405329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05</a:t>
            </a:r>
          </a:p>
        </p:txBody>
      </p:sp>
      <p:grpSp>
        <p:nvGrpSpPr>
          <p:cNvPr id="1289" name="Google Shape;1289;p37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90" name="Google Shape;1290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292" name="Google Shape;1292;p37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279;p37">
            <a:extLst>
              <a:ext uri="{FF2B5EF4-FFF2-40B4-BE49-F238E27FC236}">
                <a16:creationId xmlns:a16="http://schemas.microsoft.com/office/drawing/2014/main" id="{093AD2E8-574C-8373-E6C0-525EEBE26DAC}"/>
              </a:ext>
            </a:extLst>
          </p:cNvPr>
          <p:cNvSpPr txBox="1">
            <a:spLocks/>
          </p:cNvSpPr>
          <p:nvPr/>
        </p:nvSpPr>
        <p:spPr>
          <a:xfrm>
            <a:off x="1954642" y="2787120"/>
            <a:ext cx="4074367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Feature Engineering</a:t>
            </a:r>
          </a:p>
        </p:txBody>
      </p:sp>
      <p:sp>
        <p:nvSpPr>
          <p:cNvPr id="20" name="Google Shape;1279;p37">
            <a:extLst>
              <a:ext uri="{FF2B5EF4-FFF2-40B4-BE49-F238E27FC236}">
                <a16:creationId xmlns:a16="http://schemas.microsoft.com/office/drawing/2014/main" id="{445C2307-AD3F-26FF-588A-5DEB2D8DA08E}"/>
              </a:ext>
            </a:extLst>
          </p:cNvPr>
          <p:cNvSpPr txBox="1">
            <a:spLocks/>
          </p:cNvSpPr>
          <p:nvPr/>
        </p:nvSpPr>
        <p:spPr>
          <a:xfrm>
            <a:off x="1954641" y="3420205"/>
            <a:ext cx="4074367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Modelling</a:t>
            </a:r>
          </a:p>
        </p:txBody>
      </p:sp>
      <p:sp>
        <p:nvSpPr>
          <p:cNvPr id="27" name="Google Shape;1279;p37">
            <a:extLst>
              <a:ext uri="{FF2B5EF4-FFF2-40B4-BE49-F238E27FC236}">
                <a16:creationId xmlns:a16="http://schemas.microsoft.com/office/drawing/2014/main" id="{073669B2-64C3-D1AA-0821-4714890A65E4}"/>
              </a:ext>
            </a:extLst>
          </p:cNvPr>
          <p:cNvSpPr txBox="1">
            <a:spLocks/>
          </p:cNvSpPr>
          <p:nvPr/>
        </p:nvSpPr>
        <p:spPr>
          <a:xfrm>
            <a:off x="1954641" y="4053290"/>
            <a:ext cx="4074367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p38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38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INTRODUCTION</a:t>
            </a:r>
          </a:p>
        </p:txBody>
      </p:sp>
      <p:sp>
        <p:nvSpPr>
          <p:cNvPr id="1302" name="Google Shape;1302;p38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148054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n-GB" noProof="0" dirty="0"/>
              <a:t>Main goal was to apply various ML algorithms to build a model </a:t>
            </a:r>
            <a:r>
              <a:rPr lang="en-GB" b="1" noProof="0" dirty="0"/>
              <a:t>explaining the prices of apartments </a:t>
            </a:r>
            <a:r>
              <a:rPr lang="en-GB" noProof="0" dirty="0"/>
              <a:t>based on the </a:t>
            </a:r>
            <a:r>
              <a:rPr lang="en-GB" b="1" noProof="0" dirty="0"/>
              <a:t>training sample </a:t>
            </a:r>
            <a:r>
              <a:rPr lang="en-GB" noProof="0" dirty="0"/>
              <a:t>and generate predictions for all observations from the </a:t>
            </a:r>
            <a:r>
              <a:rPr lang="en-GB" b="1" noProof="0" dirty="0"/>
              <a:t>test sample.</a:t>
            </a:r>
          </a:p>
        </p:txBody>
      </p:sp>
      <p:pic>
        <p:nvPicPr>
          <p:cNvPr id="1303" name="Google Shape;1303;p38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-1020103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38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38"/>
          <p:cNvPicPr preferRelativeResize="0"/>
          <p:nvPr/>
        </p:nvPicPr>
        <p:blipFill rotWithShape="1">
          <a:blip r:embed="rId7">
            <a:alphaModFix/>
          </a:blip>
          <a:srcRect l="15236" r="10474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8" name="Google Shape;1308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09" name="Google Shape;130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11" name="Google Shape;1311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59"/>
          <p:cNvSpPr/>
          <p:nvPr/>
        </p:nvSpPr>
        <p:spPr>
          <a:xfrm rot="5400000">
            <a:off x="1252872" y="2323950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62" name="Google Shape;2062;p59"/>
          <p:cNvSpPr/>
          <p:nvPr/>
        </p:nvSpPr>
        <p:spPr>
          <a:xfrm rot="5400000">
            <a:off x="5075776" y="2323950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63" name="Google Shape;2063;p59"/>
          <p:cNvSpPr/>
          <p:nvPr/>
        </p:nvSpPr>
        <p:spPr>
          <a:xfrm rot="5400000">
            <a:off x="6987227" y="263004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64" name="Google Shape;2064;p59"/>
          <p:cNvSpPr/>
          <p:nvPr/>
        </p:nvSpPr>
        <p:spPr>
          <a:xfrm rot="5400000">
            <a:off x="3164324" y="263004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65" name="Google Shape;2065;p5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PROJECT PROCESS</a:t>
            </a:r>
          </a:p>
        </p:txBody>
      </p:sp>
      <p:sp>
        <p:nvSpPr>
          <p:cNvPr id="2066" name="Google Shape;2066;p59"/>
          <p:cNvSpPr/>
          <p:nvPr/>
        </p:nvSpPr>
        <p:spPr>
          <a:xfrm rot="10800000">
            <a:off x="6484674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67" name="Google Shape;2067;p59"/>
          <p:cNvSpPr txBox="1"/>
          <p:nvPr/>
        </p:nvSpPr>
        <p:spPr>
          <a:xfrm>
            <a:off x="744672" y="326587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EDA</a:t>
            </a:r>
          </a:p>
        </p:txBody>
      </p:sp>
      <p:sp>
        <p:nvSpPr>
          <p:cNvPr id="2068" name="Google Shape;2068;p59"/>
          <p:cNvSpPr txBox="1"/>
          <p:nvPr/>
        </p:nvSpPr>
        <p:spPr>
          <a:xfrm>
            <a:off x="2612580" y="1843076"/>
            <a:ext cx="20015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Feature Engineering</a:t>
            </a:r>
          </a:p>
        </p:txBody>
      </p:sp>
      <p:sp>
        <p:nvSpPr>
          <p:cNvPr id="2070" name="Google Shape;2070;p59"/>
          <p:cNvSpPr/>
          <p:nvPr/>
        </p:nvSpPr>
        <p:spPr>
          <a:xfrm rot="10800000">
            <a:off x="4573201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71" name="Google Shape;2071;p59"/>
          <p:cNvSpPr/>
          <p:nvPr/>
        </p:nvSpPr>
        <p:spPr>
          <a:xfrm rot="10800000">
            <a:off x="2661771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72" name="Google Shape;2072;p59"/>
          <p:cNvSpPr/>
          <p:nvPr/>
        </p:nvSpPr>
        <p:spPr>
          <a:xfrm rot="10800000">
            <a:off x="750298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73" name="Google Shape;2073;p59"/>
          <p:cNvSpPr/>
          <p:nvPr/>
        </p:nvSpPr>
        <p:spPr>
          <a:xfrm rot="10800000">
            <a:off x="6397730" y="2776039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74" name="Google Shape;2074;p59"/>
          <p:cNvSpPr/>
          <p:nvPr/>
        </p:nvSpPr>
        <p:spPr>
          <a:xfrm rot="10800000">
            <a:off x="448880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75" name="Google Shape;2075;p59"/>
          <p:cNvSpPr/>
          <p:nvPr/>
        </p:nvSpPr>
        <p:spPr>
          <a:xfrm rot="10800000">
            <a:off x="257983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076" name="Google Shape;2076;p59"/>
          <p:cNvSpPr txBox="1"/>
          <p:nvPr/>
        </p:nvSpPr>
        <p:spPr>
          <a:xfrm>
            <a:off x="4567576" y="326587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Modelling</a:t>
            </a:r>
          </a:p>
        </p:txBody>
      </p:sp>
      <p:sp>
        <p:nvSpPr>
          <p:cNvPr id="2077" name="Google Shape;2077;p59"/>
          <p:cNvSpPr txBox="1"/>
          <p:nvPr/>
        </p:nvSpPr>
        <p:spPr>
          <a:xfrm>
            <a:off x="6479027" y="2006363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Predictions</a:t>
            </a:r>
          </a:p>
        </p:txBody>
      </p:sp>
      <p:grpSp>
        <p:nvGrpSpPr>
          <p:cNvPr id="2081" name="Google Shape;2081;p59"/>
          <p:cNvGrpSpPr/>
          <p:nvPr/>
        </p:nvGrpSpPr>
        <p:grpSpPr>
          <a:xfrm>
            <a:off x="7225927" y="2753510"/>
            <a:ext cx="426501" cy="536674"/>
            <a:chOff x="2636386" y="3145176"/>
            <a:chExt cx="478408" cy="601990"/>
          </a:xfrm>
        </p:grpSpPr>
        <p:sp>
          <p:nvSpPr>
            <p:cNvPr id="2082" name="Google Shape;2082;p59"/>
            <p:cNvSpPr/>
            <p:nvPr/>
          </p:nvSpPr>
          <p:spPr>
            <a:xfrm>
              <a:off x="2849653" y="3556785"/>
              <a:ext cx="51874" cy="17678"/>
            </a:xfrm>
            <a:custGeom>
              <a:avLst/>
              <a:gdLst/>
              <a:ahLst/>
              <a:cxnLst/>
              <a:rect l="l" t="t" r="r" b="b"/>
              <a:pathLst>
                <a:path w="1564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297" y="532"/>
                  </a:lnTo>
                  <a:cubicBezTo>
                    <a:pt x="1444" y="532"/>
                    <a:pt x="1563" y="413"/>
                    <a:pt x="1563" y="266"/>
                  </a:cubicBezTo>
                  <a:cubicBezTo>
                    <a:pt x="1563" y="119"/>
                    <a:pt x="1444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83" name="Google Shape;2083;p59"/>
            <p:cNvSpPr/>
            <p:nvPr/>
          </p:nvSpPr>
          <p:spPr>
            <a:xfrm>
              <a:off x="2895093" y="3384513"/>
              <a:ext cx="120232" cy="79171"/>
            </a:xfrm>
            <a:custGeom>
              <a:avLst/>
              <a:gdLst/>
              <a:ahLst/>
              <a:cxnLst/>
              <a:rect l="l" t="t" r="r" b="b"/>
              <a:pathLst>
                <a:path w="3625" h="2387" extrusionOk="0">
                  <a:moveTo>
                    <a:pt x="1812" y="965"/>
                  </a:moveTo>
                  <a:cubicBezTo>
                    <a:pt x="1939" y="965"/>
                    <a:pt x="2041" y="1068"/>
                    <a:pt x="2041" y="1194"/>
                  </a:cubicBezTo>
                  <a:cubicBezTo>
                    <a:pt x="2041" y="1319"/>
                    <a:pt x="1939" y="1422"/>
                    <a:pt x="1812" y="1422"/>
                  </a:cubicBezTo>
                  <a:cubicBezTo>
                    <a:pt x="1685" y="1422"/>
                    <a:pt x="1582" y="1319"/>
                    <a:pt x="1582" y="1194"/>
                  </a:cubicBezTo>
                  <a:cubicBezTo>
                    <a:pt x="1582" y="1067"/>
                    <a:pt x="1685" y="965"/>
                    <a:pt x="1812" y="965"/>
                  </a:cubicBezTo>
                  <a:close/>
                  <a:moveTo>
                    <a:pt x="2306" y="617"/>
                  </a:moveTo>
                  <a:lnTo>
                    <a:pt x="2306" y="617"/>
                  </a:lnTo>
                  <a:cubicBezTo>
                    <a:pt x="2607" y="722"/>
                    <a:pt x="2870" y="921"/>
                    <a:pt x="3055" y="1194"/>
                  </a:cubicBezTo>
                  <a:cubicBezTo>
                    <a:pt x="2870" y="1466"/>
                    <a:pt x="2608" y="1665"/>
                    <a:pt x="2306" y="1770"/>
                  </a:cubicBezTo>
                  <a:cubicBezTo>
                    <a:pt x="2469" y="1630"/>
                    <a:pt x="2573" y="1424"/>
                    <a:pt x="2573" y="1193"/>
                  </a:cubicBezTo>
                  <a:cubicBezTo>
                    <a:pt x="2573" y="963"/>
                    <a:pt x="2469" y="757"/>
                    <a:pt x="2306" y="617"/>
                  </a:cubicBezTo>
                  <a:close/>
                  <a:moveTo>
                    <a:pt x="1317" y="617"/>
                  </a:moveTo>
                  <a:lnTo>
                    <a:pt x="1317" y="617"/>
                  </a:lnTo>
                  <a:cubicBezTo>
                    <a:pt x="1154" y="757"/>
                    <a:pt x="1050" y="963"/>
                    <a:pt x="1050" y="1194"/>
                  </a:cubicBezTo>
                  <a:cubicBezTo>
                    <a:pt x="1050" y="1424"/>
                    <a:pt x="1154" y="1631"/>
                    <a:pt x="1317" y="1771"/>
                  </a:cubicBezTo>
                  <a:cubicBezTo>
                    <a:pt x="1017" y="1666"/>
                    <a:pt x="754" y="1466"/>
                    <a:pt x="569" y="1194"/>
                  </a:cubicBezTo>
                  <a:cubicBezTo>
                    <a:pt x="754" y="921"/>
                    <a:pt x="1017" y="721"/>
                    <a:pt x="1317" y="617"/>
                  </a:cubicBezTo>
                  <a:close/>
                  <a:moveTo>
                    <a:pt x="1812" y="1"/>
                  </a:moveTo>
                  <a:cubicBezTo>
                    <a:pt x="1109" y="1"/>
                    <a:pt x="465" y="357"/>
                    <a:pt x="91" y="954"/>
                  </a:cubicBezTo>
                  <a:cubicBezTo>
                    <a:pt x="0" y="1100"/>
                    <a:pt x="0" y="1287"/>
                    <a:pt x="91" y="1433"/>
                  </a:cubicBezTo>
                  <a:cubicBezTo>
                    <a:pt x="465" y="2030"/>
                    <a:pt x="1109" y="2386"/>
                    <a:pt x="1812" y="2386"/>
                  </a:cubicBezTo>
                  <a:cubicBezTo>
                    <a:pt x="2516" y="2386"/>
                    <a:pt x="3158" y="2030"/>
                    <a:pt x="3532" y="1433"/>
                  </a:cubicBezTo>
                  <a:cubicBezTo>
                    <a:pt x="3624" y="1287"/>
                    <a:pt x="3624" y="1100"/>
                    <a:pt x="3532" y="954"/>
                  </a:cubicBezTo>
                  <a:cubicBezTo>
                    <a:pt x="3158" y="357"/>
                    <a:pt x="2515" y="1"/>
                    <a:pt x="1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84" name="Google Shape;2084;p59"/>
            <p:cNvSpPr/>
            <p:nvPr/>
          </p:nvSpPr>
          <p:spPr>
            <a:xfrm>
              <a:off x="2893335" y="3344745"/>
              <a:ext cx="115821" cy="29121"/>
            </a:xfrm>
            <a:custGeom>
              <a:avLst/>
              <a:gdLst/>
              <a:ahLst/>
              <a:cxnLst/>
              <a:rect l="l" t="t" r="r" b="b"/>
              <a:pathLst>
                <a:path w="3492" h="878" extrusionOk="0">
                  <a:moveTo>
                    <a:pt x="1746" y="1"/>
                  </a:moveTo>
                  <a:cubicBezTo>
                    <a:pt x="1209" y="1"/>
                    <a:pt x="673" y="125"/>
                    <a:pt x="183" y="374"/>
                  </a:cubicBezTo>
                  <a:cubicBezTo>
                    <a:pt x="53" y="441"/>
                    <a:pt x="1" y="601"/>
                    <a:pt x="67" y="732"/>
                  </a:cubicBezTo>
                  <a:cubicBezTo>
                    <a:pt x="115" y="824"/>
                    <a:pt x="208" y="877"/>
                    <a:pt x="305" y="877"/>
                  </a:cubicBezTo>
                  <a:cubicBezTo>
                    <a:pt x="345" y="877"/>
                    <a:pt x="386" y="868"/>
                    <a:pt x="425" y="849"/>
                  </a:cubicBezTo>
                  <a:cubicBezTo>
                    <a:pt x="838" y="638"/>
                    <a:pt x="1292" y="532"/>
                    <a:pt x="1746" y="532"/>
                  </a:cubicBezTo>
                  <a:cubicBezTo>
                    <a:pt x="2200" y="532"/>
                    <a:pt x="2653" y="638"/>
                    <a:pt x="3067" y="849"/>
                  </a:cubicBezTo>
                  <a:cubicBezTo>
                    <a:pt x="3106" y="868"/>
                    <a:pt x="3147" y="878"/>
                    <a:pt x="3188" y="878"/>
                  </a:cubicBezTo>
                  <a:cubicBezTo>
                    <a:pt x="3284" y="878"/>
                    <a:pt x="3378" y="824"/>
                    <a:pt x="3425" y="732"/>
                  </a:cubicBezTo>
                  <a:cubicBezTo>
                    <a:pt x="3492" y="601"/>
                    <a:pt x="3439" y="441"/>
                    <a:pt x="3309" y="374"/>
                  </a:cubicBezTo>
                  <a:cubicBezTo>
                    <a:pt x="2820" y="125"/>
                    <a:pt x="2283" y="1"/>
                    <a:pt x="1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85" name="Google Shape;2085;p59"/>
            <p:cNvSpPr/>
            <p:nvPr/>
          </p:nvSpPr>
          <p:spPr>
            <a:xfrm>
              <a:off x="2730250" y="3349223"/>
              <a:ext cx="114163" cy="114096"/>
            </a:xfrm>
            <a:custGeom>
              <a:avLst/>
              <a:gdLst/>
              <a:ahLst/>
              <a:cxnLst/>
              <a:rect l="l" t="t" r="r" b="b"/>
              <a:pathLst>
                <a:path w="3442" h="3440" extrusionOk="0">
                  <a:moveTo>
                    <a:pt x="1720" y="532"/>
                  </a:moveTo>
                  <a:cubicBezTo>
                    <a:pt x="2285" y="532"/>
                    <a:pt x="2757" y="926"/>
                    <a:pt x="2879" y="1454"/>
                  </a:cubicBezTo>
                  <a:lnTo>
                    <a:pt x="563" y="1454"/>
                  </a:lnTo>
                  <a:cubicBezTo>
                    <a:pt x="684" y="926"/>
                    <a:pt x="1157" y="532"/>
                    <a:pt x="1720" y="532"/>
                  </a:cubicBezTo>
                  <a:close/>
                  <a:moveTo>
                    <a:pt x="2879" y="1986"/>
                  </a:moveTo>
                  <a:cubicBezTo>
                    <a:pt x="2757" y="2514"/>
                    <a:pt x="2285" y="2908"/>
                    <a:pt x="1720" y="2908"/>
                  </a:cubicBezTo>
                  <a:cubicBezTo>
                    <a:pt x="1157" y="2908"/>
                    <a:pt x="684" y="2514"/>
                    <a:pt x="563" y="1986"/>
                  </a:cubicBezTo>
                  <a:close/>
                  <a:moveTo>
                    <a:pt x="1720" y="0"/>
                  </a:moveTo>
                  <a:cubicBezTo>
                    <a:pt x="773" y="0"/>
                    <a:pt x="1" y="771"/>
                    <a:pt x="1" y="1720"/>
                  </a:cubicBezTo>
                  <a:cubicBezTo>
                    <a:pt x="1" y="2669"/>
                    <a:pt x="773" y="3440"/>
                    <a:pt x="1720" y="3440"/>
                  </a:cubicBezTo>
                  <a:cubicBezTo>
                    <a:pt x="2669" y="3440"/>
                    <a:pt x="3441" y="2669"/>
                    <a:pt x="3441" y="1720"/>
                  </a:cubicBezTo>
                  <a:cubicBezTo>
                    <a:pt x="3441" y="771"/>
                    <a:pt x="2669" y="0"/>
                    <a:pt x="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86" name="Google Shape;2086;p59"/>
            <p:cNvSpPr/>
            <p:nvPr/>
          </p:nvSpPr>
          <p:spPr>
            <a:xfrm>
              <a:off x="2636386" y="3145176"/>
              <a:ext cx="478408" cy="601990"/>
            </a:xfrm>
            <a:custGeom>
              <a:avLst/>
              <a:gdLst/>
              <a:ahLst/>
              <a:cxnLst/>
              <a:rect l="l" t="t" r="r" b="b"/>
              <a:pathLst>
                <a:path w="14424" h="18150" extrusionOk="0">
                  <a:moveTo>
                    <a:pt x="7369" y="533"/>
                  </a:moveTo>
                  <a:cubicBezTo>
                    <a:pt x="7983" y="533"/>
                    <a:pt x="8481" y="1031"/>
                    <a:pt x="8481" y="1644"/>
                  </a:cubicBezTo>
                  <a:lnTo>
                    <a:pt x="8481" y="2346"/>
                  </a:lnTo>
                  <a:cubicBezTo>
                    <a:pt x="8109" y="2318"/>
                    <a:pt x="7698" y="2305"/>
                    <a:pt x="7238" y="2305"/>
                  </a:cubicBezTo>
                  <a:lnTo>
                    <a:pt x="7185" y="2305"/>
                  </a:lnTo>
                  <a:cubicBezTo>
                    <a:pt x="6070" y="2305"/>
                    <a:pt x="4659" y="2372"/>
                    <a:pt x="3640" y="2887"/>
                  </a:cubicBezTo>
                  <a:cubicBezTo>
                    <a:pt x="3203" y="3108"/>
                    <a:pt x="2859" y="3395"/>
                    <a:pt x="2607" y="3752"/>
                  </a:cubicBezTo>
                  <a:lnTo>
                    <a:pt x="2607" y="1644"/>
                  </a:lnTo>
                  <a:cubicBezTo>
                    <a:pt x="2607" y="1031"/>
                    <a:pt x="3106" y="533"/>
                    <a:pt x="3719" y="533"/>
                  </a:cubicBezTo>
                  <a:close/>
                  <a:moveTo>
                    <a:pt x="5728" y="2898"/>
                  </a:moveTo>
                  <a:lnTo>
                    <a:pt x="5728" y="3998"/>
                  </a:lnTo>
                  <a:lnTo>
                    <a:pt x="3087" y="3998"/>
                  </a:lnTo>
                  <a:cubicBezTo>
                    <a:pt x="3286" y="3739"/>
                    <a:pt x="3549" y="3529"/>
                    <a:pt x="3880" y="3361"/>
                  </a:cubicBezTo>
                  <a:cubicBezTo>
                    <a:pt x="4346" y="3125"/>
                    <a:pt x="4940" y="2975"/>
                    <a:pt x="5728" y="2898"/>
                  </a:cubicBezTo>
                  <a:close/>
                  <a:moveTo>
                    <a:pt x="1304" y="4935"/>
                  </a:moveTo>
                  <a:cubicBezTo>
                    <a:pt x="1456" y="4935"/>
                    <a:pt x="1579" y="5060"/>
                    <a:pt x="1579" y="5212"/>
                  </a:cubicBezTo>
                  <a:cubicBezTo>
                    <a:pt x="1579" y="5363"/>
                    <a:pt x="1456" y="5487"/>
                    <a:pt x="1304" y="5487"/>
                  </a:cubicBezTo>
                  <a:cubicBezTo>
                    <a:pt x="1152" y="5487"/>
                    <a:pt x="1029" y="5363"/>
                    <a:pt x="1029" y="5212"/>
                  </a:cubicBezTo>
                  <a:cubicBezTo>
                    <a:pt x="1029" y="5060"/>
                    <a:pt x="1152" y="4935"/>
                    <a:pt x="1304" y="4935"/>
                  </a:cubicBezTo>
                  <a:close/>
                  <a:moveTo>
                    <a:pt x="2075" y="5448"/>
                  </a:moveTo>
                  <a:lnTo>
                    <a:pt x="2075" y="6797"/>
                  </a:lnTo>
                  <a:cubicBezTo>
                    <a:pt x="2033" y="6895"/>
                    <a:pt x="1996" y="6994"/>
                    <a:pt x="1965" y="7097"/>
                  </a:cubicBezTo>
                  <a:lnTo>
                    <a:pt x="1570" y="7097"/>
                  </a:lnTo>
                  <a:lnTo>
                    <a:pt x="1570" y="5972"/>
                  </a:lnTo>
                  <a:cubicBezTo>
                    <a:pt x="1810" y="5888"/>
                    <a:pt x="2000" y="5693"/>
                    <a:pt x="2075" y="5448"/>
                  </a:cubicBezTo>
                  <a:close/>
                  <a:moveTo>
                    <a:pt x="1861" y="7629"/>
                  </a:moveTo>
                  <a:cubicBezTo>
                    <a:pt x="1854" y="7709"/>
                    <a:pt x="1850" y="7791"/>
                    <a:pt x="1850" y="7872"/>
                  </a:cubicBezTo>
                  <a:cubicBezTo>
                    <a:pt x="1850" y="8254"/>
                    <a:pt x="1930" y="8616"/>
                    <a:pt x="2073" y="8946"/>
                  </a:cubicBezTo>
                  <a:lnTo>
                    <a:pt x="814" y="8946"/>
                  </a:lnTo>
                  <a:lnTo>
                    <a:pt x="814" y="7783"/>
                  </a:lnTo>
                  <a:cubicBezTo>
                    <a:pt x="814" y="7697"/>
                    <a:pt x="883" y="7629"/>
                    <a:pt x="968" y="7629"/>
                  </a:cubicBezTo>
                  <a:close/>
                  <a:moveTo>
                    <a:pt x="5728" y="4530"/>
                  </a:moveTo>
                  <a:lnTo>
                    <a:pt x="5728" y="5441"/>
                  </a:lnTo>
                  <a:cubicBezTo>
                    <a:pt x="5628" y="5392"/>
                    <a:pt x="5525" y="5349"/>
                    <a:pt x="5418" y="5313"/>
                  </a:cubicBezTo>
                  <a:cubicBezTo>
                    <a:pt x="5390" y="5304"/>
                    <a:pt x="5361" y="5299"/>
                    <a:pt x="5332" y="5299"/>
                  </a:cubicBezTo>
                  <a:cubicBezTo>
                    <a:pt x="5222" y="5299"/>
                    <a:pt x="5119" y="5369"/>
                    <a:pt x="5081" y="5480"/>
                  </a:cubicBezTo>
                  <a:cubicBezTo>
                    <a:pt x="5034" y="5618"/>
                    <a:pt x="5109" y="5769"/>
                    <a:pt x="5248" y="5816"/>
                  </a:cubicBezTo>
                  <a:cubicBezTo>
                    <a:pt x="6129" y="6115"/>
                    <a:pt x="6720" y="6941"/>
                    <a:pt x="6720" y="7872"/>
                  </a:cubicBezTo>
                  <a:cubicBezTo>
                    <a:pt x="6720" y="9068"/>
                    <a:pt x="5748" y="10041"/>
                    <a:pt x="4550" y="10041"/>
                  </a:cubicBezTo>
                  <a:cubicBezTo>
                    <a:pt x="3354" y="10041"/>
                    <a:pt x="2381" y="9068"/>
                    <a:pt x="2381" y="7872"/>
                  </a:cubicBezTo>
                  <a:cubicBezTo>
                    <a:pt x="2382" y="6969"/>
                    <a:pt x="2950" y="6152"/>
                    <a:pt x="3795" y="5838"/>
                  </a:cubicBezTo>
                  <a:cubicBezTo>
                    <a:pt x="3932" y="5787"/>
                    <a:pt x="4003" y="5634"/>
                    <a:pt x="3952" y="5496"/>
                  </a:cubicBezTo>
                  <a:cubicBezTo>
                    <a:pt x="3912" y="5389"/>
                    <a:pt x="3810" y="5323"/>
                    <a:pt x="3702" y="5323"/>
                  </a:cubicBezTo>
                  <a:cubicBezTo>
                    <a:pt x="3671" y="5323"/>
                    <a:pt x="3640" y="5328"/>
                    <a:pt x="3610" y="5339"/>
                  </a:cubicBezTo>
                  <a:cubicBezTo>
                    <a:pt x="3223" y="5484"/>
                    <a:pt x="2882" y="5712"/>
                    <a:pt x="2607" y="5999"/>
                  </a:cubicBezTo>
                  <a:lnTo>
                    <a:pt x="2607" y="5683"/>
                  </a:lnTo>
                  <a:cubicBezTo>
                    <a:pt x="2607" y="5239"/>
                    <a:pt x="2667" y="4857"/>
                    <a:pt x="2793" y="4530"/>
                  </a:cubicBezTo>
                  <a:close/>
                  <a:moveTo>
                    <a:pt x="12349" y="7641"/>
                  </a:moveTo>
                  <a:cubicBezTo>
                    <a:pt x="12950" y="7725"/>
                    <a:pt x="13415" y="8243"/>
                    <a:pt x="13415" y="8867"/>
                  </a:cubicBezTo>
                  <a:lnTo>
                    <a:pt x="13415" y="9029"/>
                  </a:lnTo>
                  <a:cubicBezTo>
                    <a:pt x="13415" y="9658"/>
                    <a:pt x="12942" y="10180"/>
                    <a:pt x="12332" y="10257"/>
                  </a:cubicBezTo>
                  <a:cubicBezTo>
                    <a:pt x="12342" y="10125"/>
                    <a:pt x="12349" y="9991"/>
                    <a:pt x="12349" y="9857"/>
                  </a:cubicBezTo>
                  <a:lnTo>
                    <a:pt x="12349" y="9214"/>
                  </a:lnTo>
                  <a:lnTo>
                    <a:pt x="12653" y="9214"/>
                  </a:lnTo>
                  <a:cubicBezTo>
                    <a:pt x="12800" y="9214"/>
                    <a:pt x="12919" y="9095"/>
                    <a:pt x="12919" y="8948"/>
                  </a:cubicBezTo>
                  <a:cubicBezTo>
                    <a:pt x="12919" y="8801"/>
                    <a:pt x="12800" y="8682"/>
                    <a:pt x="12653" y="8682"/>
                  </a:cubicBezTo>
                  <a:lnTo>
                    <a:pt x="12349" y="8682"/>
                  </a:lnTo>
                  <a:lnTo>
                    <a:pt x="12349" y="7641"/>
                  </a:lnTo>
                  <a:close/>
                  <a:moveTo>
                    <a:pt x="2075" y="9478"/>
                  </a:moveTo>
                  <a:lnTo>
                    <a:pt x="2075" y="9857"/>
                  </a:lnTo>
                  <a:cubicBezTo>
                    <a:pt x="2075" y="9994"/>
                    <a:pt x="2081" y="10132"/>
                    <a:pt x="2091" y="10267"/>
                  </a:cubicBezTo>
                  <a:lnTo>
                    <a:pt x="968" y="10267"/>
                  </a:lnTo>
                  <a:cubicBezTo>
                    <a:pt x="883" y="10267"/>
                    <a:pt x="814" y="10199"/>
                    <a:pt x="814" y="10113"/>
                  </a:cubicBezTo>
                  <a:lnTo>
                    <a:pt x="814" y="9478"/>
                  </a:lnTo>
                  <a:close/>
                  <a:moveTo>
                    <a:pt x="4185" y="10548"/>
                  </a:moveTo>
                  <a:cubicBezTo>
                    <a:pt x="4305" y="10564"/>
                    <a:pt x="4427" y="10573"/>
                    <a:pt x="4550" y="10573"/>
                  </a:cubicBezTo>
                  <a:cubicBezTo>
                    <a:pt x="4568" y="10573"/>
                    <a:pt x="4584" y="10573"/>
                    <a:pt x="4601" y="10572"/>
                  </a:cubicBezTo>
                  <a:lnTo>
                    <a:pt x="4601" y="10888"/>
                  </a:lnTo>
                  <a:lnTo>
                    <a:pt x="4185" y="10888"/>
                  </a:lnTo>
                  <a:lnTo>
                    <a:pt x="4185" y="10548"/>
                  </a:lnTo>
                  <a:close/>
                  <a:moveTo>
                    <a:pt x="4601" y="12885"/>
                  </a:moveTo>
                  <a:lnTo>
                    <a:pt x="4601" y="13603"/>
                  </a:lnTo>
                  <a:lnTo>
                    <a:pt x="4223" y="13334"/>
                  </a:lnTo>
                  <a:cubicBezTo>
                    <a:pt x="4207" y="13317"/>
                    <a:pt x="4187" y="13274"/>
                    <a:pt x="4185" y="13254"/>
                  </a:cubicBezTo>
                  <a:lnTo>
                    <a:pt x="4185" y="12885"/>
                  </a:lnTo>
                  <a:close/>
                  <a:moveTo>
                    <a:pt x="2607" y="9745"/>
                  </a:moveTo>
                  <a:cubicBezTo>
                    <a:pt x="2896" y="10045"/>
                    <a:pt x="3253" y="10278"/>
                    <a:pt x="3654" y="10419"/>
                  </a:cubicBezTo>
                  <a:lnTo>
                    <a:pt x="3654" y="10976"/>
                  </a:lnTo>
                  <a:cubicBezTo>
                    <a:pt x="3654" y="11220"/>
                    <a:pt x="3852" y="11419"/>
                    <a:pt x="4097" y="11419"/>
                  </a:cubicBezTo>
                  <a:lnTo>
                    <a:pt x="4689" y="11419"/>
                  </a:lnTo>
                  <a:cubicBezTo>
                    <a:pt x="4933" y="11419"/>
                    <a:pt x="5133" y="11220"/>
                    <a:pt x="5133" y="10976"/>
                  </a:cubicBezTo>
                  <a:lnTo>
                    <a:pt x="5133" y="10510"/>
                  </a:lnTo>
                  <a:cubicBezTo>
                    <a:pt x="5341" y="10464"/>
                    <a:pt x="5540" y="10394"/>
                    <a:pt x="5728" y="10302"/>
                  </a:cubicBezTo>
                  <a:lnTo>
                    <a:pt x="5728" y="14193"/>
                  </a:lnTo>
                  <a:cubicBezTo>
                    <a:pt x="5523" y="14124"/>
                    <a:pt x="5324" y="14041"/>
                    <a:pt x="5132" y="13944"/>
                  </a:cubicBezTo>
                  <a:cubicBezTo>
                    <a:pt x="5132" y="13939"/>
                    <a:pt x="5133" y="13934"/>
                    <a:pt x="5133" y="13930"/>
                  </a:cubicBezTo>
                  <a:lnTo>
                    <a:pt x="5133" y="12796"/>
                  </a:lnTo>
                  <a:cubicBezTo>
                    <a:pt x="5133" y="12552"/>
                    <a:pt x="4933" y="12353"/>
                    <a:pt x="4689" y="12353"/>
                  </a:cubicBezTo>
                  <a:lnTo>
                    <a:pt x="4097" y="12353"/>
                  </a:lnTo>
                  <a:cubicBezTo>
                    <a:pt x="3862" y="12353"/>
                    <a:pt x="3670" y="12535"/>
                    <a:pt x="3655" y="12766"/>
                  </a:cubicBezTo>
                  <a:cubicBezTo>
                    <a:pt x="3001" y="11975"/>
                    <a:pt x="2607" y="10961"/>
                    <a:pt x="2607" y="9857"/>
                  </a:cubicBezTo>
                  <a:lnTo>
                    <a:pt x="2607" y="9745"/>
                  </a:lnTo>
                  <a:close/>
                  <a:moveTo>
                    <a:pt x="5627" y="14719"/>
                  </a:moveTo>
                  <a:cubicBezTo>
                    <a:pt x="6119" y="14876"/>
                    <a:pt x="6642" y="14962"/>
                    <a:pt x="7185" y="14962"/>
                  </a:cubicBezTo>
                  <a:lnTo>
                    <a:pt x="7238" y="14962"/>
                  </a:lnTo>
                  <a:cubicBezTo>
                    <a:pt x="7773" y="14962"/>
                    <a:pt x="8297" y="14881"/>
                    <a:pt x="8796" y="14721"/>
                  </a:cubicBezTo>
                  <a:lnTo>
                    <a:pt x="8796" y="15363"/>
                  </a:lnTo>
                  <a:lnTo>
                    <a:pt x="5627" y="15363"/>
                  </a:lnTo>
                  <a:lnTo>
                    <a:pt x="5627" y="14719"/>
                  </a:lnTo>
                  <a:close/>
                  <a:moveTo>
                    <a:pt x="13448" y="15895"/>
                  </a:moveTo>
                  <a:cubicBezTo>
                    <a:pt x="13693" y="15895"/>
                    <a:pt x="13892" y="16094"/>
                    <a:pt x="13892" y="16338"/>
                  </a:cubicBezTo>
                  <a:lnTo>
                    <a:pt x="13892" y="17619"/>
                  </a:lnTo>
                  <a:lnTo>
                    <a:pt x="533" y="17619"/>
                  </a:lnTo>
                  <a:lnTo>
                    <a:pt x="533" y="16338"/>
                  </a:lnTo>
                  <a:cubicBezTo>
                    <a:pt x="533" y="16094"/>
                    <a:pt x="731" y="15895"/>
                    <a:pt x="975" y="15895"/>
                  </a:cubicBezTo>
                  <a:close/>
                  <a:moveTo>
                    <a:pt x="3719" y="1"/>
                  </a:moveTo>
                  <a:cubicBezTo>
                    <a:pt x="2812" y="1"/>
                    <a:pt x="2075" y="737"/>
                    <a:pt x="2075" y="1643"/>
                  </a:cubicBezTo>
                  <a:lnTo>
                    <a:pt x="2075" y="4973"/>
                  </a:lnTo>
                  <a:cubicBezTo>
                    <a:pt x="1973" y="4644"/>
                    <a:pt x="1666" y="4404"/>
                    <a:pt x="1304" y="4404"/>
                  </a:cubicBezTo>
                  <a:cubicBezTo>
                    <a:pt x="858" y="4404"/>
                    <a:pt x="497" y="4766"/>
                    <a:pt x="497" y="5211"/>
                  </a:cubicBezTo>
                  <a:cubicBezTo>
                    <a:pt x="497" y="5563"/>
                    <a:pt x="723" y="5863"/>
                    <a:pt x="1038" y="5972"/>
                  </a:cubicBezTo>
                  <a:lnTo>
                    <a:pt x="1038" y="7097"/>
                  </a:lnTo>
                  <a:lnTo>
                    <a:pt x="968" y="7097"/>
                  </a:lnTo>
                  <a:cubicBezTo>
                    <a:pt x="589" y="7097"/>
                    <a:pt x="282" y="7405"/>
                    <a:pt x="282" y="7783"/>
                  </a:cubicBezTo>
                  <a:lnTo>
                    <a:pt x="282" y="10113"/>
                  </a:lnTo>
                  <a:cubicBezTo>
                    <a:pt x="282" y="10491"/>
                    <a:pt x="589" y="10798"/>
                    <a:pt x="968" y="10798"/>
                  </a:cubicBezTo>
                  <a:lnTo>
                    <a:pt x="2162" y="10798"/>
                  </a:lnTo>
                  <a:cubicBezTo>
                    <a:pt x="2474" y="12459"/>
                    <a:pt x="3593" y="13840"/>
                    <a:pt x="5097" y="14515"/>
                  </a:cubicBezTo>
                  <a:lnTo>
                    <a:pt x="5097" y="15363"/>
                  </a:lnTo>
                  <a:lnTo>
                    <a:pt x="975" y="15363"/>
                  </a:lnTo>
                  <a:cubicBezTo>
                    <a:pt x="437" y="15363"/>
                    <a:pt x="1" y="15800"/>
                    <a:pt x="1" y="16338"/>
                  </a:cubicBezTo>
                  <a:lnTo>
                    <a:pt x="1" y="17884"/>
                  </a:lnTo>
                  <a:cubicBezTo>
                    <a:pt x="1" y="18031"/>
                    <a:pt x="119" y="18150"/>
                    <a:pt x="267" y="18150"/>
                  </a:cubicBezTo>
                  <a:lnTo>
                    <a:pt x="14158" y="18150"/>
                  </a:lnTo>
                  <a:cubicBezTo>
                    <a:pt x="14304" y="18150"/>
                    <a:pt x="14424" y="18031"/>
                    <a:pt x="14424" y="17884"/>
                  </a:cubicBezTo>
                  <a:lnTo>
                    <a:pt x="14424" y="16338"/>
                  </a:lnTo>
                  <a:cubicBezTo>
                    <a:pt x="14424" y="15800"/>
                    <a:pt x="13986" y="15363"/>
                    <a:pt x="13448" y="15363"/>
                  </a:cubicBezTo>
                  <a:lnTo>
                    <a:pt x="9327" y="15363"/>
                  </a:lnTo>
                  <a:lnTo>
                    <a:pt x="9327" y="14517"/>
                  </a:lnTo>
                  <a:cubicBezTo>
                    <a:pt x="9646" y="14374"/>
                    <a:pt x="9951" y="14199"/>
                    <a:pt x="10240" y="13989"/>
                  </a:cubicBezTo>
                  <a:cubicBezTo>
                    <a:pt x="10358" y="13903"/>
                    <a:pt x="10384" y="13737"/>
                    <a:pt x="10298" y="13618"/>
                  </a:cubicBezTo>
                  <a:cubicBezTo>
                    <a:pt x="10246" y="13546"/>
                    <a:pt x="10165" y="13508"/>
                    <a:pt x="10083" y="13508"/>
                  </a:cubicBezTo>
                  <a:cubicBezTo>
                    <a:pt x="10029" y="13508"/>
                    <a:pt x="9974" y="13525"/>
                    <a:pt x="9927" y="13559"/>
                  </a:cubicBezTo>
                  <a:cubicBezTo>
                    <a:pt x="9142" y="14129"/>
                    <a:pt x="8213" y="14430"/>
                    <a:pt x="7238" y="14430"/>
                  </a:cubicBezTo>
                  <a:lnTo>
                    <a:pt x="7185" y="14430"/>
                  </a:lnTo>
                  <a:cubicBezTo>
                    <a:pt x="6869" y="14430"/>
                    <a:pt x="6559" y="14398"/>
                    <a:pt x="6260" y="14336"/>
                  </a:cubicBezTo>
                  <a:lnTo>
                    <a:pt x="6260" y="12053"/>
                  </a:lnTo>
                  <a:lnTo>
                    <a:pt x="8340" y="12053"/>
                  </a:lnTo>
                  <a:cubicBezTo>
                    <a:pt x="8487" y="12053"/>
                    <a:pt x="8606" y="11934"/>
                    <a:pt x="8606" y="11787"/>
                  </a:cubicBezTo>
                  <a:cubicBezTo>
                    <a:pt x="8606" y="11640"/>
                    <a:pt x="8487" y="11521"/>
                    <a:pt x="8340" y="11521"/>
                  </a:cubicBezTo>
                  <a:lnTo>
                    <a:pt x="6260" y="11521"/>
                  </a:lnTo>
                  <a:lnTo>
                    <a:pt x="6260" y="9961"/>
                  </a:lnTo>
                  <a:cubicBezTo>
                    <a:pt x="6423" y="9828"/>
                    <a:pt x="6571" y="9676"/>
                    <a:pt x="6699" y="9508"/>
                  </a:cubicBezTo>
                  <a:lnTo>
                    <a:pt x="6699" y="9912"/>
                  </a:lnTo>
                  <a:cubicBezTo>
                    <a:pt x="6699" y="10254"/>
                    <a:pt x="6977" y="10533"/>
                    <a:pt x="7320" y="10533"/>
                  </a:cubicBezTo>
                  <a:lnTo>
                    <a:pt x="7882" y="10533"/>
                  </a:lnTo>
                  <a:cubicBezTo>
                    <a:pt x="8029" y="10533"/>
                    <a:pt x="8148" y="10414"/>
                    <a:pt x="8148" y="10267"/>
                  </a:cubicBezTo>
                  <a:cubicBezTo>
                    <a:pt x="8148" y="10121"/>
                    <a:pt x="8029" y="10001"/>
                    <a:pt x="7882" y="10001"/>
                  </a:cubicBezTo>
                  <a:lnTo>
                    <a:pt x="7318" y="10001"/>
                  </a:lnTo>
                  <a:cubicBezTo>
                    <a:pt x="7271" y="10001"/>
                    <a:pt x="7230" y="9960"/>
                    <a:pt x="7230" y="9913"/>
                  </a:cubicBezTo>
                  <a:lnTo>
                    <a:pt x="7230" y="8210"/>
                  </a:lnTo>
                  <a:cubicBezTo>
                    <a:pt x="7245" y="8099"/>
                    <a:pt x="7252" y="7987"/>
                    <a:pt x="7252" y="7872"/>
                  </a:cubicBezTo>
                  <a:cubicBezTo>
                    <a:pt x="7252" y="7043"/>
                    <a:pt x="6875" y="6282"/>
                    <a:pt x="6260" y="5779"/>
                  </a:cubicBezTo>
                  <a:lnTo>
                    <a:pt x="6260" y="2859"/>
                  </a:lnTo>
                  <a:cubicBezTo>
                    <a:pt x="6545" y="2844"/>
                    <a:pt x="6853" y="2837"/>
                    <a:pt x="7185" y="2837"/>
                  </a:cubicBezTo>
                  <a:lnTo>
                    <a:pt x="7238" y="2837"/>
                  </a:lnTo>
                  <a:cubicBezTo>
                    <a:pt x="8273" y="2837"/>
                    <a:pt x="9045" y="2906"/>
                    <a:pt x="9668" y="3053"/>
                  </a:cubicBezTo>
                  <a:cubicBezTo>
                    <a:pt x="9688" y="3058"/>
                    <a:pt x="9709" y="3061"/>
                    <a:pt x="9729" y="3061"/>
                  </a:cubicBezTo>
                  <a:cubicBezTo>
                    <a:pt x="9850" y="3061"/>
                    <a:pt x="9959" y="2978"/>
                    <a:pt x="9987" y="2855"/>
                  </a:cubicBezTo>
                  <a:cubicBezTo>
                    <a:pt x="10021" y="2713"/>
                    <a:pt x="9933" y="2570"/>
                    <a:pt x="9790" y="2536"/>
                  </a:cubicBezTo>
                  <a:cubicBezTo>
                    <a:pt x="9552" y="2480"/>
                    <a:pt x="9295" y="2433"/>
                    <a:pt x="9013" y="2398"/>
                  </a:cubicBezTo>
                  <a:lnTo>
                    <a:pt x="9013" y="1644"/>
                  </a:lnTo>
                  <a:cubicBezTo>
                    <a:pt x="9013" y="1506"/>
                    <a:pt x="8996" y="1373"/>
                    <a:pt x="8963" y="1244"/>
                  </a:cubicBezTo>
                  <a:cubicBezTo>
                    <a:pt x="9183" y="1169"/>
                    <a:pt x="9417" y="1128"/>
                    <a:pt x="9662" y="1128"/>
                  </a:cubicBezTo>
                  <a:cubicBezTo>
                    <a:pt x="10849" y="1128"/>
                    <a:pt x="11817" y="2093"/>
                    <a:pt x="11817" y="3280"/>
                  </a:cubicBezTo>
                  <a:lnTo>
                    <a:pt x="11817" y="3761"/>
                  </a:lnTo>
                  <a:cubicBezTo>
                    <a:pt x="11685" y="3573"/>
                    <a:pt x="11531" y="3404"/>
                    <a:pt x="11352" y="3256"/>
                  </a:cubicBezTo>
                  <a:cubicBezTo>
                    <a:pt x="11302" y="3215"/>
                    <a:pt x="11242" y="3195"/>
                    <a:pt x="11182" y="3195"/>
                  </a:cubicBezTo>
                  <a:cubicBezTo>
                    <a:pt x="11106" y="3195"/>
                    <a:pt x="11030" y="3227"/>
                    <a:pt x="10977" y="3291"/>
                  </a:cubicBezTo>
                  <a:cubicBezTo>
                    <a:pt x="10883" y="3404"/>
                    <a:pt x="10900" y="3572"/>
                    <a:pt x="11013" y="3665"/>
                  </a:cubicBezTo>
                  <a:cubicBezTo>
                    <a:pt x="11554" y="4113"/>
                    <a:pt x="11817" y="4773"/>
                    <a:pt x="11817" y="5682"/>
                  </a:cubicBezTo>
                  <a:lnTo>
                    <a:pt x="11817" y="9857"/>
                  </a:lnTo>
                  <a:cubicBezTo>
                    <a:pt x="11817" y="10712"/>
                    <a:pt x="11579" y="11546"/>
                    <a:pt x="11130" y="12267"/>
                  </a:cubicBezTo>
                  <a:cubicBezTo>
                    <a:pt x="11053" y="12392"/>
                    <a:pt x="11091" y="12556"/>
                    <a:pt x="11215" y="12633"/>
                  </a:cubicBezTo>
                  <a:cubicBezTo>
                    <a:pt x="11259" y="12661"/>
                    <a:pt x="11307" y="12673"/>
                    <a:pt x="11356" y="12673"/>
                  </a:cubicBezTo>
                  <a:cubicBezTo>
                    <a:pt x="11444" y="12673"/>
                    <a:pt x="11531" y="12629"/>
                    <a:pt x="11582" y="12548"/>
                  </a:cubicBezTo>
                  <a:cubicBezTo>
                    <a:pt x="11916" y="12010"/>
                    <a:pt x="12145" y="11416"/>
                    <a:pt x="12261" y="10797"/>
                  </a:cubicBezTo>
                  <a:cubicBezTo>
                    <a:pt x="13198" y="10752"/>
                    <a:pt x="13946" y="9976"/>
                    <a:pt x="13946" y="9029"/>
                  </a:cubicBezTo>
                  <a:lnTo>
                    <a:pt x="13946" y="8867"/>
                  </a:lnTo>
                  <a:cubicBezTo>
                    <a:pt x="13946" y="7949"/>
                    <a:pt x="13244" y="7193"/>
                    <a:pt x="12349" y="7106"/>
                  </a:cubicBezTo>
                  <a:lnTo>
                    <a:pt x="12349" y="3280"/>
                  </a:lnTo>
                  <a:cubicBezTo>
                    <a:pt x="12349" y="1801"/>
                    <a:pt x="11143" y="596"/>
                    <a:pt x="9662" y="596"/>
                  </a:cubicBezTo>
                  <a:cubicBezTo>
                    <a:pt x="9342" y="596"/>
                    <a:pt x="9035" y="652"/>
                    <a:pt x="8751" y="756"/>
                  </a:cubicBezTo>
                  <a:cubicBezTo>
                    <a:pt x="8458" y="302"/>
                    <a:pt x="7948" y="1"/>
                    <a:pt x="7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087" name="Google Shape;2087;p59"/>
          <p:cNvGrpSpPr/>
          <p:nvPr/>
        </p:nvGrpSpPr>
        <p:grpSpPr>
          <a:xfrm>
            <a:off x="1436204" y="2514105"/>
            <a:ext cx="537236" cy="403289"/>
            <a:chOff x="5351113" y="3220301"/>
            <a:chExt cx="602620" cy="452372"/>
          </a:xfrm>
        </p:grpSpPr>
        <p:sp>
          <p:nvSpPr>
            <p:cNvPr id="2088" name="Google Shape;2088;p59"/>
            <p:cNvSpPr/>
            <p:nvPr/>
          </p:nvSpPr>
          <p:spPr>
            <a:xfrm>
              <a:off x="5447995" y="3220301"/>
              <a:ext cx="150846" cy="151376"/>
            </a:xfrm>
            <a:custGeom>
              <a:avLst/>
              <a:gdLst/>
              <a:ahLst/>
              <a:cxnLst/>
              <a:rect l="l" t="t" r="r" b="b"/>
              <a:pathLst>
                <a:path w="4548" h="4564" extrusionOk="0"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4298"/>
                  </a:lnTo>
                  <a:cubicBezTo>
                    <a:pt x="1" y="4445"/>
                    <a:pt x="120" y="4564"/>
                    <a:pt x="266" y="4564"/>
                  </a:cubicBezTo>
                  <a:cubicBezTo>
                    <a:pt x="413" y="4564"/>
                    <a:pt x="532" y="4445"/>
                    <a:pt x="532" y="4298"/>
                  </a:cubicBezTo>
                  <a:lnTo>
                    <a:pt x="532" y="533"/>
                  </a:lnTo>
                  <a:lnTo>
                    <a:pt x="4281" y="533"/>
                  </a:lnTo>
                  <a:cubicBezTo>
                    <a:pt x="4428" y="533"/>
                    <a:pt x="4546" y="414"/>
                    <a:pt x="4546" y="267"/>
                  </a:cubicBezTo>
                  <a:cubicBezTo>
                    <a:pt x="4547" y="120"/>
                    <a:pt x="4428" y="1"/>
                    <a:pt x="4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89" name="Google Shape;2089;p59"/>
            <p:cNvSpPr/>
            <p:nvPr/>
          </p:nvSpPr>
          <p:spPr>
            <a:xfrm>
              <a:off x="5447995" y="3521296"/>
              <a:ext cx="150846" cy="151376"/>
            </a:xfrm>
            <a:custGeom>
              <a:avLst/>
              <a:gdLst/>
              <a:ahLst/>
              <a:cxnLst/>
              <a:rect l="l" t="t" r="r" b="b"/>
              <a:pathLst>
                <a:path w="4548" h="4564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4120"/>
                  </a:lnTo>
                  <a:cubicBezTo>
                    <a:pt x="1" y="4364"/>
                    <a:pt x="199" y="4563"/>
                    <a:pt x="444" y="4563"/>
                  </a:cubicBezTo>
                  <a:lnTo>
                    <a:pt x="4281" y="4563"/>
                  </a:lnTo>
                  <a:cubicBezTo>
                    <a:pt x="4428" y="4563"/>
                    <a:pt x="4547" y="4444"/>
                    <a:pt x="4547" y="4297"/>
                  </a:cubicBezTo>
                  <a:cubicBezTo>
                    <a:pt x="4547" y="4150"/>
                    <a:pt x="4428" y="4031"/>
                    <a:pt x="4281" y="4031"/>
                  </a:cubicBezTo>
                  <a:lnTo>
                    <a:pt x="533" y="4031"/>
                  </a:lnTo>
                  <a:lnTo>
                    <a:pt x="533" y="265"/>
                  </a:lnTo>
                  <a:cubicBezTo>
                    <a:pt x="533" y="119"/>
                    <a:pt x="41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0" name="Google Shape;2090;p59"/>
            <p:cNvSpPr/>
            <p:nvPr/>
          </p:nvSpPr>
          <p:spPr>
            <a:xfrm>
              <a:off x="5721196" y="3220301"/>
              <a:ext cx="150813" cy="151376"/>
            </a:xfrm>
            <a:custGeom>
              <a:avLst/>
              <a:gdLst/>
              <a:ahLst/>
              <a:cxnLst/>
              <a:rect l="l" t="t" r="r" b="b"/>
              <a:pathLst>
                <a:path w="4547" h="4564" extrusionOk="0">
                  <a:moveTo>
                    <a:pt x="266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4015" y="533"/>
                  </a:lnTo>
                  <a:lnTo>
                    <a:pt x="4015" y="4298"/>
                  </a:lnTo>
                  <a:cubicBezTo>
                    <a:pt x="4015" y="4445"/>
                    <a:pt x="4134" y="4564"/>
                    <a:pt x="4281" y="4564"/>
                  </a:cubicBezTo>
                  <a:cubicBezTo>
                    <a:pt x="4428" y="4564"/>
                    <a:pt x="4547" y="4445"/>
                    <a:pt x="4547" y="4298"/>
                  </a:cubicBezTo>
                  <a:lnTo>
                    <a:pt x="4547" y="443"/>
                  </a:lnTo>
                  <a:cubicBezTo>
                    <a:pt x="4547" y="199"/>
                    <a:pt x="4348" y="1"/>
                    <a:pt x="4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1" name="Google Shape;2091;p59"/>
            <p:cNvSpPr/>
            <p:nvPr/>
          </p:nvSpPr>
          <p:spPr>
            <a:xfrm>
              <a:off x="5721196" y="3521262"/>
              <a:ext cx="150813" cy="151410"/>
            </a:xfrm>
            <a:custGeom>
              <a:avLst/>
              <a:gdLst/>
              <a:ahLst/>
              <a:cxnLst/>
              <a:rect l="l" t="t" r="r" b="b"/>
              <a:pathLst>
                <a:path w="4547" h="4565" extrusionOk="0">
                  <a:moveTo>
                    <a:pt x="4281" y="0"/>
                  </a:moveTo>
                  <a:cubicBezTo>
                    <a:pt x="4134" y="0"/>
                    <a:pt x="4015" y="119"/>
                    <a:pt x="4015" y="266"/>
                  </a:cubicBezTo>
                  <a:lnTo>
                    <a:pt x="4015" y="4032"/>
                  </a:lnTo>
                  <a:lnTo>
                    <a:pt x="266" y="4032"/>
                  </a:lnTo>
                  <a:cubicBezTo>
                    <a:pt x="119" y="4032"/>
                    <a:pt x="0" y="4151"/>
                    <a:pt x="0" y="4298"/>
                  </a:cubicBezTo>
                  <a:cubicBezTo>
                    <a:pt x="0" y="4445"/>
                    <a:pt x="119" y="4564"/>
                    <a:pt x="266" y="4564"/>
                  </a:cubicBezTo>
                  <a:lnTo>
                    <a:pt x="4104" y="4564"/>
                  </a:lnTo>
                  <a:cubicBezTo>
                    <a:pt x="4348" y="4564"/>
                    <a:pt x="4547" y="4365"/>
                    <a:pt x="4547" y="4121"/>
                  </a:cubicBezTo>
                  <a:lnTo>
                    <a:pt x="4547" y="266"/>
                  </a:lnTo>
                  <a:cubicBezTo>
                    <a:pt x="4547" y="119"/>
                    <a:pt x="4428" y="0"/>
                    <a:pt x="4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2" name="Google Shape;2092;p59"/>
            <p:cNvSpPr/>
            <p:nvPr/>
          </p:nvSpPr>
          <p:spPr>
            <a:xfrm>
              <a:off x="5747332" y="3547597"/>
              <a:ext cx="72239" cy="72438"/>
            </a:xfrm>
            <a:custGeom>
              <a:avLst/>
              <a:gdLst/>
              <a:ahLst/>
              <a:cxnLst/>
              <a:rect l="l" t="t" r="r" b="b"/>
              <a:pathLst>
                <a:path w="2178" h="2184" extrusionOk="0">
                  <a:moveTo>
                    <a:pt x="1912" y="1"/>
                  </a:moveTo>
                  <a:cubicBezTo>
                    <a:pt x="1764" y="1"/>
                    <a:pt x="1646" y="120"/>
                    <a:pt x="1646" y="266"/>
                  </a:cubicBezTo>
                  <a:lnTo>
                    <a:pt x="1646" y="1652"/>
                  </a:lnTo>
                  <a:lnTo>
                    <a:pt x="267" y="1652"/>
                  </a:lnTo>
                  <a:cubicBezTo>
                    <a:pt x="120" y="1652"/>
                    <a:pt x="1" y="1771"/>
                    <a:pt x="1" y="1918"/>
                  </a:cubicBezTo>
                  <a:cubicBezTo>
                    <a:pt x="1" y="2065"/>
                    <a:pt x="120" y="2184"/>
                    <a:pt x="267" y="2184"/>
                  </a:cubicBezTo>
                  <a:lnTo>
                    <a:pt x="1734" y="2184"/>
                  </a:lnTo>
                  <a:cubicBezTo>
                    <a:pt x="1978" y="2184"/>
                    <a:pt x="2178" y="1985"/>
                    <a:pt x="2178" y="1740"/>
                  </a:cubicBezTo>
                  <a:lnTo>
                    <a:pt x="2178" y="266"/>
                  </a:lnTo>
                  <a:cubicBezTo>
                    <a:pt x="2178" y="120"/>
                    <a:pt x="2058" y="1"/>
                    <a:pt x="1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3" name="Google Shape;2093;p59"/>
            <p:cNvSpPr/>
            <p:nvPr/>
          </p:nvSpPr>
          <p:spPr>
            <a:xfrm>
              <a:off x="5497979" y="3270284"/>
              <a:ext cx="72172" cy="72438"/>
            </a:xfrm>
            <a:custGeom>
              <a:avLst/>
              <a:gdLst/>
              <a:ahLst/>
              <a:cxnLst/>
              <a:rect l="l" t="t" r="r" b="b"/>
              <a:pathLst>
                <a:path w="2176" h="2184" extrusionOk="0">
                  <a:moveTo>
                    <a:pt x="443" y="0"/>
                  </a:moveTo>
                  <a:cubicBezTo>
                    <a:pt x="198" y="0"/>
                    <a:pt x="0" y="198"/>
                    <a:pt x="0" y="443"/>
                  </a:cubicBezTo>
                  <a:lnTo>
                    <a:pt x="0" y="1917"/>
                  </a:lnTo>
                  <a:cubicBezTo>
                    <a:pt x="0" y="2064"/>
                    <a:pt x="119" y="2183"/>
                    <a:pt x="265" y="2183"/>
                  </a:cubicBezTo>
                  <a:cubicBezTo>
                    <a:pt x="413" y="2183"/>
                    <a:pt x="531" y="2064"/>
                    <a:pt x="531" y="1917"/>
                  </a:cubicBezTo>
                  <a:lnTo>
                    <a:pt x="531" y="531"/>
                  </a:lnTo>
                  <a:lnTo>
                    <a:pt x="1910" y="531"/>
                  </a:lnTo>
                  <a:cubicBezTo>
                    <a:pt x="2057" y="531"/>
                    <a:pt x="2176" y="412"/>
                    <a:pt x="2176" y="266"/>
                  </a:cubicBezTo>
                  <a:cubicBezTo>
                    <a:pt x="2176" y="119"/>
                    <a:pt x="2057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4" name="Google Shape;2094;p59"/>
            <p:cNvSpPr/>
            <p:nvPr/>
          </p:nvSpPr>
          <p:spPr>
            <a:xfrm>
              <a:off x="5481461" y="3571180"/>
              <a:ext cx="67861" cy="17678"/>
            </a:xfrm>
            <a:custGeom>
              <a:avLst/>
              <a:gdLst/>
              <a:ahLst/>
              <a:cxnLst/>
              <a:rect l="l" t="t" r="r" b="b"/>
              <a:pathLst>
                <a:path w="2046" h="533" extrusionOk="0">
                  <a:moveTo>
                    <a:pt x="266" y="0"/>
                  </a:moveTo>
                  <a:cubicBezTo>
                    <a:pt x="118" y="0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20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5" name="Google Shape;2095;p59"/>
            <p:cNvSpPr/>
            <p:nvPr/>
          </p:nvSpPr>
          <p:spPr>
            <a:xfrm>
              <a:off x="5481461" y="3596387"/>
              <a:ext cx="67861" cy="17678"/>
            </a:xfrm>
            <a:custGeom>
              <a:avLst/>
              <a:gdLst/>
              <a:ahLst/>
              <a:cxnLst/>
              <a:rect l="l" t="t" r="r" b="b"/>
              <a:pathLst>
                <a:path w="2046" h="533" extrusionOk="0">
                  <a:moveTo>
                    <a:pt x="266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19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6" name="Google Shape;2096;p59"/>
            <p:cNvSpPr/>
            <p:nvPr/>
          </p:nvSpPr>
          <p:spPr>
            <a:xfrm>
              <a:off x="5481461" y="3621594"/>
              <a:ext cx="67861" cy="17645"/>
            </a:xfrm>
            <a:custGeom>
              <a:avLst/>
              <a:gdLst/>
              <a:ahLst/>
              <a:cxnLst/>
              <a:rect l="l" t="t" r="r" b="b"/>
              <a:pathLst>
                <a:path w="2046" h="532" extrusionOk="0">
                  <a:moveTo>
                    <a:pt x="266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19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7" name="Google Shape;2097;p59"/>
            <p:cNvSpPr/>
            <p:nvPr/>
          </p:nvSpPr>
          <p:spPr>
            <a:xfrm>
              <a:off x="5754065" y="3263053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8"/>
                    <a:pt x="78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4"/>
                    <a:pt x="196" y="532"/>
                    <a:pt x="266" y="532"/>
                  </a:cubicBezTo>
                  <a:cubicBezTo>
                    <a:pt x="336" y="532"/>
                    <a:pt x="405" y="504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8" name="Google Shape;2098;p59"/>
            <p:cNvSpPr/>
            <p:nvPr/>
          </p:nvSpPr>
          <p:spPr>
            <a:xfrm>
              <a:off x="5783286" y="3263053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8"/>
                    <a:pt x="78" y="79"/>
                  </a:cubicBezTo>
                  <a:cubicBezTo>
                    <a:pt x="28" y="128"/>
                    <a:pt x="0" y="197"/>
                    <a:pt x="0" y="266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7" y="504"/>
                    <a:pt x="196" y="532"/>
                    <a:pt x="266" y="532"/>
                  </a:cubicBezTo>
                  <a:cubicBezTo>
                    <a:pt x="336" y="532"/>
                    <a:pt x="405" y="504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99" name="Google Shape;2099;p59"/>
            <p:cNvSpPr/>
            <p:nvPr/>
          </p:nvSpPr>
          <p:spPr>
            <a:xfrm>
              <a:off x="5812473" y="3263053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30" y="128"/>
                    <a:pt x="1" y="196"/>
                    <a:pt x="1" y="266"/>
                  </a:cubicBezTo>
                  <a:cubicBezTo>
                    <a:pt x="1" y="336"/>
                    <a:pt x="30" y="405"/>
                    <a:pt x="79" y="454"/>
                  </a:cubicBezTo>
                  <a:cubicBezTo>
                    <a:pt x="128" y="504"/>
                    <a:pt x="197" y="532"/>
                    <a:pt x="267" y="532"/>
                  </a:cubicBezTo>
                  <a:cubicBezTo>
                    <a:pt x="337" y="532"/>
                    <a:pt x="406" y="504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6" y="28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0" name="Google Shape;2100;p59"/>
            <p:cNvSpPr/>
            <p:nvPr/>
          </p:nvSpPr>
          <p:spPr>
            <a:xfrm>
              <a:off x="5399737" y="3401262"/>
              <a:ext cx="106103" cy="95191"/>
            </a:xfrm>
            <a:custGeom>
              <a:avLst/>
              <a:gdLst/>
              <a:ahLst/>
              <a:cxnLst/>
              <a:rect l="l" t="t" r="r" b="b"/>
              <a:pathLst>
                <a:path w="3199" h="2870" extrusionOk="0">
                  <a:moveTo>
                    <a:pt x="2118" y="532"/>
                  </a:moveTo>
                  <a:lnTo>
                    <a:pt x="2638" y="1435"/>
                  </a:lnTo>
                  <a:lnTo>
                    <a:pt x="2118" y="2339"/>
                  </a:lnTo>
                  <a:lnTo>
                    <a:pt x="1081" y="2339"/>
                  </a:lnTo>
                  <a:lnTo>
                    <a:pt x="561" y="1435"/>
                  </a:lnTo>
                  <a:lnTo>
                    <a:pt x="1081" y="532"/>
                  </a:lnTo>
                  <a:close/>
                  <a:moveTo>
                    <a:pt x="1034" y="0"/>
                  </a:moveTo>
                  <a:cubicBezTo>
                    <a:pt x="881" y="0"/>
                    <a:pt x="721" y="92"/>
                    <a:pt x="644" y="225"/>
                  </a:cubicBezTo>
                  <a:lnTo>
                    <a:pt x="78" y="1211"/>
                  </a:lnTo>
                  <a:cubicBezTo>
                    <a:pt x="1" y="1342"/>
                    <a:pt x="1" y="1528"/>
                    <a:pt x="78" y="1659"/>
                  </a:cubicBezTo>
                  <a:lnTo>
                    <a:pt x="644" y="2645"/>
                  </a:lnTo>
                  <a:cubicBezTo>
                    <a:pt x="721" y="2777"/>
                    <a:pt x="881" y="2870"/>
                    <a:pt x="1034" y="2870"/>
                  </a:cubicBezTo>
                  <a:lnTo>
                    <a:pt x="2165" y="2870"/>
                  </a:lnTo>
                  <a:cubicBezTo>
                    <a:pt x="2319" y="2870"/>
                    <a:pt x="2479" y="2777"/>
                    <a:pt x="2555" y="2645"/>
                  </a:cubicBezTo>
                  <a:lnTo>
                    <a:pt x="3122" y="1659"/>
                  </a:lnTo>
                  <a:cubicBezTo>
                    <a:pt x="3198" y="1528"/>
                    <a:pt x="3198" y="1342"/>
                    <a:pt x="3122" y="1211"/>
                  </a:cubicBezTo>
                  <a:lnTo>
                    <a:pt x="2555" y="225"/>
                  </a:lnTo>
                  <a:cubicBezTo>
                    <a:pt x="2479" y="92"/>
                    <a:pt x="2318" y="0"/>
                    <a:pt x="2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1" name="Google Shape;2101;p59"/>
            <p:cNvSpPr/>
            <p:nvPr/>
          </p:nvSpPr>
          <p:spPr>
            <a:xfrm>
              <a:off x="5351113" y="3325806"/>
              <a:ext cx="82189" cy="74461"/>
            </a:xfrm>
            <a:custGeom>
              <a:avLst/>
              <a:gdLst/>
              <a:ahLst/>
              <a:cxnLst/>
              <a:rect l="l" t="t" r="r" b="b"/>
              <a:pathLst>
                <a:path w="2478" h="2245" extrusionOk="0">
                  <a:moveTo>
                    <a:pt x="1577" y="533"/>
                  </a:moveTo>
                  <a:lnTo>
                    <a:pt x="1917" y="1123"/>
                  </a:lnTo>
                  <a:lnTo>
                    <a:pt x="1577" y="1712"/>
                  </a:lnTo>
                  <a:lnTo>
                    <a:pt x="900" y="1712"/>
                  </a:lnTo>
                  <a:lnTo>
                    <a:pt x="561" y="1123"/>
                  </a:lnTo>
                  <a:lnTo>
                    <a:pt x="900" y="533"/>
                  </a:lnTo>
                  <a:close/>
                  <a:moveTo>
                    <a:pt x="853" y="1"/>
                  </a:moveTo>
                  <a:cubicBezTo>
                    <a:pt x="700" y="1"/>
                    <a:pt x="540" y="93"/>
                    <a:pt x="463" y="227"/>
                  </a:cubicBezTo>
                  <a:lnTo>
                    <a:pt x="77" y="898"/>
                  </a:lnTo>
                  <a:cubicBezTo>
                    <a:pt x="1" y="1031"/>
                    <a:pt x="1" y="1214"/>
                    <a:pt x="77" y="1347"/>
                  </a:cubicBezTo>
                  <a:lnTo>
                    <a:pt x="463" y="2019"/>
                  </a:lnTo>
                  <a:cubicBezTo>
                    <a:pt x="540" y="2152"/>
                    <a:pt x="700" y="2244"/>
                    <a:pt x="853" y="2244"/>
                  </a:cubicBezTo>
                  <a:lnTo>
                    <a:pt x="1625" y="2244"/>
                  </a:lnTo>
                  <a:cubicBezTo>
                    <a:pt x="1778" y="2244"/>
                    <a:pt x="1938" y="2152"/>
                    <a:pt x="2014" y="2019"/>
                  </a:cubicBezTo>
                  <a:lnTo>
                    <a:pt x="2400" y="1347"/>
                  </a:lnTo>
                  <a:cubicBezTo>
                    <a:pt x="2477" y="1215"/>
                    <a:pt x="2477" y="1031"/>
                    <a:pt x="2400" y="898"/>
                  </a:cubicBezTo>
                  <a:lnTo>
                    <a:pt x="2014" y="227"/>
                  </a:lnTo>
                  <a:cubicBezTo>
                    <a:pt x="1938" y="93"/>
                    <a:pt x="177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2" name="Google Shape;2102;p59"/>
            <p:cNvSpPr/>
            <p:nvPr/>
          </p:nvSpPr>
          <p:spPr>
            <a:xfrm>
              <a:off x="5521561" y="3302987"/>
              <a:ext cx="358740" cy="273101"/>
            </a:xfrm>
            <a:custGeom>
              <a:avLst/>
              <a:gdLst/>
              <a:ahLst/>
              <a:cxnLst/>
              <a:rect l="l" t="t" r="r" b="b"/>
              <a:pathLst>
                <a:path w="10816" h="8234" extrusionOk="0">
                  <a:moveTo>
                    <a:pt x="5694" y="550"/>
                  </a:moveTo>
                  <a:cubicBezTo>
                    <a:pt x="5715" y="550"/>
                    <a:pt x="5737" y="551"/>
                    <a:pt x="5759" y="552"/>
                  </a:cubicBezTo>
                  <a:cubicBezTo>
                    <a:pt x="5777" y="910"/>
                    <a:pt x="5647" y="1254"/>
                    <a:pt x="5392" y="1509"/>
                  </a:cubicBezTo>
                  <a:cubicBezTo>
                    <a:pt x="5156" y="1746"/>
                    <a:pt x="4840" y="1877"/>
                    <a:pt x="4508" y="1877"/>
                  </a:cubicBezTo>
                  <a:cubicBezTo>
                    <a:pt x="4486" y="1877"/>
                    <a:pt x="4464" y="1877"/>
                    <a:pt x="4442" y="1876"/>
                  </a:cubicBezTo>
                  <a:cubicBezTo>
                    <a:pt x="4423" y="1518"/>
                    <a:pt x="4553" y="1174"/>
                    <a:pt x="4808" y="919"/>
                  </a:cubicBezTo>
                  <a:cubicBezTo>
                    <a:pt x="5045" y="682"/>
                    <a:pt x="5359" y="550"/>
                    <a:pt x="5694" y="550"/>
                  </a:cubicBezTo>
                  <a:close/>
                  <a:moveTo>
                    <a:pt x="4174" y="1"/>
                  </a:moveTo>
                  <a:cubicBezTo>
                    <a:pt x="4027" y="1"/>
                    <a:pt x="3908" y="120"/>
                    <a:pt x="3908" y="267"/>
                  </a:cubicBezTo>
                  <a:lnTo>
                    <a:pt x="3908" y="1525"/>
                  </a:lnTo>
                  <a:cubicBezTo>
                    <a:pt x="3564" y="1346"/>
                    <a:pt x="3195" y="1252"/>
                    <a:pt x="2817" y="1252"/>
                  </a:cubicBezTo>
                  <a:cubicBezTo>
                    <a:pt x="1263" y="1252"/>
                    <a:pt x="1" y="2818"/>
                    <a:pt x="1" y="4743"/>
                  </a:cubicBezTo>
                  <a:cubicBezTo>
                    <a:pt x="1" y="6668"/>
                    <a:pt x="1263" y="8233"/>
                    <a:pt x="2817" y="8233"/>
                  </a:cubicBezTo>
                  <a:lnTo>
                    <a:pt x="5532" y="8233"/>
                  </a:lnTo>
                  <a:cubicBezTo>
                    <a:pt x="6944" y="8233"/>
                    <a:pt x="8117" y="6938"/>
                    <a:pt x="8317" y="5256"/>
                  </a:cubicBezTo>
                  <a:lnTo>
                    <a:pt x="8995" y="5256"/>
                  </a:lnTo>
                  <a:cubicBezTo>
                    <a:pt x="9163" y="5256"/>
                    <a:pt x="9365" y="5172"/>
                    <a:pt x="9485" y="5051"/>
                  </a:cubicBezTo>
                  <a:lnTo>
                    <a:pt x="10710" y="3820"/>
                  </a:lnTo>
                  <a:cubicBezTo>
                    <a:pt x="10815" y="3717"/>
                    <a:pt x="10814" y="3548"/>
                    <a:pt x="10710" y="3445"/>
                  </a:cubicBezTo>
                  <a:cubicBezTo>
                    <a:pt x="10658" y="3393"/>
                    <a:pt x="10590" y="3367"/>
                    <a:pt x="10523" y="3367"/>
                  </a:cubicBezTo>
                  <a:cubicBezTo>
                    <a:pt x="10455" y="3367"/>
                    <a:pt x="10387" y="3393"/>
                    <a:pt x="10335" y="3446"/>
                  </a:cubicBezTo>
                  <a:lnTo>
                    <a:pt x="9109" y="4677"/>
                  </a:lnTo>
                  <a:cubicBezTo>
                    <a:pt x="9088" y="4696"/>
                    <a:pt x="9023" y="4723"/>
                    <a:pt x="8995" y="4724"/>
                  </a:cubicBezTo>
                  <a:lnTo>
                    <a:pt x="8348" y="4724"/>
                  </a:lnTo>
                  <a:cubicBezTo>
                    <a:pt x="8345" y="4166"/>
                    <a:pt x="8235" y="3614"/>
                    <a:pt x="8029" y="3124"/>
                  </a:cubicBezTo>
                  <a:cubicBezTo>
                    <a:pt x="8006" y="3072"/>
                    <a:pt x="7983" y="3021"/>
                    <a:pt x="7960" y="2971"/>
                  </a:cubicBezTo>
                  <a:cubicBezTo>
                    <a:pt x="7914" y="2875"/>
                    <a:pt x="7818" y="2819"/>
                    <a:pt x="7719" y="2819"/>
                  </a:cubicBezTo>
                  <a:cubicBezTo>
                    <a:pt x="7681" y="2819"/>
                    <a:pt x="7642" y="2828"/>
                    <a:pt x="7606" y="2845"/>
                  </a:cubicBezTo>
                  <a:cubicBezTo>
                    <a:pt x="7473" y="2909"/>
                    <a:pt x="7417" y="3067"/>
                    <a:pt x="7479" y="3200"/>
                  </a:cubicBezTo>
                  <a:cubicBezTo>
                    <a:pt x="7500" y="3242"/>
                    <a:pt x="7519" y="3286"/>
                    <a:pt x="7538" y="3331"/>
                  </a:cubicBezTo>
                  <a:cubicBezTo>
                    <a:pt x="7718" y="3756"/>
                    <a:pt x="7813" y="4237"/>
                    <a:pt x="7816" y="4724"/>
                  </a:cubicBezTo>
                  <a:lnTo>
                    <a:pt x="7024" y="4724"/>
                  </a:lnTo>
                  <a:cubicBezTo>
                    <a:pt x="6878" y="4724"/>
                    <a:pt x="6759" y="4843"/>
                    <a:pt x="6759" y="4990"/>
                  </a:cubicBezTo>
                  <a:cubicBezTo>
                    <a:pt x="6759" y="5137"/>
                    <a:pt x="6878" y="5256"/>
                    <a:pt x="7024" y="5256"/>
                  </a:cubicBezTo>
                  <a:lnTo>
                    <a:pt x="7781" y="5256"/>
                  </a:lnTo>
                  <a:cubicBezTo>
                    <a:pt x="7593" y="6643"/>
                    <a:pt x="6656" y="7701"/>
                    <a:pt x="5532" y="7701"/>
                  </a:cubicBezTo>
                  <a:lnTo>
                    <a:pt x="2817" y="7701"/>
                  </a:lnTo>
                  <a:cubicBezTo>
                    <a:pt x="1557" y="7701"/>
                    <a:pt x="531" y="6374"/>
                    <a:pt x="531" y="4743"/>
                  </a:cubicBezTo>
                  <a:cubicBezTo>
                    <a:pt x="531" y="3112"/>
                    <a:pt x="1557" y="1784"/>
                    <a:pt x="2817" y="1784"/>
                  </a:cubicBezTo>
                  <a:cubicBezTo>
                    <a:pt x="3225" y="1784"/>
                    <a:pt x="3625" y="1928"/>
                    <a:pt x="3976" y="2198"/>
                  </a:cubicBezTo>
                  <a:cubicBezTo>
                    <a:pt x="4039" y="2303"/>
                    <a:pt x="4147" y="2378"/>
                    <a:pt x="4273" y="2394"/>
                  </a:cubicBezTo>
                  <a:cubicBezTo>
                    <a:pt x="4350" y="2404"/>
                    <a:pt x="4428" y="2410"/>
                    <a:pt x="4506" y="2410"/>
                  </a:cubicBezTo>
                  <a:cubicBezTo>
                    <a:pt x="4983" y="2410"/>
                    <a:pt x="5431" y="2223"/>
                    <a:pt x="5769" y="1884"/>
                  </a:cubicBezTo>
                  <a:cubicBezTo>
                    <a:pt x="5792" y="1860"/>
                    <a:pt x="5815" y="1837"/>
                    <a:pt x="5837" y="1812"/>
                  </a:cubicBezTo>
                  <a:cubicBezTo>
                    <a:pt x="6112" y="1860"/>
                    <a:pt x="6379" y="1972"/>
                    <a:pt x="6622" y="2145"/>
                  </a:cubicBezTo>
                  <a:cubicBezTo>
                    <a:pt x="6669" y="2178"/>
                    <a:pt x="6722" y="2194"/>
                    <a:pt x="6775" y="2194"/>
                  </a:cubicBezTo>
                  <a:cubicBezTo>
                    <a:pt x="6859" y="2194"/>
                    <a:pt x="6941" y="2154"/>
                    <a:pt x="6993" y="2081"/>
                  </a:cubicBezTo>
                  <a:cubicBezTo>
                    <a:pt x="7077" y="1962"/>
                    <a:pt x="7049" y="1796"/>
                    <a:pt x="6929" y="1710"/>
                  </a:cubicBezTo>
                  <a:cubicBezTo>
                    <a:pt x="6684" y="1537"/>
                    <a:pt x="6418" y="1412"/>
                    <a:pt x="6143" y="1336"/>
                  </a:cubicBezTo>
                  <a:cubicBezTo>
                    <a:pt x="6271" y="1042"/>
                    <a:pt x="6319" y="715"/>
                    <a:pt x="6276" y="385"/>
                  </a:cubicBezTo>
                  <a:cubicBezTo>
                    <a:pt x="6252" y="202"/>
                    <a:pt x="6109" y="57"/>
                    <a:pt x="5927" y="34"/>
                  </a:cubicBezTo>
                  <a:cubicBezTo>
                    <a:pt x="5850" y="23"/>
                    <a:pt x="5772" y="18"/>
                    <a:pt x="5694" y="18"/>
                  </a:cubicBezTo>
                  <a:cubicBezTo>
                    <a:pt x="5220" y="18"/>
                    <a:pt x="4776" y="202"/>
                    <a:pt x="4440" y="535"/>
                  </a:cubicBezTo>
                  <a:lnTo>
                    <a:pt x="4440" y="267"/>
                  </a:lnTo>
                  <a:cubicBezTo>
                    <a:pt x="4440" y="120"/>
                    <a:pt x="4321" y="1"/>
                    <a:pt x="4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3" name="Google Shape;2103;p59"/>
            <p:cNvSpPr/>
            <p:nvPr/>
          </p:nvSpPr>
          <p:spPr>
            <a:xfrm>
              <a:off x="5889455" y="3385342"/>
              <a:ext cx="64279" cy="17645"/>
            </a:xfrm>
            <a:custGeom>
              <a:avLst/>
              <a:gdLst/>
              <a:ahLst/>
              <a:cxnLst/>
              <a:rect l="l" t="t" r="r" b="b"/>
              <a:pathLst>
                <a:path w="1938" h="532" extrusionOk="0">
                  <a:moveTo>
                    <a:pt x="266" y="1"/>
                  </a:moveTo>
                  <a:cubicBezTo>
                    <a:pt x="120" y="1"/>
                    <a:pt x="0" y="120"/>
                    <a:pt x="0" y="265"/>
                  </a:cubicBezTo>
                  <a:cubicBezTo>
                    <a:pt x="0" y="412"/>
                    <a:pt x="120" y="531"/>
                    <a:pt x="266" y="531"/>
                  </a:cubicBezTo>
                  <a:lnTo>
                    <a:pt x="1672" y="531"/>
                  </a:lnTo>
                  <a:cubicBezTo>
                    <a:pt x="1819" y="531"/>
                    <a:pt x="1938" y="412"/>
                    <a:pt x="1938" y="265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4" name="Google Shape;2104;p59"/>
            <p:cNvSpPr/>
            <p:nvPr/>
          </p:nvSpPr>
          <p:spPr>
            <a:xfrm>
              <a:off x="5889455" y="3412042"/>
              <a:ext cx="64279" cy="17678"/>
            </a:xfrm>
            <a:custGeom>
              <a:avLst/>
              <a:gdLst/>
              <a:ahLst/>
              <a:cxnLst/>
              <a:rect l="l" t="t" r="r" b="b"/>
              <a:pathLst>
                <a:path w="1938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2"/>
                    <a:pt x="266" y="532"/>
                  </a:cubicBezTo>
                  <a:lnTo>
                    <a:pt x="1672" y="532"/>
                  </a:lnTo>
                  <a:cubicBezTo>
                    <a:pt x="1819" y="532"/>
                    <a:pt x="1938" y="413"/>
                    <a:pt x="1938" y="266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5" name="Google Shape;2105;p59"/>
            <p:cNvSpPr/>
            <p:nvPr/>
          </p:nvSpPr>
          <p:spPr>
            <a:xfrm>
              <a:off x="5889455" y="3438775"/>
              <a:ext cx="64279" cy="17678"/>
            </a:xfrm>
            <a:custGeom>
              <a:avLst/>
              <a:gdLst/>
              <a:ahLst/>
              <a:cxnLst/>
              <a:rect l="l" t="t" r="r" b="b"/>
              <a:pathLst>
                <a:path w="1938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2"/>
                    <a:pt x="266" y="532"/>
                  </a:cubicBezTo>
                  <a:lnTo>
                    <a:pt x="1672" y="532"/>
                  </a:lnTo>
                  <a:cubicBezTo>
                    <a:pt x="1819" y="532"/>
                    <a:pt x="1938" y="413"/>
                    <a:pt x="1938" y="266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6" name="Google Shape;2106;p59"/>
            <p:cNvSpPr/>
            <p:nvPr/>
          </p:nvSpPr>
          <p:spPr>
            <a:xfrm>
              <a:off x="5604380" y="3592274"/>
              <a:ext cx="109386" cy="43516"/>
            </a:xfrm>
            <a:custGeom>
              <a:avLst/>
              <a:gdLst/>
              <a:ahLst/>
              <a:cxnLst/>
              <a:rect l="l" t="t" r="r" b="b"/>
              <a:pathLst>
                <a:path w="3298" h="1312" extrusionOk="0">
                  <a:moveTo>
                    <a:pt x="2766" y="532"/>
                  </a:moveTo>
                  <a:lnTo>
                    <a:pt x="2766" y="780"/>
                  </a:lnTo>
                  <a:lnTo>
                    <a:pt x="532" y="780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7"/>
                    <a:pt x="1" y="373"/>
                  </a:cubicBezTo>
                  <a:lnTo>
                    <a:pt x="1" y="940"/>
                  </a:lnTo>
                  <a:cubicBezTo>
                    <a:pt x="1" y="1145"/>
                    <a:pt x="168" y="1311"/>
                    <a:pt x="373" y="1311"/>
                  </a:cubicBezTo>
                  <a:lnTo>
                    <a:pt x="2925" y="1311"/>
                  </a:lnTo>
                  <a:cubicBezTo>
                    <a:pt x="3130" y="1311"/>
                    <a:pt x="3297" y="1145"/>
                    <a:pt x="3297" y="940"/>
                  </a:cubicBezTo>
                  <a:lnTo>
                    <a:pt x="3297" y="373"/>
                  </a:lnTo>
                  <a:cubicBezTo>
                    <a:pt x="3297" y="167"/>
                    <a:pt x="3130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107" name="Google Shape;2107;p59"/>
          <p:cNvGrpSpPr/>
          <p:nvPr/>
        </p:nvGrpSpPr>
        <p:grpSpPr>
          <a:xfrm>
            <a:off x="3347922" y="2778777"/>
            <a:ext cx="536704" cy="486141"/>
            <a:chOff x="6046403" y="3173534"/>
            <a:chExt cx="602023" cy="545307"/>
          </a:xfrm>
        </p:grpSpPr>
        <p:sp>
          <p:nvSpPr>
            <p:cNvPr id="2108" name="Google Shape;2108;p59"/>
            <p:cNvSpPr/>
            <p:nvPr/>
          </p:nvSpPr>
          <p:spPr>
            <a:xfrm>
              <a:off x="6046403" y="3173534"/>
              <a:ext cx="479171" cy="344511"/>
            </a:xfrm>
            <a:custGeom>
              <a:avLst/>
              <a:gdLst/>
              <a:ahLst/>
              <a:cxnLst/>
              <a:rect l="l" t="t" r="r" b="b"/>
              <a:pathLst>
                <a:path w="14447" h="10387" extrusionOk="0">
                  <a:moveTo>
                    <a:pt x="10349" y="0"/>
                  </a:moveTo>
                  <a:cubicBezTo>
                    <a:pt x="8682" y="0"/>
                    <a:pt x="7165" y="886"/>
                    <a:pt x="6334" y="2329"/>
                  </a:cubicBezTo>
                  <a:cubicBezTo>
                    <a:pt x="6033" y="2227"/>
                    <a:pt x="5721" y="2176"/>
                    <a:pt x="5399" y="2176"/>
                  </a:cubicBezTo>
                  <a:cubicBezTo>
                    <a:pt x="4629" y="2176"/>
                    <a:pt x="3901" y="2475"/>
                    <a:pt x="3351" y="3019"/>
                  </a:cubicBezTo>
                  <a:cubicBezTo>
                    <a:pt x="2860" y="3502"/>
                    <a:pt x="2559" y="4133"/>
                    <a:pt x="2487" y="4814"/>
                  </a:cubicBezTo>
                  <a:cubicBezTo>
                    <a:pt x="1848" y="4878"/>
                    <a:pt x="1256" y="5164"/>
                    <a:pt x="799" y="5631"/>
                  </a:cubicBezTo>
                  <a:cubicBezTo>
                    <a:pt x="284" y="6157"/>
                    <a:pt x="1" y="6853"/>
                    <a:pt x="1" y="7592"/>
                  </a:cubicBezTo>
                  <a:cubicBezTo>
                    <a:pt x="1" y="9133"/>
                    <a:pt x="1244" y="10387"/>
                    <a:pt x="2773" y="10387"/>
                  </a:cubicBezTo>
                  <a:lnTo>
                    <a:pt x="5081" y="10387"/>
                  </a:lnTo>
                  <a:cubicBezTo>
                    <a:pt x="5228" y="10387"/>
                    <a:pt x="5347" y="10268"/>
                    <a:pt x="5347" y="10121"/>
                  </a:cubicBezTo>
                  <a:cubicBezTo>
                    <a:pt x="5347" y="9974"/>
                    <a:pt x="5228" y="9855"/>
                    <a:pt x="5081" y="9855"/>
                  </a:cubicBezTo>
                  <a:lnTo>
                    <a:pt x="2773" y="9855"/>
                  </a:lnTo>
                  <a:cubicBezTo>
                    <a:pt x="1538" y="9855"/>
                    <a:pt x="533" y="8839"/>
                    <a:pt x="533" y="7592"/>
                  </a:cubicBezTo>
                  <a:cubicBezTo>
                    <a:pt x="533" y="6362"/>
                    <a:pt x="1523" y="5347"/>
                    <a:pt x="2742" y="5330"/>
                  </a:cubicBezTo>
                  <a:cubicBezTo>
                    <a:pt x="2885" y="5329"/>
                    <a:pt x="3001" y="5214"/>
                    <a:pt x="3004" y="5070"/>
                  </a:cubicBezTo>
                  <a:cubicBezTo>
                    <a:pt x="3018" y="4436"/>
                    <a:pt x="3274" y="3841"/>
                    <a:pt x="3725" y="3397"/>
                  </a:cubicBezTo>
                  <a:cubicBezTo>
                    <a:pt x="4174" y="2952"/>
                    <a:pt x="4770" y="2708"/>
                    <a:pt x="5399" y="2708"/>
                  </a:cubicBezTo>
                  <a:cubicBezTo>
                    <a:pt x="5729" y="2708"/>
                    <a:pt x="6048" y="2773"/>
                    <a:pt x="6349" y="2905"/>
                  </a:cubicBezTo>
                  <a:cubicBezTo>
                    <a:pt x="6384" y="2920"/>
                    <a:pt x="6420" y="2927"/>
                    <a:pt x="6456" y="2927"/>
                  </a:cubicBezTo>
                  <a:cubicBezTo>
                    <a:pt x="6553" y="2927"/>
                    <a:pt x="6645" y="2874"/>
                    <a:pt x="6692" y="2783"/>
                  </a:cubicBezTo>
                  <a:cubicBezTo>
                    <a:pt x="7401" y="1395"/>
                    <a:pt x="8803" y="532"/>
                    <a:pt x="10349" y="532"/>
                  </a:cubicBezTo>
                  <a:cubicBezTo>
                    <a:pt x="11813" y="532"/>
                    <a:pt x="13179" y="1329"/>
                    <a:pt x="13913" y="2610"/>
                  </a:cubicBezTo>
                  <a:cubicBezTo>
                    <a:pt x="13962" y="2696"/>
                    <a:pt x="14052" y="2744"/>
                    <a:pt x="14144" y="2744"/>
                  </a:cubicBezTo>
                  <a:cubicBezTo>
                    <a:pt x="14189" y="2744"/>
                    <a:pt x="14234" y="2733"/>
                    <a:pt x="14275" y="2709"/>
                  </a:cubicBezTo>
                  <a:cubicBezTo>
                    <a:pt x="14403" y="2636"/>
                    <a:pt x="14447" y="2474"/>
                    <a:pt x="14374" y="2346"/>
                  </a:cubicBezTo>
                  <a:cubicBezTo>
                    <a:pt x="13546" y="900"/>
                    <a:pt x="12004" y="0"/>
                    <a:pt x="10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09" name="Google Shape;2109;p59"/>
            <p:cNvSpPr/>
            <p:nvPr/>
          </p:nvSpPr>
          <p:spPr>
            <a:xfrm>
              <a:off x="6414131" y="3296287"/>
              <a:ext cx="229386" cy="221758"/>
            </a:xfrm>
            <a:custGeom>
              <a:avLst/>
              <a:gdLst/>
              <a:ahLst/>
              <a:cxnLst/>
              <a:rect l="l" t="t" r="r" b="b"/>
              <a:pathLst>
                <a:path w="6916" h="6686" extrusionOk="0">
                  <a:moveTo>
                    <a:pt x="3584" y="0"/>
                  </a:moveTo>
                  <a:cubicBezTo>
                    <a:pt x="3569" y="0"/>
                    <a:pt x="3555" y="1"/>
                    <a:pt x="3541" y="4"/>
                  </a:cubicBezTo>
                  <a:cubicBezTo>
                    <a:pt x="3396" y="26"/>
                    <a:pt x="3297" y="163"/>
                    <a:pt x="3321" y="309"/>
                  </a:cubicBezTo>
                  <a:cubicBezTo>
                    <a:pt x="3357" y="529"/>
                    <a:pt x="3374" y="756"/>
                    <a:pt x="3374" y="982"/>
                  </a:cubicBezTo>
                  <a:cubicBezTo>
                    <a:pt x="3374" y="1098"/>
                    <a:pt x="3369" y="1219"/>
                    <a:pt x="3359" y="1341"/>
                  </a:cubicBezTo>
                  <a:cubicBezTo>
                    <a:pt x="3353" y="1414"/>
                    <a:pt x="3378" y="1487"/>
                    <a:pt x="3429" y="1543"/>
                  </a:cubicBezTo>
                  <a:cubicBezTo>
                    <a:pt x="3479" y="1597"/>
                    <a:pt x="3550" y="1629"/>
                    <a:pt x="3624" y="1629"/>
                  </a:cubicBezTo>
                  <a:lnTo>
                    <a:pt x="4143" y="1629"/>
                  </a:lnTo>
                  <a:cubicBezTo>
                    <a:pt x="5379" y="1629"/>
                    <a:pt x="6384" y="2643"/>
                    <a:pt x="6384" y="3891"/>
                  </a:cubicBezTo>
                  <a:cubicBezTo>
                    <a:pt x="6384" y="5138"/>
                    <a:pt x="5379" y="6154"/>
                    <a:pt x="4143" y="6154"/>
                  </a:cubicBezTo>
                  <a:lnTo>
                    <a:pt x="266" y="6154"/>
                  </a:lnTo>
                  <a:cubicBezTo>
                    <a:pt x="120" y="6154"/>
                    <a:pt x="0" y="6273"/>
                    <a:pt x="0" y="6420"/>
                  </a:cubicBezTo>
                  <a:cubicBezTo>
                    <a:pt x="0" y="6567"/>
                    <a:pt x="120" y="6686"/>
                    <a:pt x="266" y="6686"/>
                  </a:cubicBezTo>
                  <a:lnTo>
                    <a:pt x="4143" y="6686"/>
                  </a:lnTo>
                  <a:cubicBezTo>
                    <a:pt x="5671" y="6686"/>
                    <a:pt x="6916" y="5432"/>
                    <a:pt x="6916" y="3891"/>
                  </a:cubicBezTo>
                  <a:cubicBezTo>
                    <a:pt x="6916" y="2351"/>
                    <a:pt x="5671" y="1097"/>
                    <a:pt x="4143" y="1097"/>
                  </a:cubicBezTo>
                  <a:lnTo>
                    <a:pt x="3905" y="1097"/>
                  </a:lnTo>
                  <a:cubicBezTo>
                    <a:pt x="3906" y="1058"/>
                    <a:pt x="3906" y="1020"/>
                    <a:pt x="3906" y="982"/>
                  </a:cubicBezTo>
                  <a:cubicBezTo>
                    <a:pt x="3906" y="728"/>
                    <a:pt x="3886" y="473"/>
                    <a:pt x="3846" y="223"/>
                  </a:cubicBezTo>
                  <a:cubicBezTo>
                    <a:pt x="3824" y="93"/>
                    <a:pt x="3712" y="0"/>
                    <a:pt x="3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0" name="Google Shape;2110;p59"/>
            <p:cNvSpPr/>
            <p:nvPr/>
          </p:nvSpPr>
          <p:spPr>
            <a:xfrm>
              <a:off x="6051146" y="3351412"/>
              <a:ext cx="223748" cy="234726"/>
            </a:xfrm>
            <a:custGeom>
              <a:avLst/>
              <a:gdLst/>
              <a:ahLst/>
              <a:cxnLst/>
              <a:rect l="l" t="t" r="r" b="b"/>
              <a:pathLst>
                <a:path w="6746" h="7077" extrusionOk="0">
                  <a:moveTo>
                    <a:pt x="5195" y="532"/>
                  </a:moveTo>
                  <a:cubicBezTo>
                    <a:pt x="5443" y="532"/>
                    <a:pt x="5644" y="736"/>
                    <a:pt x="5644" y="988"/>
                  </a:cubicBezTo>
                  <a:cubicBezTo>
                    <a:pt x="5644" y="1238"/>
                    <a:pt x="5442" y="1442"/>
                    <a:pt x="5195" y="1442"/>
                  </a:cubicBezTo>
                  <a:cubicBezTo>
                    <a:pt x="4947" y="1442"/>
                    <a:pt x="4746" y="1238"/>
                    <a:pt x="4746" y="988"/>
                  </a:cubicBezTo>
                  <a:cubicBezTo>
                    <a:pt x="4746" y="736"/>
                    <a:pt x="4947" y="532"/>
                    <a:pt x="5195" y="532"/>
                  </a:cubicBezTo>
                  <a:close/>
                  <a:moveTo>
                    <a:pt x="5195" y="1"/>
                  </a:moveTo>
                  <a:cubicBezTo>
                    <a:pt x="4655" y="1"/>
                    <a:pt x="4214" y="443"/>
                    <a:pt x="4214" y="988"/>
                  </a:cubicBezTo>
                  <a:cubicBezTo>
                    <a:pt x="4214" y="1532"/>
                    <a:pt x="4655" y="1974"/>
                    <a:pt x="5195" y="1974"/>
                  </a:cubicBezTo>
                  <a:cubicBezTo>
                    <a:pt x="5279" y="1974"/>
                    <a:pt x="5360" y="1964"/>
                    <a:pt x="5438" y="1944"/>
                  </a:cubicBezTo>
                  <a:lnTo>
                    <a:pt x="6160" y="3058"/>
                  </a:lnTo>
                  <a:cubicBezTo>
                    <a:pt x="6184" y="3097"/>
                    <a:pt x="6213" y="3193"/>
                    <a:pt x="6213" y="3239"/>
                  </a:cubicBezTo>
                  <a:lnTo>
                    <a:pt x="6213" y="6544"/>
                  </a:lnTo>
                  <a:lnTo>
                    <a:pt x="266" y="6544"/>
                  </a:lnTo>
                  <a:cubicBezTo>
                    <a:pt x="120" y="6544"/>
                    <a:pt x="0" y="6663"/>
                    <a:pt x="0" y="6810"/>
                  </a:cubicBezTo>
                  <a:cubicBezTo>
                    <a:pt x="0" y="6957"/>
                    <a:pt x="120" y="7076"/>
                    <a:pt x="266" y="7076"/>
                  </a:cubicBezTo>
                  <a:lnTo>
                    <a:pt x="6303" y="7076"/>
                  </a:lnTo>
                  <a:cubicBezTo>
                    <a:pt x="6547" y="7075"/>
                    <a:pt x="6745" y="6877"/>
                    <a:pt x="6745" y="6633"/>
                  </a:cubicBezTo>
                  <a:lnTo>
                    <a:pt x="6745" y="3239"/>
                  </a:lnTo>
                  <a:cubicBezTo>
                    <a:pt x="6745" y="3090"/>
                    <a:pt x="6687" y="2893"/>
                    <a:pt x="6606" y="2769"/>
                  </a:cubicBezTo>
                  <a:lnTo>
                    <a:pt x="5898" y="1675"/>
                  </a:lnTo>
                  <a:cubicBezTo>
                    <a:pt x="6069" y="1497"/>
                    <a:pt x="6175" y="1255"/>
                    <a:pt x="6175" y="988"/>
                  </a:cubicBezTo>
                  <a:cubicBezTo>
                    <a:pt x="6175" y="443"/>
                    <a:pt x="5736" y="1"/>
                    <a:pt x="5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1" name="Google Shape;2111;p59"/>
            <p:cNvSpPr/>
            <p:nvPr/>
          </p:nvSpPr>
          <p:spPr>
            <a:xfrm>
              <a:off x="6197481" y="3351412"/>
              <a:ext cx="273367" cy="287662"/>
            </a:xfrm>
            <a:custGeom>
              <a:avLst/>
              <a:gdLst/>
              <a:ahLst/>
              <a:cxnLst/>
              <a:rect l="l" t="t" r="r" b="b"/>
              <a:pathLst>
                <a:path w="8242" h="8673" extrusionOk="0">
                  <a:moveTo>
                    <a:pt x="3464" y="532"/>
                  </a:moveTo>
                  <a:cubicBezTo>
                    <a:pt x="3711" y="532"/>
                    <a:pt x="3912" y="736"/>
                    <a:pt x="3912" y="988"/>
                  </a:cubicBezTo>
                  <a:cubicBezTo>
                    <a:pt x="3912" y="1238"/>
                    <a:pt x="3711" y="1442"/>
                    <a:pt x="3464" y="1442"/>
                  </a:cubicBezTo>
                  <a:cubicBezTo>
                    <a:pt x="3216" y="1442"/>
                    <a:pt x="3015" y="1238"/>
                    <a:pt x="3015" y="988"/>
                  </a:cubicBezTo>
                  <a:cubicBezTo>
                    <a:pt x="3015" y="736"/>
                    <a:pt x="3216" y="532"/>
                    <a:pt x="3464" y="532"/>
                  </a:cubicBezTo>
                  <a:close/>
                  <a:moveTo>
                    <a:pt x="7260" y="532"/>
                  </a:moveTo>
                  <a:cubicBezTo>
                    <a:pt x="7509" y="532"/>
                    <a:pt x="7710" y="736"/>
                    <a:pt x="7710" y="988"/>
                  </a:cubicBezTo>
                  <a:cubicBezTo>
                    <a:pt x="7710" y="1238"/>
                    <a:pt x="7509" y="1442"/>
                    <a:pt x="7260" y="1442"/>
                  </a:cubicBezTo>
                  <a:cubicBezTo>
                    <a:pt x="7013" y="1442"/>
                    <a:pt x="6812" y="1238"/>
                    <a:pt x="6812" y="988"/>
                  </a:cubicBezTo>
                  <a:cubicBezTo>
                    <a:pt x="6812" y="736"/>
                    <a:pt x="7013" y="532"/>
                    <a:pt x="7260" y="532"/>
                  </a:cubicBezTo>
                  <a:close/>
                  <a:moveTo>
                    <a:pt x="3464" y="1"/>
                  </a:moveTo>
                  <a:cubicBezTo>
                    <a:pt x="2922" y="1"/>
                    <a:pt x="2483" y="443"/>
                    <a:pt x="2483" y="988"/>
                  </a:cubicBezTo>
                  <a:cubicBezTo>
                    <a:pt x="2483" y="1422"/>
                    <a:pt x="2764" y="1793"/>
                    <a:pt x="3153" y="1923"/>
                  </a:cubicBezTo>
                  <a:lnTo>
                    <a:pt x="3153" y="8142"/>
                  </a:lnTo>
                  <a:lnTo>
                    <a:pt x="266" y="8142"/>
                  </a:lnTo>
                  <a:cubicBezTo>
                    <a:pt x="119" y="8142"/>
                    <a:pt x="0" y="8261"/>
                    <a:pt x="0" y="8407"/>
                  </a:cubicBezTo>
                  <a:cubicBezTo>
                    <a:pt x="0" y="8554"/>
                    <a:pt x="119" y="8673"/>
                    <a:pt x="266" y="8673"/>
                  </a:cubicBezTo>
                  <a:lnTo>
                    <a:pt x="3242" y="8673"/>
                  </a:lnTo>
                  <a:cubicBezTo>
                    <a:pt x="3486" y="8673"/>
                    <a:pt x="3684" y="8475"/>
                    <a:pt x="3684" y="8230"/>
                  </a:cubicBezTo>
                  <a:lnTo>
                    <a:pt x="3684" y="1949"/>
                  </a:lnTo>
                  <a:cubicBezTo>
                    <a:pt x="4033" y="1868"/>
                    <a:pt x="4312" y="1599"/>
                    <a:pt x="4408" y="1254"/>
                  </a:cubicBezTo>
                  <a:lnTo>
                    <a:pt x="6317" y="1254"/>
                  </a:lnTo>
                  <a:cubicBezTo>
                    <a:pt x="6432" y="1668"/>
                    <a:pt x="6812" y="1974"/>
                    <a:pt x="7260" y="1974"/>
                  </a:cubicBezTo>
                  <a:cubicBezTo>
                    <a:pt x="7801" y="1974"/>
                    <a:pt x="8242" y="1532"/>
                    <a:pt x="8242" y="988"/>
                  </a:cubicBezTo>
                  <a:cubicBezTo>
                    <a:pt x="8242" y="443"/>
                    <a:pt x="7801" y="1"/>
                    <a:pt x="7260" y="1"/>
                  </a:cubicBezTo>
                  <a:cubicBezTo>
                    <a:pt x="6812" y="1"/>
                    <a:pt x="6433" y="306"/>
                    <a:pt x="6317" y="722"/>
                  </a:cubicBezTo>
                  <a:lnTo>
                    <a:pt x="4408" y="722"/>
                  </a:lnTo>
                  <a:cubicBezTo>
                    <a:pt x="4292" y="306"/>
                    <a:pt x="3913" y="1"/>
                    <a:pt x="3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2" name="Google Shape;2112;p59"/>
            <p:cNvSpPr/>
            <p:nvPr/>
          </p:nvSpPr>
          <p:spPr>
            <a:xfrm>
              <a:off x="6050682" y="3597515"/>
              <a:ext cx="108027" cy="65506"/>
            </a:xfrm>
            <a:custGeom>
              <a:avLst/>
              <a:gdLst/>
              <a:ahLst/>
              <a:cxnLst/>
              <a:rect l="l" t="t" r="r" b="b"/>
              <a:pathLst>
                <a:path w="3257" h="1975" extrusionOk="0">
                  <a:moveTo>
                    <a:pt x="995" y="532"/>
                  </a:moveTo>
                  <a:cubicBezTo>
                    <a:pt x="1240" y="532"/>
                    <a:pt x="1436" y="727"/>
                    <a:pt x="1444" y="976"/>
                  </a:cubicBezTo>
                  <a:cubicBezTo>
                    <a:pt x="1451" y="1226"/>
                    <a:pt x="1255" y="1436"/>
                    <a:pt x="1007" y="1443"/>
                  </a:cubicBezTo>
                  <a:lnTo>
                    <a:pt x="995" y="1443"/>
                  </a:lnTo>
                  <a:cubicBezTo>
                    <a:pt x="750" y="1443"/>
                    <a:pt x="552" y="1248"/>
                    <a:pt x="546" y="999"/>
                  </a:cubicBezTo>
                  <a:cubicBezTo>
                    <a:pt x="539" y="749"/>
                    <a:pt x="735" y="539"/>
                    <a:pt x="983" y="532"/>
                  </a:cubicBezTo>
                  <a:close/>
                  <a:moveTo>
                    <a:pt x="995" y="0"/>
                  </a:moveTo>
                  <a:cubicBezTo>
                    <a:pt x="986" y="0"/>
                    <a:pt x="977" y="0"/>
                    <a:pt x="968" y="1"/>
                  </a:cubicBezTo>
                  <a:cubicBezTo>
                    <a:pt x="427" y="16"/>
                    <a:pt x="0" y="470"/>
                    <a:pt x="14" y="1014"/>
                  </a:cubicBezTo>
                  <a:cubicBezTo>
                    <a:pt x="29" y="1553"/>
                    <a:pt x="459" y="1975"/>
                    <a:pt x="995" y="1975"/>
                  </a:cubicBezTo>
                  <a:cubicBezTo>
                    <a:pt x="1003" y="1975"/>
                    <a:pt x="1012" y="1975"/>
                    <a:pt x="1022" y="1974"/>
                  </a:cubicBezTo>
                  <a:cubicBezTo>
                    <a:pt x="1461" y="1962"/>
                    <a:pt x="1827" y="1658"/>
                    <a:pt x="1940" y="1253"/>
                  </a:cubicBezTo>
                  <a:lnTo>
                    <a:pt x="2991" y="1253"/>
                  </a:lnTo>
                  <a:cubicBezTo>
                    <a:pt x="3138" y="1253"/>
                    <a:pt x="3257" y="1134"/>
                    <a:pt x="3257" y="988"/>
                  </a:cubicBezTo>
                  <a:cubicBezTo>
                    <a:pt x="3257" y="841"/>
                    <a:pt x="3138" y="722"/>
                    <a:pt x="2991" y="722"/>
                  </a:cubicBezTo>
                  <a:lnTo>
                    <a:pt x="1940" y="722"/>
                  </a:lnTo>
                  <a:cubicBezTo>
                    <a:pt x="1826" y="302"/>
                    <a:pt x="1448" y="0"/>
                    <a:pt x="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3" name="Google Shape;2113;p59"/>
            <p:cNvSpPr/>
            <p:nvPr/>
          </p:nvSpPr>
          <p:spPr>
            <a:xfrm>
              <a:off x="6051146" y="3653369"/>
              <a:ext cx="597280" cy="65473"/>
            </a:xfrm>
            <a:custGeom>
              <a:avLst/>
              <a:gdLst/>
              <a:ahLst/>
              <a:cxnLst/>
              <a:rect l="l" t="t" r="r" b="b"/>
              <a:pathLst>
                <a:path w="18008" h="1974" extrusionOk="0">
                  <a:moveTo>
                    <a:pt x="4793" y="532"/>
                  </a:moveTo>
                  <a:cubicBezTo>
                    <a:pt x="5038" y="532"/>
                    <a:pt x="5235" y="726"/>
                    <a:pt x="5242" y="974"/>
                  </a:cubicBezTo>
                  <a:cubicBezTo>
                    <a:pt x="5248" y="1226"/>
                    <a:pt x="5053" y="1435"/>
                    <a:pt x="4806" y="1442"/>
                  </a:cubicBezTo>
                  <a:lnTo>
                    <a:pt x="4792" y="1442"/>
                  </a:lnTo>
                  <a:cubicBezTo>
                    <a:pt x="4548" y="1442"/>
                    <a:pt x="4351" y="1248"/>
                    <a:pt x="4345" y="999"/>
                  </a:cubicBezTo>
                  <a:cubicBezTo>
                    <a:pt x="4337" y="749"/>
                    <a:pt x="4533" y="538"/>
                    <a:pt x="4781" y="532"/>
                  </a:cubicBezTo>
                  <a:close/>
                  <a:moveTo>
                    <a:pt x="4767" y="0"/>
                  </a:moveTo>
                  <a:cubicBezTo>
                    <a:pt x="4327" y="12"/>
                    <a:pt x="3962" y="315"/>
                    <a:pt x="3849" y="721"/>
                  </a:cubicBezTo>
                  <a:lnTo>
                    <a:pt x="266" y="721"/>
                  </a:lnTo>
                  <a:cubicBezTo>
                    <a:pt x="120" y="721"/>
                    <a:pt x="0" y="840"/>
                    <a:pt x="0" y="987"/>
                  </a:cubicBezTo>
                  <a:cubicBezTo>
                    <a:pt x="0" y="1134"/>
                    <a:pt x="120" y="1253"/>
                    <a:pt x="266" y="1253"/>
                  </a:cubicBezTo>
                  <a:lnTo>
                    <a:pt x="3848" y="1253"/>
                  </a:lnTo>
                  <a:cubicBezTo>
                    <a:pt x="3963" y="1672"/>
                    <a:pt x="4340" y="1973"/>
                    <a:pt x="4792" y="1973"/>
                  </a:cubicBezTo>
                  <a:lnTo>
                    <a:pt x="4820" y="1973"/>
                  </a:lnTo>
                  <a:cubicBezTo>
                    <a:pt x="5259" y="1961"/>
                    <a:pt x="5625" y="1658"/>
                    <a:pt x="5738" y="1253"/>
                  </a:cubicBezTo>
                  <a:lnTo>
                    <a:pt x="17741" y="1253"/>
                  </a:lnTo>
                  <a:cubicBezTo>
                    <a:pt x="17888" y="1253"/>
                    <a:pt x="18007" y="1134"/>
                    <a:pt x="18007" y="987"/>
                  </a:cubicBezTo>
                  <a:cubicBezTo>
                    <a:pt x="18007" y="840"/>
                    <a:pt x="17888" y="721"/>
                    <a:pt x="17741" y="721"/>
                  </a:cubicBezTo>
                  <a:lnTo>
                    <a:pt x="5738" y="721"/>
                  </a:lnTo>
                  <a:cubicBezTo>
                    <a:pt x="5624" y="302"/>
                    <a:pt x="5246" y="0"/>
                    <a:pt x="4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4" name="Google Shape;2114;p59"/>
            <p:cNvSpPr/>
            <p:nvPr/>
          </p:nvSpPr>
          <p:spPr>
            <a:xfrm>
              <a:off x="6498476" y="3568460"/>
              <a:ext cx="149950" cy="17645"/>
            </a:xfrm>
            <a:custGeom>
              <a:avLst/>
              <a:gdLst/>
              <a:ahLst/>
              <a:cxnLst/>
              <a:rect l="l" t="t" r="r" b="b"/>
              <a:pathLst>
                <a:path w="4521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4254" y="531"/>
                  </a:lnTo>
                  <a:cubicBezTo>
                    <a:pt x="4401" y="531"/>
                    <a:pt x="4520" y="413"/>
                    <a:pt x="4520" y="266"/>
                  </a:cubicBezTo>
                  <a:cubicBezTo>
                    <a:pt x="4520" y="119"/>
                    <a:pt x="4401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5" name="Google Shape;2115;p59"/>
            <p:cNvSpPr/>
            <p:nvPr/>
          </p:nvSpPr>
          <p:spPr>
            <a:xfrm>
              <a:off x="6342059" y="3417183"/>
              <a:ext cx="118839" cy="168922"/>
            </a:xfrm>
            <a:custGeom>
              <a:avLst/>
              <a:gdLst/>
              <a:ahLst/>
              <a:cxnLst/>
              <a:rect l="l" t="t" r="r" b="b"/>
              <a:pathLst>
                <a:path w="3583" h="5093" extrusionOk="0">
                  <a:moveTo>
                    <a:pt x="981" y="532"/>
                  </a:moveTo>
                  <a:cubicBezTo>
                    <a:pt x="1229" y="532"/>
                    <a:pt x="1430" y="737"/>
                    <a:pt x="1430" y="987"/>
                  </a:cubicBezTo>
                  <a:cubicBezTo>
                    <a:pt x="1430" y="1239"/>
                    <a:pt x="1229" y="1442"/>
                    <a:pt x="981" y="1442"/>
                  </a:cubicBezTo>
                  <a:cubicBezTo>
                    <a:pt x="733" y="1442"/>
                    <a:pt x="532" y="1239"/>
                    <a:pt x="532" y="987"/>
                  </a:cubicBezTo>
                  <a:cubicBezTo>
                    <a:pt x="532" y="737"/>
                    <a:pt x="733" y="532"/>
                    <a:pt x="981" y="532"/>
                  </a:cubicBezTo>
                  <a:close/>
                  <a:moveTo>
                    <a:pt x="981" y="1"/>
                  </a:moveTo>
                  <a:cubicBezTo>
                    <a:pt x="440" y="1"/>
                    <a:pt x="1" y="443"/>
                    <a:pt x="1" y="987"/>
                  </a:cubicBezTo>
                  <a:cubicBezTo>
                    <a:pt x="1" y="1445"/>
                    <a:pt x="312" y="1832"/>
                    <a:pt x="734" y="1942"/>
                  </a:cubicBezTo>
                  <a:lnTo>
                    <a:pt x="734" y="4650"/>
                  </a:lnTo>
                  <a:cubicBezTo>
                    <a:pt x="734" y="4894"/>
                    <a:pt x="932" y="5092"/>
                    <a:pt x="1178" y="5092"/>
                  </a:cubicBezTo>
                  <a:lnTo>
                    <a:pt x="3316" y="5092"/>
                  </a:lnTo>
                  <a:cubicBezTo>
                    <a:pt x="3463" y="5092"/>
                    <a:pt x="3582" y="4974"/>
                    <a:pt x="3582" y="4826"/>
                  </a:cubicBezTo>
                  <a:cubicBezTo>
                    <a:pt x="3582" y="4680"/>
                    <a:pt x="3463" y="4561"/>
                    <a:pt x="3316" y="4561"/>
                  </a:cubicBezTo>
                  <a:lnTo>
                    <a:pt x="1266" y="4561"/>
                  </a:lnTo>
                  <a:lnTo>
                    <a:pt x="1266" y="1932"/>
                  </a:lnTo>
                  <a:cubicBezTo>
                    <a:pt x="1668" y="1809"/>
                    <a:pt x="1962" y="1432"/>
                    <a:pt x="1962" y="987"/>
                  </a:cubicBezTo>
                  <a:cubicBezTo>
                    <a:pt x="1962" y="443"/>
                    <a:pt x="1521" y="1"/>
                    <a:pt x="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6" name="Google Shape;2116;p59"/>
            <p:cNvSpPr/>
            <p:nvPr/>
          </p:nvSpPr>
          <p:spPr>
            <a:xfrm>
              <a:off x="6341561" y="3597515"/>
              <a:ext cx="306866" cy="65506"/>
            </a:xfrm>
            <a:custGeom>
              <a:avLst/>
              <a:gdLst/>
              <a:ahLst/>
              <a:cxnLst/>
              <a:rect l="l" t="t" r="r" b="b"/>
              <a:pathLst>
                <a:path w="9252" h="1975" extrusionOk="0">
                  <a:moveTo>
                    <a:pt x="996" y="532"/>
                  </a:moveTo>
                  <a:cubicBezTo>
                    <a:pt x="1241" y="532"/>
                    <a:pt x="1438" y="727"/>
                    <a:pt x="1444" y="976"/>
                  </a:cubicBezTo>
                  <a:cubicBezTo>
                    <a:pt x="1451" y="1226"/>
                    <a:pt x="1255" y="1436"/>
                    <a:pt x="1008" y="1443"/>
                  </a:cubicBezTo>
                  <a:lnTo>
                    <a:pt x="995" y="1443"/>
                  </a:lnTo>
                  <a:cubicBezTo>
                    <a:pt x="751" y="1443"/>
                    <a:pt x="554" y="1248"/>
                    <a:pt x="547" y="999"/>
                  </a:cubicBezTo>
                  <a:cubicBezTo>
                    <a:pt x="541" y="749"/>
                    <a:pt x="737" y="539"/>
                    <a:pt x="984" y="532"/>
                  </a:cubicBezTo>
                  <a:close/>
                  <a:moveTo>
                    <a:pt x="7012" y="532"/>
                  </a:moveTo>
                  <a:cubicBezTo>
                    <a:pt x="7257" y="532"/>
                    <a:pt x="7455" y="727"/>
                    <a:pt x="7461" y="976"/>
                  </a:cubicBezTo>
                  <a:cubicBezTo>
                    <a:pt x="7468" y="1226"/>
                    <a:pt x="7272" y="1436"/>
                    <a:pt x="7024" y="1443"/>
                  </a:cubicBezTo>
                  <a:lnTo>
                    <a:pt x="7012" y="1443"/>
                  </a:lnTo>
                  <a:cubicBezTo>
                    <a:pt x="6767" y="1443"/>
                    <a:pt x="6570" y="1248"/>
                    <a:pt x="6563" y="999"/>
                  </a:cubicBezTo>
                  <a:cubicBezTo>
                    <a:pt x="6556" y="749"/>
                    <a:pt x="6752" y="539"/>
                    <a:pt x="7000" y="532"/>
                  </a:cubicBezTo>
                  <a:close/>
                  <a:moveTo>
                    <a:pt x="996" y="0"/>
                  </a:moveTo>
                  <a:cubicBezTo>
                    <a:pt x="987" y="0"/>
                    <a:pt x="978" y="0"/>
                    <a:pt x="969" y="1"/>
                  </a:cubicBezTo>
                  <a:cubicBezTo>
                    <a:pt x="429" y="16"/>
                    <a:pt x="0" y="470"/>
                    <a:pt x="15" y="1014"/>
                  </a:cubicBezTo>
                  <a:cubicBezTo>
                    <a:pt x="29" y="1553"/>
                    <a:pt x="460" y="1975"/>
                    <a:pt x="995" y="1975"/>
                  </a:cubicBezTo>
                  <a:cubicBezTo>
                    <a:pt x="1004" y="1975"/>
                    <a:pt x="1013" y="1975"/>
                    <a:pt x="1022" y="1974"/>
                  </a:cubicBezTo>
                  <a:cubicBezTo>
                    <a:pt x="1462" y="1962"/>
                    <a:pt x="1827" y="1658"/>
                    <a:pt x="1940" y="1253"/>
                  </a:cubicBezTo>
                  <a:lnTo>
                    <a:pt x="6066" y="1253"/>
                  </a:lnTo>
                  <a:cubicBezTo>
                    <a:pt x="6180" y="1673"/>
                    <a:pt x="6558" y="1975"/>
                    <a:pt x="7011" y="1975"/>
                  </a:cubicBezTo>
                  <a:cubicBezTo>
                    <a:pt x="7020" y="1975"/>
                    <a:pt x="7030" y="1975"/>
                    <a:pt x="7039" y="1974"/>
                  </a:cubicBezTo>
                  <a:cubicBezTo>
                    <a:pt x="7478" y="1962"/>
                    <a:pt x="7843" y="1658"/>
                    <a:pt x="7957" y="1253"/>
                  </a:cubicBezTo>
                  <a:lnTo>
                    <a:pt x="8985" y="1253"/>
                  </a:lnTo>
                  <a:cubicBezTo>
                    <a:pt x="9131" y="1253"/>
                    <a:pt x="9250" y="1134"/>
                    <a:pt x="9250" y="988"/>
                  </a:cubicBezTo>
                  <a:cubicBezTo>
                    <a:pt x="9251" y="841"/>
                    <a:pt x="9132" y="722"/>
                    <a:pt x="8985" y="722"/>
                  </a:cubicBezTo>
                  <a:lnTo>
                    <a:pt x="7957" y="722"/>
                  </a:lnTo>
                  <a:cubicBezTo>
                    <a:pt x="7843" y="302"/>
                    <a:pt x="7465" y="0"/>
                    <a:pt x="7012" y="0"/>
                  </a:cubicBezTo>
                  <a:cubicBezTo>
                    <a:pt x="7003" y="0"/>
                    <a:pt x="6995" y="0"/>
                    <a:pt x="6985" y="1"/>
                  </a:cubicBezTo>
                  <a:cubicBezTo>
                    <a:pt x="6546" y="12"/>
                    <a:pt x="6180" y="316"/>
                    <a:pt x="6067" y="722"/>
                  </a:cubicBezTo>
                  <a:lnTo>
                    <a:pt x="1941" y="722"/>
                  </a:lnTo>
                  <a:cubicBezTo>
                    <a:pt x="1826" y="302"/>
                    <a:pt x="1449" y="0"/>
                    <a:pt x="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17" name="Google Shape;2117;p59"/>
            <p:cNvSpPr/>
            <p:nvPr/>
          </p:nvSpPr>
          <p:spPr>
            <a:xfrm>
              <a:off x="6342025" y="3270682"/>
              <a:ext cx="65108" cy="65506"/>
            </a:xfrm>
            <a:custGeom>
              <a:avLst/>
              <a:gdLst/>
              <a:ahLst/>
              <a:cxnLst/>
              <a:rect l="l" t="t" r="r" b="b"/>
              <a:pathLst>
                <a:path w="1963" h="1975" extrusionOk="0">
                  <a:moveTo>
                    <a:pt x="982" y="532"/>
                  </a:moveTo>
                  <a:cubicBezTo>
                    <a:pt x="1230" y="532"/>
                    <a:pt x="1431" y="737"/>
                    <a:pt x="1431" y="987"/>
                  </a:cubicBezTo>
                  <a:cubicBezTo>
                    <a:pt x="1431" y="1239"/>
                    <a:pt x="1230" y="1443"/>
                    <a:pt x="982" y="1443"/>
                  </a:cubicBezTo>
                  <a:cubicBezTo>
                    <a:pt x="734" y="1443"/>
                    <a:pt x="533" y="1239"/>
                    <a:pt x="533" y="987"/>
                  </a:cubicBezTo>
                  <a:cubicBezTo>
                    <a:pt x="533" y="737"/>
                    <a:pt x="734" y="532"/>
                    <a:pt x="982" y="532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4"/>
                    <a:pt x="1" y="987"/>
                  </a:cubicBezTo>
                  <a:cubicBezTo>
                    <a:pt x="1" y="1532"/>
                    <a:pt x="441" y="1975"/>
                    <a:pt x="982" y="1975"/>
                  </a:cubicBezTo>
                  <a:cubicBezTo>
                    <a:pt x="1522" y="1975"/>
                    <a:pt x="1963" y="1532"/>
                    <a:pt x="1963" y="987"/>
                  </a:cubicBezTo>
                  <a:cubicBezTo>
                    <a:pt x="1963" y="443"/>
                    <a:pt x="1522" y="1"/>
                    <a:pt x="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118" name="Google Shape;2118;p59"/>
          <p:cNvGrpSpPr/>
          <p:nvPr/>
        </p:nvGrpSpPr>
        <p:grpSpPr>
          <a:xfrm>
            <a:off x="5285601" y="2447393"/>
            <a:ext cx="484249" cy="536704"/>
            <a:chOff x="2645541" y="4001992"/>
            <a:chExt cx="543184" cy="602023"/>
          </a:xfrm>
        </p:grpSpPr>
        <p:sp>
          <p:nvSpPr>
            <p:cNvPr id="2119" name="Google Shape;2119;p59"/>
            <p:cNvSpPr/>
            <p:nvPr/>
          </p:nvSpPr>
          <p:spPr>
            <a:xfrm>
              <a:off x="2709819" y="4234132"/>
              <a:ext cx="74527" cy="54262"/>
            </a:xfrm>
            <a:custGeom>
              <a:avLst/>
              <a:gdLst/>
              <a:ahLst/>
              <a:cxnLst/>
              <a:rect l="l" t="t" r="r" b="b"/>
              <a:pathLst>
                <a:path w="2247" h="1636" extrusionOk="0">
                  <a:moveTo>
                    <a:pt x="1898" y="0"/>
                  </a:moveTo>
                  <a:cubicBezTo>
                    <a:pt x="1671" y="0"/>
                    <a:pt x="1447" y="39"/>
                    <a:pt x="1232" y="116"/>
                  </a:cubicBezTo>
                  <a:cubicBezTo>
                    <a:pt x="688" y="312"/>
                    <a:pt x="259" y="734"/>
                    <a:pt x="53" y="1275"/>
                  </a:cubicBezTo>
                  <a:cubicBezTo>
                    <a:pt x="1" y="1412"/>
                    <a:pt x="69" y="1566"/>
                    <a:pt x="207" y="1618"/>
                  </a:cubicBezTo>
                  <a:cubicBezTo>
                    <a:pt x="238" y="1630"/>
                    <a:pt x="270" y="1636"/>
                    <a:pt x="301" y="1636"/>
                  </a:cubicBezTo>
                  <a:cubicBezTo>
                    <a:pt x="408" y="1636"/>
                    <a:pt x="509" y="1570"/>
                    <a:pt x="550" y="1464"/>
                  </a:cubicBezTo>
                  <a:cubicBezTo>
                    <a:pt x="701" y="1068"/>
                    <a:pt x="1014" y="760"/>
                    <a:pt x="1411" y="617"/>
                  </a:cubicBezTo>
                  <a:cubicBezTo>
                    <a:pt x="1569" y="560"/>
                    <a:pt x="1732" y="532"/>
                    <a:pt x="1898" y="532"/>
                  </a:cubicBezTo>
                  <a:cubicBezTo>
                    <a:pt x="1920" y="532"/>
                    <a:pt x="1941" y="532"/>
                    <a:pt x="1963" y="533"/>
                  </a:cubicBezTo>
                  <a:cubicBezTo>
                    <a:pt x="1966" y="533"/>
                    <a:pt x="1970" y="533"/>
                    <a:pt x="1974" y="533"/>
                  </a:cubicBezTo>
                  <a:cubicBezTo>
                    <a:pt x="2115" y="533"/>
                    <a:pt x="2234" y="422"/>
                    <a:pt x="2240" y="279"/>
                  </a:cubicBezTo>
                  <a:cubicBezTo>
                    <a:pt x="2246" y="133"/>
                    <a:pt x="2133" y="8"/>
                    <a:pt x="1986" y="2"/>
                  </a:cubicBezTo>
                  <a:cubicBezTo>
                    <a:pt x="1957" y="1"/>
                    <a:pt x="1927" y="0"/>
                    <a:pt x="1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0" name="Google Shape;2120;p59"/>
            <p:cNvSpPr/>
            <p:nvPr/>
          </p:nvSpPr>
          <p:spPr>
            <a:xfrm>
              <a:off x="2862721" y="4064115"/>
              <a:ext cx="251144" cy="228922"/>
            </a:xfrm>
            <a:custGeom>
              <a:avLst/>
              <a:gdLst/>
              <a:ahLst/>
              <a:cxnLst/>
              <a:rect l="l" t="t" r="r" b="b"/>
              <a:pathLst>
                <a:path w="7572" h="6902" extrusionOk="0">
                  <a:moveTo>
                    <a:pt x="5880" y="2326"/>
                  </a:moveTo>
                  <a:cubicBezTo>
                    <a:pt x="6519" y="2326"/>
                    <a:pt x="7040" y="2847"/>
                    <a:pt x="7040" y="3487"/>
                  </a:cubicBezTo>
                  <a:cubicBezTo>
                    <a:pt x="7040" y="3749"/>
                    <a:pt x="6953" y="3991"/>
                    <a:pt x="6806" y="4185"/>
                  </a:cubicBezTo>
                  <a:lnTo>
                    <a:pt x="6806" y="3553"/>
                  </a:lnTo>
                  <a:cubicBezTo>
                    <a:pt x="6806" y="3049"/>
                    <a:pt x="6396" y="2639"/>
                    <a:pt x="5893" y="2639"/>
                  </a:cubicBezTo>
                  <a:cubicBezTo>
                    <a:pt x="5389" y="2639"/>
                    <a:pt x="4979" y="3049"/>
                    <a:pt x="4979" y="3553"/>
                  </a:cubicBezTo>
                  <a:lnTo>
                    <a:pt x="4979" y="4218"/>
                  </a:lnTo>
                  <a:cubicBezTo>
                    <a:pt x="4817" y="4019"/>
                    <a:pt x="4719" y="3765"/>
                    <a:pt x="4719" y="3487"/>
                  </a:cubicBezTo>
                  <a:cubicBezTo>
                    <a:pt x="4719" y="2847"/>
                    <a:pt x="5239" y="2326"/>
                    <a:pt x="5880" y="2326"/>
                  </a:cubicBezTo>
                  <a:close/>
                  <a:moveTo>
                    <a:pt x="4714" y="4713"/>
                  </a:moveTo>
                  <a:cubicBezTo>
                    <a:pt x="4796" y="4790"/>
                    <a:pt x="4885" y="4859"/>
                    <a:pt x="4979" y="4919"/>
                  </a:cubicBezTo>
                  <a:lnTo>
                    <a:pt x="4979" y="5676"/>
                  </a:lnTo>
                  <a:lnTo>
                    <a:pt x="4714" y="5676"/>
                  </a:lnTo>
                  <a:lnTo>
                    <a:pt x="4714" y="4713"/>
                  </a:lnTo>
                  <a:close/>
                  <a:moveTo>
                    <a:pt x="1710" y="1"/>
                  </a:moveTo>
                  <a:cubicBezTo>
                    <a:pt x="1207" y="1"/>
                    <a:pt x="797" y="410"/>
                    <a:pt x="797" y="914"/>
                  </a:cubicBezTo>
                  <a:lnTo>
                    <a:pt x="797" y="5676"/>
                  </a:lnTo>
                  <a:lnTo>
                    <a:pt x="532" y="5676"/>
                  </a:lnTo>
                  <a:lnTo>
                    <a:pt x="532" y="4048"/>
                  </a:lnTo>
                  <a:cubicBezTo>
                    <a:pt x="532" y="3901"/>
                    <a:pt x="413" y="3782"/>
                    <a:pt x="267" y="3782"/>
                  </a:cubicBezTo>
                  <a:cubicBezTo>
                    <a:pt x="120" y="3782"/>
                    <a:pt x="1" y="3901"/>
                    <a:pt x="1" y="4048"/>
                  </a:cubicBezTo>
                  <a:lnTo>
                    <a:pt x="1" y="5942"/>
                  </a:lnTo>
                  <a:cubicBezTo>
                    <a:pt x="1" y="6089"/>
                    <a:pt x="120" y="6208"/>
                    <a:pt x="267" y="6208"/>
                  </a:cubicBezTo>
                  <a:lnTo>
                    <a:pt x="1063" y="6208"/>
                  </a:lnTo>
                  <a:cubicBezTo>
                    <a:pt x="1210" y="6208"/>
                    <a:pt x="1328" y="6089"/>
                    <a:pt x="1328" y="5942"/>
                  </a:cubicBezTo>
                  <a:lnTo>
                    <a:pt x="1328" y="914"/>
                  </a:lnTo>
                  <a:cubicBezTo>
                    <a:pt x="1328" y="704"/>
                    <a:pt x="1500" y="532"/>
                    <a:pt x="1710" y="532"/>
                  </a:cubicBezTo>
                  <a:cubicBezTo>
                    <a:pt x="1921" y="532"/>
                    <a:pt x="2092" y="704"/>
                    <a:pt x="2092" y="914"/>
                  </a:cubicBezTo>
                  <a:lnTo>
                    <a:pt x="2092" y="5942"/>
                  </a:lnTo>
                  <a:cubicBezTo>
                    <a:pt x="2092" y="6089"/>
                    <a:pt x="2210" y="6208"/>
                    <a:pt x="2357" y="6208"/>
                  </a:cubicBezTo>
                  <a:lnTo>
                    <a:pt x="3154" y="6208"/>
                  </a:lnTo>
                  <a:cubicBezTo>
                    <a:pt x="3301" y="6208"/>
                    <a:pt x="3420" y="6089"/>
                    <a:pt x="3420" y="5942"/>
                  </a:cubicBezTo>
                  <a:lnTo>
                    <a:pt x="3420" y="2183"/>
                  </a:lnTo>
                  <a:cubicBezTo>
                    <a:pt x="3420" y="1973"/>
                    <a:pt x="3591" y="1803"/>
                    <a:pt x="3802" y="1803"/>
                  </a:cubicBezTo>
                  <a:cubicBezTo>
                    <a:pt x="4012" y="1803"/>
                    <a:pt x="4183" y="1973"/>
                    <a:pt x="4183" y="2183"/>
                  </a:cubicBezTo>
                  <a:lnTo>
                    <a:pt x="4183" y="5942"/>
                  </a:lnTo>
                  <a:cubicBezTo>
                    <a:pt x="4183" y="6089"/>
                    <a:pt x="4302" y="6208"/>
                    <a:pt x="4448" y="6208"/>
                  </a:cubicBezTo>
                  <a:lnTo>
                    <a:pt x="5245" y="6208"/>
                  </a:lnTo>
                  <a:cubicBezTo>
                    <a:pt x="5392" y="6208"/>
                    <a:pt x="5511" y="6089"/>
                    <a:pt x="5511" y="5942"/>
                  </a:cubicBezTo>
                  <a:lnTo>
                    <a:pt x="5511" y="3553"/>
                  </a:lnTo>
                  <a:cubicBezTo>
                    <a:pt x="5511" y="3343"/>
                    <a:pt x="5683" y="3171"/>
                    <a:pt x="5892" y="3171"/>
                  </a:cubicBezTo>
                  <a:cubicBezTo>
                    <a:pt x="6103" y="3171"/>
                    <a:pt x="6274" y="3343"/>
                    <a:pt x="6274" y="3553"/>
                  </a:cubicBezTo>
                  <a:lnTo>
                    <a:pt x="6274" y="6635"/>
                  </a:lnTo>
                  <a:cubicBezTo>
                    <a:pt x="6274" y="6782"/>
                    <a:pt x="6393" y="6901"/>
                    <a:pt x="6540" y="6901"/>
                  </a:cubicBezTo>
                  <a:cubicBezTo>
                    <a:pt x="6687" y="6901"/>
                    <a:pt x="6806" y="6782"/>
                    <a:pt x="6806" y="6635"/>
                  </a:cubicBezTo>
                  <a:lnTo>
                    <a:pt x="6806" y="4903"/>
                  </a:lnTo>
                  <a:cubicBezTo>
                    <a:pt x="7267" y="4600"/>
                    <a:pt x="7572" y="4079"/>
                    <a:pt x="7572" y="3487"/>
                  </a:cubicBezTo>
                  <a:cubicBezTo>
                    <a:pt x="7572" y="2554"/>
                    <a:pt x="6813" y="1794"/>
                    <a:pt x="5880" y="1794"/>
                  </a:cubicBezTo>
                  <a:cubicBezTo>
                    <a:pt x="5428" y="1794"/>
                    <a:pt x="5018" y="1972"/>
                    <a:pt x="4714" y="2260"/>
                  </a:cubicBezTo>
                  <a:lnTo>
                    <a:pt x="4714" y="2183"/>
                  </a:lnTo>
                  <a:cubicBezTo>
                    <a:pt x="4714" y="1680"/>
                    <a:pt x="4305" y="1271"/>
                    <a:pt x="3802" y="1271"/>
                  </a:cubicBezTo>
                  <a:cubicBezTo>
                    <a:pt x="3299" y="1271"/>
                    <a:pt x="2889" y="1680"/>
                    <a:pt x="2889" y="2183"/>
                  </a:cubicBezTo>
                  <a:lnTo>
                    <a:pt x="2889" y="5676"/>
                  </a:lnTo>
                  <a:lnTo>
                    <a:pt x="2624" y="5676"/>
                  </a:lnTo>
                  <a:lnTo>
                    <a:pt x="2624" y="914"/>
                  </a:lnTo>
                  <a:cubicBezTo>
                    <a:pt x="2624" y="410"/>
                    <a:pt x="2214" y="1"/>
                    <a:pt x="1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1" name="Google Shape;2121;p59"/>
            <p:cNvSpPr/>
            <p:nvPr/>
          </p:nvSpPr>
          <p:spPr>
            <a:xfrm>
              <a:off x="2663783" y="4098775"/>
              <a:ext cx="424677" cy="441260"/>
            </a:xfrm>
            <a:custGeom>
              <a:avLst/>
              <a:gdLst/>
              <a:ahLst/>
              <a:cxnLst/>
              <a:rect l="l" t="t" r="r" b="b"/>
              <a:pathLst>
                <a:path w="12804" h="13304" extrusionOk="0">
                  <a:moveTo>
                    <a:pt x="3290" y="3672"/>
                  </a:moveTo>
                  <a:cubicBezTo>
                    <a:pt x="3637" y="3672"/>
                    <a:pt x="3982" y="3749"/>
                    <a:pt x="4305" y="3900"/>
                  </a:cubicBezTo>
                  <a:cubicBezTo>
                    <a:pt x="4447" y="3968"/>
                    <a:pt x="4581" y="4048"/>
                    <a:pt x="4704" y="4139"/>
                  </a:cubicBezTo>
                  <a:lnTo>
                    <a:pt x="4704" y="4679"/>
                  </a:lnTo>
                  <a:cubicBezTo>
                    <a:pt x="4693" y="4667"/>
                    <a:pt x="4681" y="4655"/>
                    <a:pt x="4670" y="4643"/>
                  </a:cubicBezTo>
                  <a:cubicBezTo>
                    <a:pt x="4618" y="4593"/>
                    <a:pt x="4551" y="4568"/>
                    <a:pt x="4484" y="4568"/>
                  </a:cubicBezTo>
                  <a:cubicBezTo>
                    <a:pt x="4415" y="4568"/>
                    <a:pt x="4346" y="4595"/>
                    <a:pt x="4294" y="4648"/>
                  </a:cubicBezTo>
                  <a:cubicBezTo>
                    <a:pt x="4192" y="4754"/>
                    <a:pt x="4194" y="4922"/>
                    <a:pt x="4299" y="5025"/>
                  </a:cubicBezTo>
                  <a:cubicBezTo>
                    <a:pt x="4456" y="5178"/>
                    <a:pt x="4575" y="5360"/>
                    <a:pt x="4649" y="5569"/>
                  </a:cubicBezTo>
                  <a:cubicBezTo>
                    <a:pt x="4657" y="5589"/>
                    <a:pt x="4664" y="5610"/>
                    <a:pt x="4670" y="5630"/>
                  </a:cubicBezTo>
                  <a:lnTo>
                    <a:pt x="4320" y="5280"/>
                  </a:lnTo>
                  <a:cubicBezTo>
                    <a:pt x="4087" y="5047"/>
                    <a:pt x="3778" y="4919"/>
                    <a:pt x="3448" y="4919"/>
                  </a:cubicBezTo>
                  <a:cubicBezTo>
                    <a:pt x="3120" y="4919"/>
                    <a:pt x="2810" y="5047"/>
                    <a:pt x="2578" y="5280"/>
                  </a:cubicBezTo>
                  <a:cubicBezTo>
                    <a:pt x="2097" y="5761"/>
                    <a:pt x="2097" y="6542"/>
                    <a:pt x="2578" y="7023"/>
                  </a:cubicBezTo>
                  <a:lnTo>
                    <a:pt x="3035" y="7482"/>
                  </a:lnTo>
                  <a:cubicBezTo>
                    <a:pt x="2912" y="7459"/>
                    <a:pt x="2790" y="7421"/>
                    <a:pt x="2673" y="7366"/>
                  </a:cubicBezTo>
                  <a:cubicBezTo>
                    <a:pt x="2323" y="7201"/>
                    <a:pt x="2058" y="6911"/>
                    <a:pt x="1929" y="6547"/>
                  </a:cubicBezTo>
                  <a:cubicBezTo>
                    <a:pt x="1889" y="6439"/>
                    <a:pt x="1787" y="6372"/>
                    <a:pt x="1677" y="6372"/>
                  </a:cubicBezTo>
                  <a:cubicBezTo>
                    <a:pt x="1648" y="6372"/>
                    <a:pt x="1617" y="6377"/>
                    <a:pt x="1588" y="6387"/>
                  </a:cubicBezTo>
                  <a:cubicBezTo>
                    <a:pt x="1450" y="6437"/>
                    <a:pt x="1378" y="6589"/>
                    <a:pt x="1428" y="6728"/>
                  </a:cubicBezTo>
                  <a:cubicBezTo>
                    <a:pt x="1606" y="7224"/>
                    <a:pt x="1968" y="7621"/>
                    <a:pt x="2446" y="7847"/>
                  </a:cubicBezTo>
                  <a:cubicBezTo>
                    <a:pt x="2715" y="7973"/>
                    <a:pt x="3002" y="8037"/>
                    <a:pt x="3289" y="8037"/>
                  </a:cubicBezTo>
                  <a:cubicBezTo>
                    <a:pt x="3382" y="8037"/>
                    <a:pt x="3477" y="8030"/>
                    <a:pt x="3570" y="8016"/>
                  </a:cubicBezTo>
                  <a:lnTo>
                    <a:pt x="3913" y="8360"/>
                  </a:lnTo>
                  <a:cubicBezTo>
                    <a:pt x="3706" y="8416"/>
                    <a:pt x="3497" y="8443"/>
                    <a:pt x="3290" y="8443"/>
                  </a:cubicBezTo>
                  <a:cubicBezTo>
                    <a:pt x="2313" y="8443"/>
                    <a:pt x="1394" y="7837"/>
                    <a:pt x="1045" y="6866"/>
                  </a:cubicBezTo>
                  <a:cubicBezTo>
                    <a:pt x="599" y="5628"/>
                    <a:pt x="1244" y="4260"/>
                    <a:pt x="2481" y="3814"/>
                  </a:cubicBezTo>
                  <a:cubicBezTo>
                    <a:pt x="2745" y="3719"/>
                    <a:pt x="3018" y="3672"/>
                    <a:pt x="3290" y="3672"/>
                  </a:cubicBezTo>
                  <a:close/>
                  <a:moveTo>
                    <a:pt x="5618" y="1"/>
                  </a:moveTo>
                  <a:cubicBezTo>
                    <a:pt x="5114" y="1"/>
                    <a:pt x="4704" y="410"/>
                    <a:pt x="4704" y="915"/>
                  </a:cubicBezTo>
                  <a:lnTo>
                    <a:pt x="4704" y="1370"/>
                  </a:lnTo>
                  <a:lnTo>
                    <a:pt x="3798" y="550"/>
                  </a:lnTo>
                  <a:cubicBezTo>
                    <a:pt x="3676" y="440"/>
                    <a:pt x="3476" y="363"/>
                    <a:pt x="3311" y="363"/>
                  </a:cubicBezTo>
                  <a:lnTo>
                    <a:pt x="813" y="363"/>
                  </a:lnTo>
                  <a:cubicBezTo>
                    <a:pt x="666" y="363"/>
                    <a:pt x="547" y="482"/>
                    <a:pt x="547" y="629"/>
                  </a:cubicBezTo>
                  <a:cubicBezTo>
                    <a:pt x="547" y="776"/>
                    <a:pt x="666" y="894"/>
                    <a:pt x="813" y="894"/>
                  </a:cubicBezTo>
                  <a:lnTo>
                    <a:pt x="3311" y="894"/>
                  </a:lnTo>
                  <a:cubicBezTo>
                    <a:pt x="3342" y="894"/>
                    <a:pt x="3417" y="924"/>
                    <a:pt x="3441" y="944"/>
                  </a:cubicBezTo>
                  <a:lnTo>
                    <a:pt x="4704" y="2087"/>
                  </a:lnTo>
                  <a:lnTo>
                    <a:pt x="4704" y="3509"/>
                  </a:lnTo>
                  <a:cubicBezTo>
                    <a:pt x="4647" y="3477"/>
                    <a:pt x="4590" y="3448"/>
                    <a:pt x="4531" y="3420"/>
                  </a:cubicBezTo>
                  <a:cubicBezTo>
                    <a:pt x="4137" y="3234"/>
                    <a:pt x="3715" y="3140"/>
                    <a:pt x="3291" y="3140"/>
                  </a:cubicBezTo>
                  <a:cubicBezTo>
                    <a:pt x="2958" y="3140"/>
                    <a:pt x="2624" y="3198"/>
                    <a:pt x="2301" y="3314"/>
                  </a:cubicBezTo>
                  <a:cubicBezTo>
                    <a:pt x="788" y="3858"/>
                    <a:pt x="0" y="5532"/>
                    <a:pt x="545" y="7045"/>
                  </a:cubicBezTo>
                  <a:cubicBezTo>
                    <a:pt x="972" y="8234"/>
                    <a:pt x="2096" y="8976"/>
                    <a:pt x="3292" y="8976"/>
                  </a:cubicBezTo>
                  <a:cubicBezTo>
                    <a:pt x="3619" y="8976"/>
                    <a:pt x="3951" y="8920"/>
                    <a:pt x="4276" y="8803"/>
                  </a:cubicBezTo>
                  <a:cubicBezTo>
                    <a:pt x="4295" y="8796"/>
                    <a:pt x="4315" y="8789"/>
                    <a:pt x="4334" y="8780"/>
                  </a:cubicBezTo>
                  <a:lnTo>
                    <a:pt x="4714" y="9160"/>
                  </a:lnTo>
                  <a:cubicBezTo>
                    <a:pt x="4810" y="10265"/>
                    <a:pt x="5607" y="11180"/>
                    <a:pt x="6677" y="11431"/>
                  </a:cubicBezTo>
                  <a:lnTo>
                    <a:pt x="6677" y="12844"/>
                  </a:lnTo>
                  <a:cubicBezTo>
                    <a:pt x="6677" y="13097"/>
                    <a:pt x="6884" y="13303"/>
                    <a:pt x="7136" y="13303"/>
                  </a:cubicBezTo>
                  <a:lnTo>
                    <a:pt x="10373" y="13303"/>
                  </a:lnTo>
                  <a:cubicBezTo>
                    <a:pt x="10625" y="13303"/>
                    <a:pt x="10832" y="13097"/>
                    <a:pt x="10832" y="12844"/>
                  </a:cubicBezTo>
                  <a:lnTo>
                    <a:pt x="10832" y="11431"/>
                  </a:lnTo>
                  <a:cubicBezTo>
                    <a:pt x="11970" y="11162"/>
                    <a:pt x="12804" y="10128"/>
                    <a:pt x="12804" y="8938"/>
                  </a:cubicBezTo>
                  <a:lnTo>
                    <a:pt x="12804" y="7256"/>
                  </a:lnTo>
                  <a:cubicBezTo>
                    <a:pt x="12804" y="7109"/>
                    <a:pt x="12685" y="6991"/>
                    <a:pt x="12538" y="6991"/>
                  </a:cubicBezTo>
                  <a:cubicBezTo>
                    <a:pt x="12391" y="6991"/>
                    <a:pt x="12272" y="7109"/>
                    <a:pt x="12272" y="7256"/>
                  </a:cubicBezTo>
                  <a:lnTo>
                    <a:pt x="12272" y="8938"/>
                  </a:lnTo>
                  <a:cubicBezTo>
                    <a:pt x="12272" y="9943"/>
                    <a:pt x="11523" y="10807"/>
                    <a:pt x="10529" y="10947"/>
                  </a:cubicBezTo>
                  <a:cubicBezTo>
                    <a:pt x="10397" y="10965"/>
                    <a:pt x="10300" y="11077"/>
                    <a:pt x="10300" y="11210"/>
                  </a:cubicBezTo>
                  <a:lnTo>
                    <a:pt x="10300" y="12771"/>
                  </a:lnTo>
                  <a:lnTo>
                    <a:pt x="7209" y="12771"/>
                  </a:lnTo>
                  <a:lnTo>
                    <a:pt x="7209" y="11211"/>
                  </a:lnTo>
                  <a:cubicBezTo>
                    <a:pt x="7209" y="11077"/>
                    <a:pt x="7112" y="10965"/>
                    <a:pt x="6980" y="10947"/>
                  </a:cubicBezTo>
                  <a:cubicBezTo>
                    <a:pt x="6015" y="10811"/>
                    <a:pt x="5282" y="10005"/>
                    <a:pt x="5238" y="9031"/>
                  </a:cubicBezTo>
                  <a:cubicBezTo>
                    <a:pt x="5236" y="8965"/>
                    <a:pt x="5208" y="8902"/>
                    <a:pt x="5161" y="8855"/>
                  </a:cubicBezTo>
                  <a:lnTo>
                    <a:pt x="2952" y="6647"/>
                  </a:lnTo>
                  <a:cubicBezTo>
                    <a:pt x="2679" y="6374"/>
                    <a:pt x="2679" y="5929"/>
                    <a:pt x="2952" y="5656"/>
                  </a:cubicBezTo>
                  <a:cubicBezTo>
                    <a:pt x="3085" y="5524"/>
                    <a:pt x="3261" y="5451"/>
                    <a:pt x="3448" y="5451"/>
                  </a:cubicBezTo>
                  <a:cubicBezTo>
                    <a:pt x="3635" y="5451"/>
                    <a:pt x="3812" y="5524"/>
                    <a:pt x="3943" y="5656"/>
                  </a:cubicBezTo>
                  <a:lnTo>
                    <a:pt x="4782" y="6495"/>
                  </a:lnTo>
                  <a:cubicBezTo>
                    <a:pt x="4833" y="6546"/>
                    <a:pt x="4901" y="6573"/>
                    <a:pt x="4970" y="6573"/>
                  </a:cubicBezTo>
                  <a:cubicBezTo>
                    <a:pt x="5004" y="6573"/>
                    <a:pt x="5039" y="6566"/>
                    <a:pt x="5071" y="6552"/>
                  </a:cubicBezTo>
                  <a:cubicBezTo>
                    <a:pt x="5171" y="6511"/>
                    <a:pt x="5236" y="6414"/>
                    <a:pt x="5236" y="6307"/>
                  </a:cubicBezTo>
                  <a:lnTo>
                    <a:pt x="5236" y="2568"/>
                  </a:lnTo>
                  <a:lnTo>
                    <a:pt x="5399" y="2716"/>
                  </a:lnTo>
                  <a:cubicBezTo>
                    <a:pt x="5449" y="2762"/>
                    <a:pt x="5514" y="2784"/>
                    <a:pt x="5578" y="2784"/>
                  </a:cubicBezTo>
                  <a:cubicBezTo>
                    <a:pt x="5650" y="2784"/>
                    <a:pt x="5722" y="2755"/>
                    <a:pt x="5775" y="2697"/>
                  </a:cubicBezTo>
                  <a:cubicBezTo>
                    <a:pt x="5873" y="2588"/>
                    <a:pt x="5864" y="2420"/>
                    <a:pt x="5755" y="2321"/>
                  </a:cubicBezTo>
                  <a:lnTo>
                    <a:pt x="5236" y="1851"/>
                  </a:lnTo>
                  <a:lnTo>
                    <a:pt x="5236" y="915"/>
                  </a:lnTo>
                  <a:cubicBezTo>
                    <a:pt x="5236" y="704"/>
                    <a:pt x="5407" y="533"/>
                    <a:pt x="5618" y="533"/>
                  </a:cubicBezTo>
                  <a:cubicBezTo>
                    <a:pt x="5828" y="533"/>
                    <a:pt x="5999" y="704"/>
                    <a:pt x="5999" y="915"/>
                  </a:cubicBezTo>
                  <a:lnTo>
                    <a:pt x="5999" y="1442"/>
                  </a:lnTo>
                  <a:cubicBezTo>
                    <a:pt x="5999" y="1589"/>
                    <a:pt x="6118" y="1708"/>
                    <a:pt x="6265" y="1708"/>
                  </a:cubicBezTo>
                  <a:cubicBezTo>
                    <a:pt x="6411" y="1708"/>
                    <a:pt x="6530" y="1589"/>
                    <a:pt x="6530" y="1442"/>
                  </a:cubicBezTo>
                  <a:lnTo>
                    <a:pt x="6530" y="915"/>
                  </a:lnTo>
                  <a:cubicBezTo>
                    <a:pt x="6530" y="410"/>
                    <a:pt x="6121" y="1"/>
                    <a:pt x="5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2" name="Google Shape;2122;p59"/>
            <p:cNvSpPr/>
            <p:nvPr/>
          </p:nvSpPr>
          <p:spPr>
            <a:xfrm>
              <a:off x="2854098" y="4319140"/>
              <a:ext cx="82056" cy="105605"/>
            </a:xfrm>
            <a:custGeom>
              <a:avLst/>
              <a:gdLst/>
              <a:ahLst/>
              <a:cxnLst/>
              <a:rect l="l" t="t" r="r" b="b"/>
              <a:pathLst>
                <a:path w="2474" h="3184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011" y="532"/>
                  </a:lnTo>
                  <a:cubicBezTo>
                    <a:pt x="1525" y="532"/>
                    <a:pt x="1941" y="950"/>
                    <a:pt x="1941" y="1463"/>
                  </a:cubicBezTo>
                  <a:lnTo>
                    <a:pt x="1941" y="2918"/>
                  </a:lnTo>
                  <a:cubicBezTo>
                    <a:pt x="1941" y="3065"/>
                    <a:pt x="2061" y="3184"/>
                    <a:pt x="2207" y="3184"/>
                  </a:cubicBezTo>
                  <a:cubicBezTo>
                    <a:pt x="2354" y="3184"/>
                    <a:pt x="2473" y="3065"/>
                    <a:pt x="2473" y="2918"/>
                  </a:cubicBezTo>
                  <a:lnTo>
                    <a:pt x="2473" y="1463"/>
                  </a:lnTo>
                  <a:cubicBezTo>
                    <a:pt x="2473" y="656"/>
                    <a:pt x="1817" y="1"/>
                    <a:pt x="1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3" name="Google Shape;2123;p59"/>
            <p:cNvSpPr/>
            <p:nvPr/>
          </p:nvSpPr>
          <p:spPr>
            <a:xfrm>
              <a:off x="2645541" y="4001992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5459"/>
                  </a:lnTo>
                  <a:cubicBezTo>
                    <a:pt x="0" y="5606"/>
                    <a:pt x="119" y="5725"/>
                    <a:pt x="266" y="5725"/>
                  </a:cubicBezTo>
                  <a:cubicBezTo>
                    <a:pt x="413" y="5725"/>
                    <a:pt x="532" y="5606"/>
                    <a:pt x="532" y="5459"/>
                  </a:cubicBezTo>
                  <a:lnTo>
                    <a:pt x="532" y="533"/>
                  </a:lnTo>
                  <a:lnTo>
                    <a:pt x="5458" y="533"/>
                  </a:lnTo>
                  <a:cubicBezTo>
                    <a:pt x="5605" y="533"/>
                    <a:pt x="5724" y="414"/>
                    <a:pt x="5724" y="267"/>
                  </a:cubicBezTo>
                  <a:cubicBezTo>
                    <a:pt x="5724" y="120"/>
                    <a:pt x="5605" y="1"/>
                    <a:pt x="5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4" name="Google Shape;2124;p59"/>
            <p:cNvSpPr/>
            <p:nvPr/>
          </p:nvSpPr>
          <p:spPr>
            <a:xfrm>
              <a:off x="2645541" y="4414098"/>
              <a:ext cx="189884" cy="189917"/>
            </a:xfrm>
            <a:custGeom>
              <a:avLst/>
              <a:gdLst/>
              <a:ahLst/>
              <a:cxnLst/>
              <a:rect l="l" t="t" r="r" b="b"/>
              <a:pathLst>
                <a:path w="5725" h="5726" extrusionOk="0">
                  <a:moveTo>
                    <a:pt x="266" y="0"/>
                  </a:moveTo>
                  <a:cubicBezTo>
                    <a:pt x="119" y="0"/>
                    <a:pt x="0" y="120"/>
                    <a:pt x="0" y="266"/>
                  </a:cubicBezTo>
                  <a:lnTo>
                    <a:pt x="0" y="5460"/>
                  </a:lnTo>
                  <a:cubicBezTo>
                    <a:pt x="0" y="5606"/>
                    <a:pt x="119" y="5726"/>
                    <a:pt x="266" y="5726"/>
                  </a:cubicBezTo>
                  <a:lnTo>
                    <a:pt x="5458" y="5726"/>
                  </a:lnTo>
                  <a:cubicBezTo>
                    <a:pt x="5605" y="5726"/>
                    <a:pt x="5724" y="5606"/>
                    <a:pt x="5724" y="5460"/>
                  </a:cubicBezTo>
                  <a:cubicBezTo>
                    <a:pt x="5724" y="5312"/>
                    <a:pt x="5605" y="5194"/>
                    <a:pt x="5458" y="5194"/>
                  </a:cubicBezTo>
                  <a:lnTo>
                    <a:pt x="532" y="5194"/>
                  </a:lnTo>
                  <a:lnTo>
                    <a:pt x="532" y="266"/>
                  </a:lnTo>
                  <a:cubicBezTo>
                    <a:pt x="532" y="120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5" name="Google Shape;2125;p59"/>
            <p:cNvSpPr/>
            <p:nvPr/>
          </p:nvSpPr>
          <p:spPr>
            <a:xfrm>
              <a:off x="2998841" y="4001992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5194" y="532"/>
                  </a:lnTo>
                  <a:lnTo>
                    <a:pt x="5194" y="5459"/>
                  </a:lnTo>
                  <a:cubicBezTo>
                    <a:pt x="5194" y="5606"/>
                    <a:pt x="5312" y="5725"/>
                    <a:pt x="5459" y="5725"/>
                  </a:cubicBezTo>
                  <a:cubicBezTo>
                    <a:pt x="5606" y="5725"/>
                    <a:pt x="5725" y="5606"/>
                    <a:pt x="5725" y="5459"/>
                  </a:cubicBezTo>
                  <a:lnTo>
                    <a:pt x="5725" y="266"/>
                  </a:lnTo>
                  <a:cubicBezTo>
                    <a:pt x="5725" y="120"/>
                    <a:pt x="5606" y="1"/>
                    <a:pt x="5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6" name="Google Shape;2126;p59"/>
            <p:cNvSpPr/>
            <p:nvPr/>
          </p:nvSpPr>
          <p:spPr>
            <a:xfrm>
              <a:off x="2998841" y="4414098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5459" y="0"/>
                  </a:moveTo>
                  <a:cubicBezTo>
                    <a:pt x="5312" y="0"/>
                    <a:pt x="5194" y="120"/>
                    <a:pt x="5194" y="266"/>
                  </a:cubicBezTo>
                  <a:lnTo>
                    <a:pt x="5194" y="5194"/>
                  </a:lnTo>
                  <a:lnTo>
                    <a:pt x="266" y="5194"/>
                  </a:lnTo>
                  <a:cubicBezTo>
                    <a:pt x="120" y="5194"/>
                    <a:pt x="1" y="5312"/>
                    <a:pt x="1" y="5460"/>
                  </a:cubicBezTo>
                  <a:cubicBezTo>
                    <a:pt x="1" y="5605"/>
                    <a:pt x="120" y="5725"/>
                    <a:pt x="266" y="5725"/>
                  </a:cubicBezTo>
                  <a:lnTo>
                    <a:pt x="5459" y="5725"/>
                  </a:lnTo>
                  <a:cubicBezTo>
                    <a:pt x="5606" y="5725"/>
                    <a:pt x="5725" y="5605"/>
                    <a:pt x="5725" y="5460"/>
                  </a:cubicBezTo>
                  <a:lnTo>
                    <a:pt x="5725" y="266"/>
                  </a:lnTo>
                  <a:cubicBezTo>
                    <a:pt x="5725" y="120"/>
                    <a:pt x="5606" y="0"/>
                    <a:pt x="5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7" name="Google Shape;2127;p59"/>
            <p:cNvSpPr/>
            <p:nvPr/>
          </p:nvSpPr>
          <p:spPr>
            <a:xfrm>
              <a:off x="3073136" y="4486967"/>
              <a:ext cx="77380" cy="17678"/>
            </a:xfrm>
            <a:custGeom>
              <a:avLst/>
              <a:gdLst/>
              <a:ahLst/>
              <a:cxnLst/>
              <a:rect l="l" t="t" r="r" b="b"/>
              <a:pathLst>
                <a:path w="233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2067" y="533"/>
                  </a:lnTo>
                  <a:cubicBezTo>
                    <a:pt x="2213" y="533"/>
                    <a:pt x="2333" y="413"/>
                    <a:pt x="2333" y="267"/>
                  </a:cubicBezTo>
                  <a:cubicBezTo>
                    <a:pt x="2333" y="120"/>
                    <a:pt x="2213" y="1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8" name="Google Shape;2128;p59"/>
            <p:cNvSpPr/>
            <p:nvPr/>
          </p:nvSpPr>
          <p:spPr>
            <a:xfrm>
              <a:off x="3073136" y="4516851"/>
              <a:ext cx="77380" cy="17645"/>
            </a:xfrm>
            <a:custGeom>
              <a:avLst/>
              <a:gdLst/>
              <a:ahLst/>
              <a:cxnLst/>
              <a:rect l="l" t="t" r="r" b="b"/>
              <a:pathLst>
                <a:path w="2333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67" y="532"/>
                  </a:lnTo>
                  <a:cubicBezTo>
                    <a:pt x="2213" y="532"/>
                    <a:pt x="2333" y="413"/>
                    <a:pt x="2333" y="266"/>
                  </a:cubicBezTo>
                  <a:cubicBezTo>
                    <a:pt x="2333" y="119"/>
                    <a:pt x="2213" y="0"/>
                    <a:pt x="2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29" name="Google Shape;2129;p59"/>
            <p:cNvSpPr/>
            <p:nvPr/>
          </p:nvSpPr>
          <p:spPr>
            <a:xfrm>
              <a:off x="3073136" y="4546702"/>
              <a:ext cx="77380" cy="17678"/>
            </a:xfrm>
            <a:custGeom>
              <a:avLst/>
              <a:gdLst/>
              <a:ahLst/>
              <a:cxnLst/>
              <a:rect l="l" t="t" r="r" b="b"/>
              <a:pathLst>
                <a:path w="233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67" y="532"/>
                  </a:lnTo>
                  <a:cubicBezTo>
                    <a:pt x="2213" y="532"/>
                    <a:pt x="2333" y="413"/>
                    <a:pt x="2333" y="266"/>
                  </a:cubicBezTo>
                  <a:cubicBezTo>
                    <a:pt x="2333" y="120"/>
                    <a:pt x="2213" y="1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0" name="Google Shape;2130;p59"/>
            <p:cNvSpPr/>
            <p:nvPr/>
          </p:nvSpPr>
          <p:spPr>
            <a:xfrm>
              <a:off x="3067763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9" y="128"/>
                    <a:pt x="1" y="197"/>
                    <a:pt x="1" y="267"/>
                  </a:cubicBezTo>
                  <a:cubicBezTo>
                    <a:pt x="1" y="337"/>
                    <a:pt x="29" y="405"/>
                    <a:pt x="79" y="455"/>
                  </a:cubicBezTo>
                  <a:cubicBezTo>
                    <a:pt x="128" y="504"/>
                    <a:pt x="197" y="533"/>
                    <a:pt x="267" y="533"/>
                  </a:cubicBezTo>
                  <a:cubicBezTo>
                    <a:pt x="337" y="533"/>
                    <a:pt x="405" y="504"/>
                    <a:pt x="454" y="455"/>
                  </a:cubicBezTo>
                  <a:cubicBezTo>
                    <a:pt x="505" y="405"/>
                    <a:pt x="532" y="337"/>
                    <a:pt x="532" y="267"/>
                  </a:cubicBezTo>
                  <a:cubicBezTo>
                    <a:pt x="532" y="197"/>
                    <a:pt x="505" y="128"/>
                    <a:pt x="454" y="79"/>
                  </a:cubicBezTo>
                  <a:cubicBezTo>
                    <a:pt x="405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1" name="Google Shape;2131;p59"/>
            <p:cNvSpPr/>
            <p:nvPr/>
          </p:nvSpPr>
          <p:spPr>
            <a:xfrm>
              <a:off x="3100333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8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8" y="504"/>
                    <a:pt x="196" y="533"/>
                    <a:pt x="266" y="533"/>
                  </a:cubicBezTo>
                  <a:cubicBezTo>
                    <a:pt x="336" y="533"/>
                    <a:pt x="404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2" name="Google Shape;2132;p59"/>
            <p:cNvSpPr/>
            <p:nvPr/>
          </p:nvSpPr>
          <p:spPr>
            <a:xfrm>
              <a:off x="3132871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7"/>
                    <a:pt x="28" y="405"/>
                    <a:pt x="78" y="455"/>
                  </a:cubicBezTo>
                  <a:cubicBezTo>
                    <a:pt x="128" y="504"/>
                    <a:pt x="196" y="533"/>
                    <a:pt x="267" y="533"/>
                  </a:cubicBezTo>
                  <a:cubicBezTo>
                    <a:pt x="337" y="533"/>
                    <a:pt x="404" y="504"/>
                    <a:pt x="455" y="455"/>
                  </a:cubicBezTo>
                  <a:cubicBezTo>
                    <a:pt x="504" y="405"/>
                    <a:pt x="533" y="337"/>
                    <a:pt x="533" y="267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4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3" name="Google Shape;2133;p59"/>
            <p:cNvSpPr/>
            <p:nvPr/>
          </p:nvSpPr>
          <p:spPr>
            <a:xfrm>
              <a:off x="2686569" y="4504579"/>
              <a:ext cx="59801" cy="59801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1270" y="531"/>
                  </a:moveTo>
                  <a:lnTo>
                    <a:pt x="1270" y="1271"/>
                  </a:lnTo>
                  <a:lnTo>
                    <a:pt x="531" y="1271"/>
                  </a:lnTo>
                  <a:lnTo>
                    <a:pt x="531" y="531"/>
                  </a:lnTo>
                  <a:close/>
                  <a:moveTo>
                    <a:pt x="443" y="0"/>
                  </a:moveTo>
                  <a:cubicBezTo>
                    <a:pt x="198" y="0"/>
                    <a:pt x="0" y="199"/>
                    <a:pt x="0" y="443"/>
                  </a:cubicBezTo>
                  <a:lnTo>
                    <a:pt x="0" y="1360"/>
                  </a:lnTo>
                  <a:cubicBezTo>
                    <a:pt x="0" y="1604"/>
                    <a:pt x="198" y="1802"/>
                    <a:pt x="443" y="1802"/>
                  </a:cubicBezTo>
                  <a:lnTo>
                    <a:pt x="1360" y="1802"/>
                  </a:lnTo>
                  <a:cubicBezTo>
                    <a:pt x="1603" y="1802"/>
                    <a:pt x="1802" y="1604"/>
                    <a:pt x="1802" y="1360"/>
                  </a:cubicBezTo>
                  <a:lnTo>
                    <a:pt x="1802" y="443"/>
                  </a:lnTo>
                  <a:cubicBezTo>
                    <a:pt x="1802" y="199"/>
                    <a:pt x="1603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4" name="Google Shape;2134;p59"/>
            <p:cNvSpPr/>
            <p:nvPr/>
          </p:nvSpPr>
          <p:spPr>
            <a:xfrm>
              <a:off x="2681892" y="4086636"/>
              <a:ext cx="106435" cy="17645"/>
            </a:xfrm>
            <a:custGeom>
              <a:avLst/>
              <a:gdLst/>
              <a:ahLst/>
              <a:cxnLst/>
              <a:rect l="l" t="t" r="r" b="b"/>
              <a:pathLst>
                <a:path w="3209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942" y="531"/>
                  </a:lnTo>
                  <a:cubicBezTo>
                    <a:pt x="3089" y="531"/>
                    <a:pt x="3208" y="412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5" name="Google Shape;2135;p59"/>
            <p:cNvSpPr/>
            <p:nvPr/>
          </p:nvSpPr>
          <p:spPr>
            <a:xfrm>
              <a:off x="2681892" y="4062423"/>
              <a:ext cx="106435" cy="17678"/>
            </a:xfrm>
            <a:custGeom>
              <a:avLst/>
              <a:gdLst/>
              <a:ahLst/>
              <a:cxnLst/>
              <a:rect l="l" t="t" r="r" b="b"/>
              <a:pathLst>
                <a:path w="3209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942" y="532"/>
                  </a:lnTo>
                  <a:cubicBezTo>
                    <a:pt x="3089" y="532"/>
                    <a:pt x="3208" y="413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6" name="Google Shape;2136;p59"/>
            <p:cNvSpPr/>
            <p:nvPr/>
          </p:nvSpPr>
          <p:spPr>
            <a:xfrm>
              <a:off x="2681892" y="4038244"/>
              <a:ext cx="106435" cy="17678"/>
            </a:xfrm>
            <a:custGeom>
              <a:avLst/>
              <a:gdLst/>
              <a:ahLst/>
              <a:cxnLst/>
              <a:rect l="l" t="t" r="r" b="b"/>
              <a:pathLst>
                <a:path w="3209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942" y="532"/>
                  </a:lnTo>
                  <a:cubicBezTo>
                    <a:pt x="3089" y="532"/>
                    <a:pt x="3208" y="413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137" name="Google Shape;2137;p59"/>
          <p:cNvGrpSpPr/>
          <p:nvPr/>
        </p:nvGrpSpPr>
        <p:grpSpPr>
          <a:xfrm>
            <a:off x="1011700" y="1197775"/>
            <a:ext cx="76825" cy="76800"/>
            <a:chOff x="3104875" y="1099400"/>
            <a:chExt cx="76825" cy="76800"/>
          </a:xfrm>
        </p:grpSpPr>
        <p:sp>
          <p:nvSpPr>
            <p:cNvPr id="2138" name="Google Shape;2138;p5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39" name="Google Shape;2139;p5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143" name="Google Shape;2143;p59"/>
          <p:cNvGrpSpPr/>
          <p:nvPr/>
        </p:nvGrpSpPr>
        <p:grpSpPr>
          <a:xfrm>
            <a:off x="7149100" y="4197150"/>
            <a:ext cx="76825" cy="76800"/>
            <a:chOff x="3104875" y="1099400"/>
            <a:chExt cx="76825" cy="76800"/>
          </a:xfrm>
        </p:grpSpPr>
        <p:sp>
          <p:nvSpPr>
            <p:cNvPr id="2144" name="Google Shape;2144;p5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145" name="Google Shape;2145;p5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2146" name="Google Shape;2146;p59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3028660" y="398380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7" name="Google Shape;2147;p5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913061">
            <a:off x="7375920" y="328184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8" name="Google Shape;2148;p59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9084173">
            <a:off x="444144" y="787475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trzałka zakrzywiona w dół 2">
            <a:extLst>
              <a:ext uri="{FF2B5EF4-FFF2-40B4-BE49-F238E27FC236}">
                <a16:creationId xmlns:a16="http://schemas.microsoft.com/office/drawing/2014/main" id="{8A7440DE-7BC8-3758-D126-C33DC61691B8}"/>
              </a:ext>
            </a:extLst>
          </p:cNvPr>
          <p:cNvSpPr/>
          <p:nvPr/>
        </p:nvSpPr>
        <p:spPr>
          <a:xfrm rot="20462487">
            <a:off x="1828228" y="1596790"/>
            <a:ext cx="1106777" cy="484500"/>
          </a:xfrm>
          <a:prstGeom prst="curvedDownArrow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" name="Strzałka zakrzywiona w dół 3">
            <a:extLst>
              <a:ext uri="{FF2B5EF4-FFF2-40B4-BE49-F238E27FC236}">
                <a16:creationId xmlns:a16="http://schemas.microsoft.com/office/drawing/2014/main" id="{B04824A9-54D5-4CBE-76F3-19248F02AD16}"/>
              </a:ext>
            </a:extLst>
          </p:cNvPr>
          <p:cNvSpPr/>
          <p:nvPr/>
        </p:nvSpPr>
        <p:spPr>
          <a:xfrm rot="10053467">
            <a:off x="2209349" y="3582833"/>
            <a:ext cx="1106777" cy="484500"/>
          </a:xfrm>
          <a:prstGeom prst="curvedDownArrow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/>
          <p:cNvSpPr txBox="1">
            <a:spLocks noGrp="1"/>
          </p:cNvSpPr>
          <p:nvPr>
            <p:ph type="title" idx="2"/>
          </p:nvPr>
        </p:nvSpPr>
        <p:spPr>
          <a:xfrm>
            <a:off x="709114" y="897534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01</a:t>
            </a:r>
          </a:p>
        </p:txBody>
      </p:sp>
      <p:pic>
        <p:nvPicPr>
          <p:cNvPr id="1385" name="Google Shape;1385;p40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/>
          <p:cNvSpPr txBox="1">
            <a:spLocks noGrp="1"/>
          </p:cNvSpPr>
          <p:nvPr>
            <p:ph type="title"/>
          </p:nvPr>
        </p:nvSpPr>
        <p:spPr>
          <a:xfrm>
            <a:off x="719999" y="2384238"/>
            <a:ext cx="7759971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noProof="0" dirty="0"/>
              <a:t>EXPLORATORY </a:t>
            </a:r>
            <a:br>
              <a:rPr lang="en-GB" noProof="0" dirty="0"/>
            </a:br>
            <a:r>
              <a:rPr lang="en-GB" noProof="0" dirty="0"/>
              <a:t>DATA ANALYSIS (EDA)</a:t>
            </a:r>
          </a:p>
        </p:txBody>
      </p:sp>
      <p:grpSp>
        <p:nvGrpSpPr>
          <p:cNvPr id="1390" name="Google Shape;1390;p40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93" name="Google Shape;1393;p40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96" name="Google Shape;1396;p40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399" name="Google Shape;1399;p40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E5129E-656C-5C5A-4CA2-27531605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7701"/>
            <a:ext cx="7704000" cy="572700"/>
          </a:xfrm>
        </p:spPr>
        <p:txBody>
          <a:bodyPr/>
          <a:lstStyle/>
          <a:p>
            <a:r>
              <a:rPr lang="en-GB" noProof="0" dirty="0"/>
              <a:t>Correlation matrix</a:t>
            </a:r>
          </a:p>
        </p:txBody>
      </p:sp>
      <p:sp>
        <p:nvSpPr>
          <p:cNvPr id="4" name="Podtytuł 3">
            <a:extLst>
              <a:ext uri="{FF2B5EF4-FFF2-40B4-BE49-F238E27FC236}">
                <a16:creationId xmlns:a16="http://schemas.microsoft.com/office/drawing/2014/main" id="{7459784E-0DB4-BEC5-0785-0B9EF98F79F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10016" y="1891318"/>
            <a:ext cx="3026037" cy="1742197"/>
          </a:xfrm>
        </p:spPr>
        <p:txBody>
          <a:bodyPr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majority of variables are not correlated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strongest corr. with target: “</a:t>
            </a:r>
            <a:r>
              <a:rPr lang="en-GB" noProof="0" dirty="0" err="1"/>
              <a:t>market_volatility</a:t>
            </a:r>
            <a:r>
              <a:rPr lang="en-GB" noProof="0" dirty="0"/>
              <a:t>” (0,97)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distance variables are more correlated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GB" noProof="0" dirty="0"/>
          </a:p>
          <a:p>
            <a:endParaRPr lang="en-GB" noProof="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9F7FCA71-9E05-7A76-87F1-BC7A6BC0C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069" y="936295"/>
            <a:ext cx="5207915" cy="4013984"/>
          </a:xfrm>
          <a:prstGeom prst="rect">
            <a:avLst/>
          </a:prstGeom>
          <a:ln>
            <a:noFill/>
          </a:ln>
        </p:spPr>
      </p:pic>
      <p:sp>
        <p:nvSpPr>
          <p:cNvPr id="10" name="Prostokąt 9">
            <a:extLst>
              <a:ext uri="{FF2B5EF4-FFF2-40B4-BE49-F238E27FC236}">
                <a16:creationId xmlns:a16="http://schemas.microsoft.com/office/drawing/2014/main" id="{4B5F8ED6-D985-BBAC-3DB1-D8EDA465D9E2}"/>
              </a:ext>
            </a:extLst>
          </p:cNvPr>
          <p:cNvSpPr/>
          <p:nvPr/>
        </p:nvSpPr>
        <p:spPr>
          <a:xfrm>
            <a:off x="4045193" y="3211011"/>
            <a:ext cx="4273369" cy="1232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8360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3"/>
          <p:cNvSpPr txBox="1">
            <a:spLocks noGrp="1"/>
          </p:cNvSpPr>
          <p:nvPr>
            <p:ph type="title"/>
          </p:nvPr>
        </p:nvSpPr>
        <p:spPr>
          <a:xfrm>
            <a:off x="720000" y="234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Target variable (</a:t>
            </a:r>
            <a:r>
              <a:rPr lang="en-GB" noProof="0" dirty="0" err="1"/>
              <a:t>price_z</a:t>
            </a:r>
            <a:r>
              <a:rPr lang="en-GB" noProof="0" dirty="0"/>
              <a:t>)</a:t>
            </a:r>
          </a:p>
        </p:txBody>
      </p:sp>
      <p:pic>
        <p:nvPicPr>
          <p:cNvPr id="1459" name="Google Shape;1459;p43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-346185" y="-347852"/>
            <a:ext cx="1552574" cy="13908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1978;p57">
            <a:extLst>
              <a:ext uri="{FF2B5EF4-FFF2-40B4-BE49-F238E27FC236}">
                <a16:creationId xmlns:a16="http://schemas.microsoft.com/office/drawing/2014/main" id="{A4036460-52D6-3A60-F048-4B61A458E7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1392547"/>
              </p:ext>
            </p:extLst>
          </p:nvPr>
        </p:nvGraphicFramePr>
        <p:xfrm>
          <a:off x="5969889" y="2943019"/>
          <a:ext cx="2205662" cy="1965780"/>
        </p:xfrm>
        <a:graphic>
          <a:graphicData uri="http://schemas.openxmlformats.org/drawingml/2006/table">
            <a:tbl>
              <a:tblPr>
                <a:noFill/>
                <a:tableStyleId>{383C08AE-442E-47A8-9BE5-366777A7F655}</a:tableStyleId>
              </a:tblPr>
              <a:tblGrid>
                <a:gridCol w="1246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measure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value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mean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784 808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median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690 193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standard error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430 165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skewness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1.84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83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kurtosis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5.2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36157"/>
                  </a:ext>
                </a:extLst>
              </a:tr>
            </a:tbl>
          </a:graphicData>
        </a:graphic>
      </p:graphicFrame>
      <p:pic>
        <p:nvPicPr>
          <p:cNvPr id="9" name="Obraz 8">
            <a:extLst>
              <a:ext uri="{FF2B5EF4-FFF2-40B4-BE49-F238E27FC236}">
                <a16:creationId xmlns:a16="http://schemas.microsoft.com/office/drawing/2014/main" id="{C8D8082B-8509-4836-1DB8-2C781C1CE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67" y="1530343"/>
            <a:ext cx="4417392" cy="2419783"/>
          </a:xfrm>
          <a:prstGeom prst="rect">
            <a:avLst/>
          </a:prstGeom>
        </p:spPr>
      </p:pic>
      <p:sp>
        <p:nvSpPr>
          <p:cNvPr id="15" name="Google Shape;1444;p43">
            <a:extLst>
              <a:ext uri="{FF2B5EF4-FFF2-40B4-BE49-F238E27FC236}">
                <a16:creationId xmlns:a16="http://schemas.microsoft.com/office/drawing/2014/main" id="{5AF8DA2B-81BE-FE30-3480-CA7151CDFE93}"/>
              </a:ext>
            </a:extLst>
          </p:cNvPr>
          <p:cNvSpPr txBox="1">
            <a:spLocks/>
          </p:cNvSpPr>
          <p:nvPr/>
        </p:nvSpPr>
        <p:spPr>
          <a:xfrm>
            <a:off x="4931988" y="1525801"/>
            <a:ext cx="3991688" cy="125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positively skewed (long right tail)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mean &gt; median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leptokurtic distribution </a:t>
            </a:r>
            <a:br>
              <a:rPr lang="en-GB" noProof="0" dirty="0"/>
            </a:br>
            <a:r>
              <a:rPr lang="en-GB" noProof="0" dirty="0"/>
              <a:t>(sharp peak + heavier tails)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high standard error</a:t>
            </a:r>
          </a:p>
        </p:txBody>
      </p:sp>
      <p:sp>
        <p:nvSpPr>
          <p:cNvPr id="16" name="Google Shape;1446;p43">
            <a:extLst>
              <a:ext uri="{FF2B5EF4-FFF2-40B4-BE49-F238E27FC236}">
                <a16:creationId xmlns:a16="http://schemas.microsoft.com/office/drawing/2014/main" id="{147203C8-FDF3-CDAD-5D7C-6953C1410D07}"/>
              </a:ext>
            </a:extLst>
          </p:cNvPr>
          <p:cNvSpPr txBox="1">
            <a:spLocks/>
          </p:cNvSpPr>
          <p:nvPr/>
        </p:nvSpPr>
        <p:spPr>
          <a:xfrm>
            <a:off x="5775060" y="1084029"/>
            <a:ext cx="250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noProof="0" dirty="0"/>
              <a:t>Characteristics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>
          <a:extLst>
            <a:ext uri="{FF2B5EF4-FFF2-40B4-BE49-F238E27FC236}">
              <a16:creationId xmlns:a16="http://schemas.microsoft.com/office/drawing/2014/main" id="{A4FCEDCB-3E1F-0358-43DB-ADFF79D1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3">
            <a:extLst>
              <a:ext uri="{FF2B5EF4-FFF2-40B4-BE49-F238E27FC236}">
                <a16:creationId xmlns:a16="http://schemas.microsoft.com/office/drawing/2014/main" id="{DD0B6DEC-CD3C-C6C5-297D-2A0F74295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4172" y="234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NEW Target variable (</a:t>
            </a:r>
            <a:r>
              <a:rPr lang="en-GB" noProof="0" dirty="0" err="1"/>
              <a:t>log_price</a:t>
            </a:r>
            <a:r>
              <a:rPr lang="en-GB" noProof="0" dirty="0"/>
              <a:t>)</a:t>
            </a:r>
          </a:p>
        </p:txBody>
      </p:sp>
      <p:sp>
        <p:nvSpPr>
          <p:cNvPr id="1444" name="Google Shape;1444;p43">
            <a:extLst>
              <a:ext uri="{FF2B5EF4-FFF2-40B4-BE49-F238E27FC236}">
                <a16:creationId xmlns:a16="http://schemas.microsoft.com/office/drawing/2014/main" id="{AA28BCE9-B3C3-A4D6-21B0-E0987E0777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85158" y="1471497"/>
            <a:ext cx="3694276" cy="1353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normal distribution shape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mean ~ median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low standard error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very low values of skewness and kurtosis</a:t>
            </a:r>
          </a:p>
        </p:txBody>
      </p:sp>
      <p:sp>
        <p:nvSpPr>
          <p:cNvPr id="1446" name="Google Shape;1446;p43">
            <a:extLst>
              <a:ext uri="{FF2B5EF4-FFF2-40B4-BE49-F238E27FC236}">
                <a16:creationId xmlns:a16="http://schemas.microsoft.com/office/drawing/2014/main" id="{F9064B7A-87BA-A34E-E752-DCF433AEE54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955700" y="1130559"/>
            <a:ext cx="313406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New characteristics</a:t>
            </a:r>
          </a:p>
        </p:txBody>
      </p:sp>
      <p:graphicFrame>
        <p:nvGraphicFramePr>
          <p:cNvPr id="7" name="Google Shape;1978;p57">
            <a:extLst>
              <a:ext uri="{FF2B5EF4-FFF2-40B4-BE49-F238E27FC236}">
                <a16:creationId xmlns:a16="http://schemas.microsoft.com/office/drawing/2014/main" id="{4C86A94F-903E-192D-A4EE-5BD844C29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5181"/>
              </p:ext>
            </p:extLst>
          </p:nvPr>
        </p:nvGraphicFramePr>
        <p:xfrm>
          <a:off x="6263865" y="2825317"/>
          <a:ext cx="2505600" cy="2148660"/>
        </p:xfrm>
        <a:graphic>
          <a:graphicData uri="http://schemas.openxmlformats.org/drawingml/2006/table">
            <a:tbl>
              <a:tblPr>
                <a:noFill/>
                <a:tableStyleId>{383C08AE-442E-47A8-9BE5-366777A7F655}</a:tableStyleId>
              </a:tblPr>
              <a:tblGrid>
                <a:gridCol w="105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798">
                  <a:extLst>
                    <a:ext uri="{9D8B030D-6E8A-4147-A177-3AD203B41FA5}">
                      <a16:colId xmlns:a16="http://schemas.microsoft.com/office/drawing/2014/main" val="324022628"/>
                    </a:ext>
                  </a:extLst>
                </a:gridCol>
              </a:tblGrid>
              <a:tr h="4129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measure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value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log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value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8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mean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784 808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13.45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8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median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690 193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13.44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07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standard error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430 165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8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skewness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1.84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83639"/>
                  </a:ext>
                </a:extLst>
              </a:tr>
              <a:tr h="2408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kurtosis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5.2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0.12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36157"/>
                  </a:ext>
                </a:extLst>
              </a:tr>
            </a:tbl>
          </a:graphicData>
        </a:graphic>
      </p:graphicFrame>
      <p:pic>
        <p:nvPicPr>
          <p:cNvPr id="9" name="Obraz 8">
            <a:extLst>
              <a:ext uri="{FF2B5EF4-FFF2-40B4-BE49-F238E27FC236}">
                <a16:creationId xmlns:a16="http://schemas.microsoft.com/office/drawing/2014/main" id="{639807CC-B50F-8CBE-7E14-2E3203A27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31" y="1183389"/>
            <a:ext cx="1915885" cy="104949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28BA5BC-0D13-31F8-A8EC-3552E4823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04" y="2479031"/>
            <a:ext cx="3889023" cy="2130350"/>
          </a:xfrm>
          <a:prstGeom prst="rect">
            <a:avLst/>
          </a:prstGeom>
        </p:spPr>
      </p:pic>
      <p:sp>
        <p:nvSpPr>
          <p:cNvPr id="2" name="Wygięta strzałka 1">
            <a:extLst>
              <a:ext uri="{FF2B5EF4-FFF2-40B4-BE49-F238E27FC236}">
                <a16:creationId xmlns:a16="http://schemas.microsoft.com/office/drawing/2014/main" id="{11447A21-74F3-92C0-96F2-DA47B315C3A9}"/>
              </a:ext>
            </a:extLst>
          </p:cNvPr>
          <p:cNvSpPr/>
          <p:nvPr/>
        </p:nvSpPr>
        <p:spPr>
          <a:xfrm rot="5400000">
            <a:off x="2452628" y="1517895"/>
            <a:ext cx="706076" cy="723900"/>
          </a:xfrm>
          <a:prstGeom prst="bentArrow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78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C49D71-855B-0373-D926-2CF327C8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Impact of the number of rooms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A63102D-431A-1A42-0EC6-AAA97D6D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2981"/>
            <a:ext cx="3713388" cy="2586987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apartment prices generally </a:t>
            </a:r>
            <a:r>
              <a:rPr lang="en-GB" b="1" noProof="0" dirty="0"/>
              <a:t>increase</a:t>
            </a:r>
            <a:r>
              <a:rPr lang="en-GB" noProof="0" dirty="0"/>
              <a:t> with the number of rooms.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price variability grows with more rooms (especially from 4 rooms onward)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outliers are present for all room counts; with many extremely high prices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8D660EE-18B3-8CFA-BEB7-37F8D489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977" y="1562981"/>
            <a:ext cx="4963886" cy="25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82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5B50BB-4FF0-081B-D836-D5FEFC23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1000"/>
            <a:ext cx="7704000" cy="572700"/>
          </a:xfrm>
        </p:spPr>
        <p:txBody>
          <a:bodyPr/>
          <a:lstStyle/>
          <a:p>
            <a:r>
              <a:rPr lang="en-GB" noProof="0" dirty="0"/>
              <a:t>Effect of apartment’s amenities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D6904D-B333-5E70-D106-6612E4CEB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1906" y="1034991"/>
            <a:ext cx="3556250" cy="1576456"/>
          </a:xfrm>
        </p:spPr>
        <p:txBody>
          <a:bodyPr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200" noProof="0" dirty="0"/>
              <a:t>no significant difference on Parking, Balcony, Top Floor plots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200" noProof="0" dirty="0"/>
              <a:t>apartments with Lift or Security were slightly more expensive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200" noProof="0" dirty="0"/>
              <a:t>apartments with Storage were cheaper than without it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200" noProof="0" dirty="0"/>
              <a:t>apartments with all amenities were more expensive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GB" sz="1200" noProof="0" dirty="0"/>
          </a:p>
          <a:p>
            <a:endParaRPr lang="en-GB" sz="1200" noProof="0" dirty="0"/>
          </a:p>
        </p:txBody>
      </p:sp>
      <p:sp>
        <p:nvSpPr>
          <p:cNvPr id="4" name="Podtytuł 3">
            <a:extLst>
              <a:ext uri="{FF2B5EF4-FFF2-40B4-BE49-F238E27FC236}">
                <a16:creationId xmlns:a16="http://schemas.microsoft.com/office/drawing/2014/main" id="{4D2BDC05-60ED-F416-4B6D-9F68CA69F0C2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Podtytuł 5">
            <a:extLst>
              <a:ext uri="{FF2B5EF4-FFF2-40B4-BE49-F238E27FC236}">
                <a16:creationId xmlns:a16="http://schemas.microsoft.com/office/drawing/2014/main" id="{47386CE1-DE83-7E4C-4AB6-A2968507B8B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B623F3A-0720-6A87-B819-6B67566E3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44524"/>
            <a:ext cx="4572698" cy="341797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F62F5359-F593-67D3-C8D4-A1A525CDB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559" y="2727841"/>
            <a:ext cx="2789749" cy="220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64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8D4664-9F38-39B6-6841-1E88DFEC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Dive into built years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3F8B35-72E3-0560-34DC-1F2160209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938" y="3725822"/>
            <a:ext cx="6260123" cy="1338548"/>
          </a:xfrm>
        </p:spPr>
        <p:txBody>
          <a:bodyPr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most apartments were built between 1990-2000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almost no buildings from times of WW2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noProof="0" dirty="0"/>
              <a:t>apartments in new buildings were more expensive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30738BA-5B53-157F-DDA0-0939C77F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7" y="1436139"/>
            <a:ext cx="4859188" cy="2065504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5FDB1E15-7EA0-916B-410E-D05F39A65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37" y="1436139"/>
            <a:ext cx="2703006" cy="21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3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FDC9A8BA-1D6D-C364-A708-DCEB43D9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66CDAC0B-46B3-D047-5CCB-24F23B52431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114" y="1039048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02</a:t>
            </a:r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ABF8DD69-771A-30BD-5156-75F9019972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532E31A1-EACD-7223-24FC-2EADA9C741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E1C3E51C-D4B2-B515-5944-FEE52D013C5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6000BB80-EBDA-5F0F-4952-233A04A7891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D51B91BF-0BFD-494E-68A2-09624ABCF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2068553"/>
            <a:ext cx="7759971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noProof="0" dirty="0"/>
              <a:t>FEATURE ENGINEERING</a:t>
            </a:r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814C0876-4DD5-F3D8-4627-0CFB382BF664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AD7E14E2-3D82-CA75-B5BE-18CE63F7890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5E48AE64-2C39-2AEE-8340-02D3D033C96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2282EA82-AB83-B01A-4B29-2680DFE48A83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DC6D5E53-0B1D-5C2F-BBFC-CACA7E78D23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77E2873D-18E3-1072-CAA7-4D1229E976A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77DDE250-B21E-26B2-98B0-77F6A175E094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7E69D627-17A5-A5CF-5A50-3F4301F82B9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6CDC771C-3F01-C5B1-26C8-A5B455B9FCD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29F51A16-FEE7-23A3-C1E9-0805B1302CF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4841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39"/>
          <p:cNvSpPr/>
          <p:nvPr/>
        </p:nvSpPr>
        <p:spPr>
          <a:xfrm rot="5400000">
            <a:off x="1898256" y="1190921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322" name="Google Shape;1322;p39"/>
          <p:cNvSpPr/>
          <p:nvPr/>
        </p:nvSpPr>
        <p:spPr>
          <a:xfrm rot="5400000">
            <a:off x="6289646" y="1182848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324" name="Google Shape;1324;p39"/>
          <p:cNvSpPr txBox="1">
            <a:spLocks noGrp="1"/>
          </p:cNvSpPr>
          <p:nvPr>
            <p:ph type="title"/>
          </p:nvPr>
        </p:nvSpPr>
        <p:spPr>
          <a:xfrm>
            <a:off x="720000" y="-310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EXAMPLES OF </a:t>
            </a:r>
            <a:br>
              <a:rPr lang="en-GB" noProof="0" dirty="0"/>
            </a:br>
            <a:r>
              <a:rPr lang="en-GB" noProof="0" dirty="0"/>
              <a:t>FEATURE ENGINEERING</a:t>
            </a:r>
          </a:p>
        </p:txBody>
      </p:sp>
      <p:sp>
        <p:nvSpPr>
          <p:cNvPr id="1325" name="Google Shape;1325;p39"/>
          <p:cNvSpPr txBox="1">
            <a:spLocks noGrp="1"/>
          </p:cNvSpPr>
          <p:nvPr>
            <p:ph type="subTitle" idx="1"/>
          </p:nvPr>
        </p:nvSpPr>
        <p:spPr>
          <a:xfrm>
            <a:off x="907799" y="2596633"/>
            <a:ext cx="2929915" cy="6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Creating new variables based on existing ones</a:t>
            </a:r>
          </a:p>
        </p:txBody>
      </p:sp>
      <p:sp>
        <p:nvSpPr>
          <p:cNvPr id="1326" name="Google Shape;1326;p39"/>
          <p:cNvSpPr txBox="1">
            <a:spLocks noGrp="1"/>
          </p:cNvSpPr>
          <p:nvPr>
            <p:ph type="subTitle" idx="2"/>
          </p:nvPr>
        </p:nvSpPr>
        <p:spPr>
          <a:xfrm>
            <a:off x="5302942" y="2645165"/>
            <a:ext cx="2856871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Coding categorical variables as distinct columns</a:t>
            </a:r>
          </a:p>
        </p:txBody>
      </p:sp>
      <p:sp>
        <p:nvSpPr>
          <p:cNvPr id="1328" name="Google Shape;1328;p39"/>
          <p:cNvSpPr txBox="1">
            <a:spLocks noGrp="1"/>
          </p:cNvSpPr>
          <p:nvPr>
            <p:ph type="subTitle" idx="4"/>
          </p:nvPr>
        </p:nvSpPr>
        <p:spPr>
          <a:xfrm>
            <a:off x="986628" y="2183092"/>
            <a:ext cx="2772259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NEW VARIABLES</a:t>
            </a:r>
          </a:p>
        </p:txBody>
      </p:sp>
      <p:sp>
        <p:nvSpPr>
          <p:cNvPr id="1329" name="Google Shape;1329;p39"/>
          <p:cNvSpPr txBox="1">
            <a:spLocks noGrp="1"/>
          </p:cNvSpPr>
          <p:nvPr>
            <p:ph type="subTitle" idx="5"/>
          </p:nvPr>
        </p:nvSpPr>
        <p:spPr>
          <a:xfrm>
            <a:off x="5056949" y="2180702"/>
            <a:ext cx="3263352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ONE-HOT ENCODING</a:t>
            </a:r>
          </a:p>
        </p:txBody>
      </p:sp>
      <p:grpSp>
        <p:nvGrpSpPr>
          <p:cNvPr id="1331" name="Google Shape;1331;p39"/>
          <p:cNvGrpSpPr/>
          <p:nvPr/>
        </p:nvGrpSpPr>
        <p:grpSpPr>
          <a:xfrm>
            <a:off x="2110535" y="1304210"/>
            <a:ext cx="531542" cy="602023"/>
            <a:chOff x="4020665" y="1431080"/>
            <a:chExt cx="531542" cy="602023"/>
          </a:xfrm>
        </p:grpSpPr>
        <p:sp>
          <p:nvSpPr>
            <p:cNvPr id="1332" name="Google Shape;1332;p39"/>
            <p:cNvSpPr/>
            <p:nvPr/>
          </p:nvSpPr>
          <p:spPr>
            <a:xfrm>
              <a:off x="4094363" y="1495524"/>
              <a:ext cx="457844" cy="537579"/>
            </a:xfrm>
            <a:custGeom>
              <a:avLst/>
              <a:gdLst/>
              <a:ahLst/>
              <a:cxnLst/>
              <a:rect l="l" t="t" r="r" b="b"/>
              <a:pathLst>
                <a:path w="13804" h="16208" extrusionOk="0">
                  <a:moveTo>
                    <a:pt x="10670" y="532"/>
                  </a:moveTo>
                  <a:lnTo>
                    <a:pt x="10670" y="973"/>
                  </a:lnTo>
                  <a:cubicBezTo>
                    <a:pt x="10670" y="1181"/>
                    <a:pt x="10810" y="1383"/>
                    <a:pt x="11006" y="1455"/>
                  </a:cubicBezTo>
                  <a:lnTo>
                    <a:pt x="11230" y="1549"/>
                  </a:lnTo>
                  <a:cubicBezTo>
                    <a:pt x="11294" y="1579"/>
                    <a:pt x="11367" y="1594"/>
                    <a:pt x="11441" y="1594"/>
                  </a:cubicBezTo>
                  <a:cubicBezTo>
                    <a:pt x="11582" y="1594"/>
                    <a:pt x="11717" y="1540"/>
                    <a:pt x="11810" y="1446"/>
                  </a:cubicBezTo>
                  <a:lnTo>
                    <a:pt x="12117" y="1137"/>
                  </a:lnTo>
                  <a:lnTo>
                    <a:pt x="12674" y="1697"/>
                  </a:lnTo>
                  <a:lnTo>
                    <a:pt x="12364" y="2009"/>
                  </a:lnTo>
                  <a:cubicBezTo>
                    <a:pt x="12217" y="2157"/>
                    <a:pt x="12175" y="2399"/>
                    <a:pt x="12262" y="2588"/>
                  </a:cubicBezTo>
                  <a:lnTo>
                    <a:pt x="12355" y="2815"/>
                  </a:lnTo>
                  <a:cubicBezTo>
                    <a:pt x="12426" y="3012"/>
                    <a:pt x="12628" y="3154"/>
                    <a:pt x="12838" y="3154"/>
                  </a:cubicBezTo>
                  <a:lnTo>
                    <a:pt x="13271" y="3154"/>
                  </a:lnTo>
                  <a:lnTo>
                    <a:pt x="13271" y="3948"/>
                  </a:lnTo>
                  <a:lnTo>
                    <a:pt x="12838" y="3948"/>
                  </a:lnTo>
                  <a:cubicBezTo>
                    <a:pt x="12629" y="3948"/>
                    <a:pt x="12426" y="4090"/>
                    <a:pt x="12355" y="4287"/>
                  </a:cubicBezTo>
                  <a:lnTo>
                    <a:pt x="12262" y="4514"/>
                  </a:lnTo>
                  <a:cubicBezTo>
                    <a:pt x="12175" y="4703"/>
                    <a:pt x="12217" y="4945"/>
                    <a:pt x="12364" y="5093"/>
                  </a:cubicBezTo>
                  <a:lnTo>
                    <a:pt x="12674" y="5405"/>
                  </a:lnTo>
                  <a:lnTo>
                    <a:pt x="12117" y="5966"/>
                  </a:lnTo>
                  <a:lnTo>
                    <a:pt x="11810" y="5656"/>
                  </a:lnTo>
                  <a:cubicBezTo>
                    <a:pt x="11717" y="5562"/>
                    <a:pt x="11582" y="5508"/>
                    <a:pt x="11441" y="5508"/>
                  </a:cubicBezTo>
                  <a:cubicBezTo>
                    <a:pt x="11367" y="5508"/>
                    <a:pt x="11294" y="5523"/>
                    <a:pt x="11230" y="5553"/>
                  </a:cubicBezTo>
                  <a:lnTo>
                    <a:pt x="11006" y="5647"/>
                  </a:lnTo>
                  <a:cubicBezTo>
                    <a:pt x="10811" y="5718"/>
                    <a:pt x="10670" y="5921"/>
                    <a:pt x="10670" y="6129"/>
                  </a:cubicBezTo>
                  <a:lnTo>
                    <a:pt x="10670" y="6570"/>
                  </a:lnTo>
                  <a:lnTo>
                    <a:pt x="9885" y="6570"/>
                  </a:lnTo>
                  <a:lnTo>
                    <a:pt x="9885" y="6129"/>
                  </a:lnTo>
                  <a:cubicBezTo>
                    <a:pt x="9885" y="5921"/>
                    <a:pt x="9745" y="5718"/>
                    <a:pt x="9548" y="5647"/>
                  </a:cubicBezTo>
                  <a:lnTo>
                    <a:pt x="9325" y="5553"/>
                  </a:lnTo>
                  <a:cubicBezTo>
                    <a:pt x="9261" y="5523"/>
                    <a:pt x="9189" y="5508"/>
                    <a:pt x="9114" y="5508"/>
                  </a:cubicBezTo>
                  <a:cubicBezTo>
                    <a:pt x="8972" y="5508"/>
                    <a:pt x="8838" y="5562"/>
                    <a:pt x="8745" y="5656"/>
                  </a:cubicBezTo>
                  <a:lnTo>
                    <a:pt x="8438" y="5966"/>
                  </a:lnTo>
                  <a:lnTo>
                    <a:pt x="7882" y="5405"/>
                  </a:lnTo>
                  <a:lnTo>
                    <a:pt x="8191" y="5093"/>
                  </a:lnTo>
                  <a:cubicBezTo>
                    <a:pt x="8338" y="4945"/>
                    <a:pt x="8380" y="4703"/>
                    <a:pt x="8293" y="4513"/>
                  </a:cubicBezTo>
                  <a:lnTo>
                    <a:pt x="8200" y="4287"/>
                  </a:lnTo>
                  <a:cubicBezTo>
                    <a:pt x="8129" y="4090"/>
                    <a:pt x="7927" y="3948"/>
                    <a:pt x="7717" y="3948"/>
                  </a:cubicBezTo>
                  <a:lnTo>
                    <a:pt x="7283" y="3948"/>
                  </a:lnTo>
                  <a:lnTo>
                    <a:pt x="7283" y="3154"/>
                  </a:lnTo>
                  <a:lnTo>
                    <a:pt x="7717" y="3154"/>
                  </a:lnTo>
                  <a:cubicBezTo>
                    <a:pt x="7927" y="3154"/>
                    <a:pt x="8129" y="3012"/>
                    <a:pt x="8200" y="2815"/>
                  </a:cubicBezTo>
                  <a:lnTo>
                    <a:pt x="8293" y="2588"/>
                  </a:lnTo>
                  <a:cubicBezTo>
                    <a:pt x="8380" y="2399"/>
                    <a:pt x="8338" y="2157"/>
                    <a:pt x="8191" y="2009"/>
                  </a:cubicBezTo>
                  <a:lnTo>
                    <a:pt x="7881" y="1697"/>
                  </a:lnTo>
                  <a:lnTo>
                    <a:pt x="8438" y="1136"/>
                  </a:lnTo>
                  <a:lnTo>
                    <a:pt x="8745" y="1446"/>
                  </a:lnTo>
                  <a:cubicBezTo>
                    <a:pt x="8838" y="1540"/>
                    <a:pt x="8972" y="1594"/>
                    <a:pt x="9114" y="1594"/>
                  </a:cubicBezTo>
                  <a:cubicBezTo>
                    <a:pt x="9188" y="1594"/>
                    <a:pt x="9261" y="1579"/>
                    <a:pt x="9325" y="1549"/>
                  </a:cubicBezTo>
                  <a:lnTo>
                    <a:pt x="9548" y="1455"/>
                  </a:lnTo>
                  <a:cubicBezTo>
                    <a:pt x="9744" y="1383"/>
                    <a:pt x="9885" y="1181"/>
                    <a:pt x="9885" y="973"/>
                  </a:cubicBezTo>
                  <a:lnTo>
                    <a:pt x="9885" y="532"/>
                  </a:lnTo>
                  <a:close/>
                  <a:moveTo>
                    <a:pt x="4565" y="7569"/>
                  </a:moveTo>
                  <a:lnTo>
                    <a:pt x="4919" y="7925"/>
                  </a:lnTo>
                  <a:lnTo>
                    <a:pt x="4559" y="8288"/>
                  </a:lnTo>
                  <a:lnTo>
                    <a:pt x="4204" y="7931"/>
                  </a:lnTo>
                  <a:lnTo>
                    <a:pt x="4565" y="7569"/>
                  </a:lnTo>
                  <a:close/>
                  <a:moveTo>
                    <a:pt x="8369" y="8852"/>
                  </a:moveTo>
                  <a:lnTo>
                    <a:pt x="8369" y="9367"/>
                  </a:lnTo>
                  <a:lnTo>
                    <a:pt x="7870" y="9367"/>
                  </a:lnTo>
                  <a:lnTo>
                    <a:pt x="7870" y="8852"/>
                  </a:lnTo>
                  <a:close/>
                  <a:moveTo>
                    <a:pt x="5045" y="9926"/>
                  </a:moveTo>
                  <a:lnTo>
                    <a:pt x="5045" y="10441"/>
                  </a:lnTo>
                  <a:lnTo>
                    <a:pt x="4546" y="10441"/>
                  </a:lnTo>
                  <a:lnTo>
                    <a:pt x="4546" y="9926"/>
                  </a:lnTo>
                  <a:close/>
                  <a:moveTo>
                    <a:pt x="8185" y="13407"/>
                  </a:moveTo>
                  <a:cubicBezTo>
                    <a:pt x="8233" y="13407"/>
                    <a:pt x="8273" y="13448"/>
                    <a:pt x="8273" y="13495"/>
                  </a:cubicBezTo>
                  <a:lnTo>
                    <a:pt x="8273" y="14072"/>
                  </a:lnTo>
                  <a:cubicBezTo>
                    <a:pt x="8273" y="14120"/>
                    <a:pt x="8233" y="14160"/>
                    <a:pt x="8185" y="14160"/>
                  </a:cubicBezTo>
                  <a:lnTo>
                    <a:pt x="3845" y="14160"/>
                  </a:lnTo>
                  <a:cubicBezTo>
                    <a:pt x="3797" y="14160"/>
                    <a:pt x="3756" y="14120"/>
                    <a:pt x="3756" y="14072"/>
                  </a:cubicBezTo>
                  <a:lnTo>
                    <a:pt x="3756" y="13495"/>
                  </a:lnTo>
                  <a:cubicBezTo>
                    <a:pt x="3756" y="13448"/>
                    <a:pt x="3797" y="13407"/>
                    <a:pt x="3845" y="13407"/>
                  </a:cubicBezTo>
                  <a:close/>
                  <a:moveTo>
                    <a:pt x="7265" y="14692"/>
                  </a:moveTo>
                  <a:lnTo>
                    <a:pt x="7265" y="14887"/>
                  </a:lnTo>
                  <a:lnTo>
                    <a:pt x="4764" y="14887"/>
                  </a:lnTo>
                  <a:lnTo>
                    <a:pt x="4764" y="14692"/>
                  </a:lnTo>
                  <a:close/>
                  <a:moveTo>
                    <a:pt x="7265" y="15419"/>
                  </a:moveTo>
                  <a:lnTo>
                    <a:pt x="7265" y="15626"/>
                  </a:lnTo>
                  <a:cubicBezTo>
                    <a:pt x="7265" y="15653"/>
                    <a:pt x="7242" y="15676"/>
                    <a:pt x="7217" y="15676"/>
                  </a:cubicBezTo>
                  <a:lnTo>
                    <a:pt x="4812" y="15676"/>
                  </a:lnTo>
                  <a:cubicBezTo>
                    <a:pt x="4786" y="15676"/>
                    <a:pt x="4764" y="15653"/>
                    <a:pt x="4764" y="15626"/>
                  </a:cubicBezTo>
                  <a:lnTo>
                    <a:pt x="4764" y="15419"/>
                  </a:lnTo>
                  <a:close/>
                  <a:moveTo>
                    <a:pt x="9797" y="0"/>
                  </a:moveTo>
                  <a:cubicBezTo>
                    <a:pt x="9553" y="0"/>
                    <a:pt x="9353" y="199"/>
                    <a:pt x="9353" y="443"/>
                  </a:cubicBezTo>
                  <a:lnTo>
                    <a:pt x="9353" y="960"/>
                  </a:lnTo>
                  <a:lnTo>
                    <a:pt x="9353" y="962"/>
                  </a:lnTo>
                  <a:cubicBezTo>
                    <a:pt x="9352" y="962"/>
                    <a:pt x="9351" y="963"/>
                    <a:pt x="9350" y="963"/>
                  </a:cubicBezTo>
                  <a:lnTo>
                    <a:pt x="9115" y="1060"/>
                  </a:lnTo>
                  <a:cubicBezTo>
                    <a:pt x="9114" y="1061"/>
                    <a:pt x="9113" y="1061"/>
                    <a:pt x="9112" y="1061"/>
                  </a:cubicBezTo>
                  <a:lnTo>
                    <a:pt x="8752" y="698"/>
                  </a:lnTo>
                  <a:cubicBezTo>
                    <a:pt x="8668" y="613"/>
                    <a:pt x="8557" y="567"/>
                    <a:pt x="8438" y="567"/>
                  </a:cubicBezTo>
                  <a:cubicBezTo>
                    <a:pt x="8322" y="567"/>
                    <a:pt x="8213" y="612"/>
                    <a:pt x="8130" y="693"/>
                  </a:cubicBezTo>
                  <a:cubicBezTo>
                    <a:pt x="7471" y="443"/>
                    <a:pt x="6759" y="305"/>
                    <a:pt x="6014" y="305"/>
                  </a:cubicBezTo>
                  <a:cubicBezTo>
                    <a:pt x="2698" y="305"/>
                    <a:pt x="1" y="3023"/>
                    <a:pt x="1" y="6363"/>
                  </a:cubicBezTo>
                  <a:cubicBezTo>
                    <a:pt x="1" y="7600"/>
                    <a:pt x="368" y="8791"/>
                    <a:pt x="1066" y="9805"/>
                  </a:cubicBezTo>
                  <a:cubicBezTo>
                    <a:pt x="1711" y="10746"/>
                    <a:pt x="2595" y="11476"/>
                    <a:pt x="3631" y="11927"/>
                  </a:cubicBezTo>
                  <a:lnTo>
                    <a:pt x="3631" y="12914"/>
                  </a:lnTo>
                  <a:cubicBezTo>
                    <a:pt x="3394" y="13001"/>
                    <a:pt x="3224" y="13228"/>
                    <a:pt x="3224" y="13495"/>
                  </a:cubicBezTo>
                  <a:lnTo>
                    <a:pt x="3224" y="14072"/>
                  </a:lnTo>
                  <a:cubicBezTo>
                    <a:pt x="3224" y="14414"/>
                    <a:pt x="3502" y="14692"/>
                    <a:pt x="3845" y="14692"/>
                  </a:cubicBezTo>
                  <a:lnTo>
                    <a:pt x="4232" y="14692"/>
                  </a:lnTo>
                  <a:lnTo>
                    <a:pt x="4232" y="15625"/>
                  </a:lnTo>
                  <a:cubicBezTo>
                    <a:pt x="4232" y="15947"/>
                    <a:pt x="4493" y="16208"/>
                    <a:pt x="4812" y="16208"/>
                  </a:cubicBezTo>
                  <a:lnTo>
                    <a:pt x="7217" y="16208"/>
                  </a:lnTo>
                  <a:cubicBezTo>
                    <a:pt x="7537" y="16208"/>
                    <a:pt x="7797" y="15947"/>
                    <a:pt x="7797" y="15625"/>
                  </a:cubicBezTo>
                  <a:lnTo>
                    <a:pt x="7797" y="14692"/>
                  </a:lnTo>
                  <a:lnTo>
                    <a:pt x="8185" y="14692"/>
                  </a:lnTo>
                  <a:cubicBezTo>
                    <a:pt x="8527" y="14692"/>
                    <a:pt x="8805" y="14414"/>
                    <a:pt x="8805" y="14072"/>
                  </a:cubicBezTo>
                  <a:lnTo>
                    <a:pt x="8805" y="13495"/>
                  </a:lnTo>
                  <a:cubicBezTo>
                    <a:pt x="8805" y="13228"/>
                    <a:pt x="8635" y="13001"/>
                    <a:pt x="8399" y="12914"/>
                  </a:cubicBezTo>
                  <a:lnTo>
                    <a:pt x="8399" y="11927"/>
                  </a:lnTo>
                  <a:cubicBezTo>
                    <a:pt x="9745" y="11341"/>
                    <a:pt x="10827" y="10289"/>
                    <a:pt x="11455" y="8946"/>
                  </a:cubicBezTo>
                  <a:cubicBezTo>
                    <a:pt x="11518" y="8814"/>
                    <a:pt x="11460" y="8656"/>
                    <a:pt x="11328" y="8593"/>
                  </a:cubicBezTo>
                  <a:cubicBezTo>
                    <a:pt x="11291" y="8576"/>
                    <a:pt x="11253" y="8568"/>
                    <a:pt x="11215" y="8568"/>
                  </a:cubicBezTo>
                  <a:cubicBezTo>
                    <a:pt x="11115" y="8568"/>
                    <a:pt x="11019" y="8625"/>
                    <a:pt x="10974" y="8722"/>
                  </a:cubicBezTo>
                  <a:cubicBezTo>
                    <a:pt x="10434" y="9875"/>
                    <a:pt x="9527" y="10793"/>
                    <a:pt x="8398" y="11341"/>
                  </a:cubicBezTo>
                  <a:lnTo>
                    <a:pt x="8398" y="9899"/>
                  </a:lnTo>
                  <a:lnTo>
                    <a:pt x="8457" y="9899"/>
                  </a:lnTo>
                  <a:cubicBezTo>
                    <a:pt x="8701" y="9899"/>
                    <a:pt x="8901" y="9700"/>
                    <a:pt x="8901" y="9457"/>
                  </a:cubicBezTo>
                  <a:lnTo>
                    <a:pt x="8901" y="8764"/>
                  </a:lnTo>
                  <a:cubicBezTo>
                    <a:pt x="8901" y="8519"/>
                    <a:pt x="8701" y="8320"/>
                    <a:pt x="8457" y="8320"/>
                  </a:cubicBezTo>
                  <a:lnTo>
                    <a:pt x="7781" y="8320"/>
                  </a:lnTo>
                  <a:cubicBezTo>
                    <a:pt x="7537" y="8320"/>
                    <a:pt x="7338" y="8519"/>
                    <a:pt x="7338" y="8764"/>
                  </a:cubicBezTo>
                  <a:lnTo>
                    <a:pt x="7338" y="9457"/>
                  </a:lnTo>
                  <a:cubicBezTo>
                    <a:pt x="7338" y="9700"/>
                    <a:pt x="7537" y="9899"/>
                    <a:pt x="7781" y="9899"/>
                  </a:cubicBezTo>
                  <a:lnTo>
                    <a:pt x="7866" y="9899"/>
                  </a:lnTo>
                  <a:lnTo>
                    <a:pt x="7866" y="12875"/>
                  </a:lnTo>
                  <a:lnTo>
                    <a:pt x="7479" y="12875"/>
                  </a:lnTo>
                  <a:lnTo>
                    <a:pt x="7479" y="10836"/>
                  </a:lnTo>
                  <a:cubicBezTo>
                    <a:pt x="7479" y="10666"/>
                    <a:pt x="7395" y="10465"/>
                    <a:pt x="7277" y="10345"/>
                  </a:cubicBezTo>
                  <a:lnTo>
                    <a:pt x="5271" y="8324"/>
                  </a:lnTo>
                  <a:lnTo>
                    <a:pt x="5357" y="8238"/>
                  </a:lnTo>
                  <a:cubicBezTo>
                    <a:pt x="5528" y="8066"/>
                    <a:pt x="5528" y="7784"/>
                    <a:pt x="5357" y="7612"/>
                  </a:cubicBezTo>
                  <a:lnTo>
                    <a:pt x="4878" y="7129"/>
                  </a:lnTo>
                  <a:cubicBezTo>
                    <a:pt x="4795" y="7045"/>
                    <a:pt x="4683" y="6999"/>
                    <a:pt x="4565" y="6999"/>
                  </a:cubicBezTo>
                  <a:cubicBezTo>
                    <a:pt x="4446" y="6999"/>
                    <a:pt x="4334" y="7045"/>
                    <a:pt x="4250" y="7129"/>
                  </a:cubicBezTo>
                  <a:lnTo>
                    <a:pt x="3766" y="7618"/>
                  </a:lnTo>
                  <a:cubicBezTo>
                    <a:pt x="3594" y="7790"/>
                    <a:pt x="3594" y="8072"/>
                    <a:pt x="3766" y="8244"/>
                  </a:cubicBezTo>
                  <a:lnTo>
                    <a:pt x="4244" y="8727"/>
                  </a:lnTo>
                  <a:cubicBezTo>
                    <a:pt x="4329" y="8811"/>
                    <a:pt x="4439" y="8857"/>
                    <a:pt x="4559" y="8857"/>
                  </a:cubicBezTo>
                  <a:cubicBezTo>
                    <a:pt x="4677" y="8857"/>
                    <a:pt x="4789" y="8811"/>
                    <a:pt x="4872" y="8727"/>
                  </a:cubicBezTo>
                  <a:lnTo>
                    <a:pt x="4897" y="8701"/>
                  </a:lnTo>
                  <a:lnTo>
                    <a:pt x="6899" y="10720"/>
                  </a:lnTo>
                  <a:cubicBezTo>
                    <a:pt x="6919" y="10739"/>
                    <a:pt x="6947" y="10807"/>
                    <a:pt x="6947" y="10836"/>
                  </a:cubicBezTo>
                  <a:lnTo>
                    <a:pt x="6947" y="12875"/>
                  </a:lnTo>
                  <a:lnTo>
                    <a:pt x="6397" y="12875"/>
                  </a:lnTo>
                  <a:lnTo>
                    <a:pt x="6397" y="10642"/>
                  </a:lnTo>
                  <a:cubicBezTo>
                    <a:pt x="6397" y="10495"/>
                    <a:pt x="6278" y="10376"/>
                    <a:pt x="6131" y="10376"/>
                  </a:cubicBezTo>
                  <a:cubicBezTo>
                    <a:pt x="5985" y="10376"/>
                    <a:pt x="5866" y="10495"/>
                    <a:pt x="5866" y="10642"/>
                  </a:cubicBezTo>
                  <a:lnTo>
                    <a:pt x="5866" y="12875"/>
                  </a:lnTo>
                  <a:lnTo>
                    <a:pt x="5062" y="12875"/>
                  </a:lnTo>
                  <a:lnTo>
                    <a:pt x="5062" y="10973"/>
                  </a:lnTo>
                  <a:lnTo>
                    <a:pt x="5133" y="10973"/>
                  </a:lnTo>
                  <a:cubicBezTo>
                    <a:pt x="5378" y="10973"/>
                    <a:pt x="5577" y="10774"/>
                    <a:pt x="5577" y="10530"/>
                  </a:cubicBezTo>
                  <a:lnTo>
                    <a:pt x="5577" y="9838"/>
                  </a:lnTo>
                  <a:cubicBezTo>
                    <a:pt x="5577" y="9593"/>
                    <a:pt x="5378" y="9394"/>
                    <a:pt x="5133" y="9394"/>
                  </a:cubicBezTo>
                  <a:lnTo>
                    <a:pt x="4458" y="9394"/>
                  </a:lnTo>
                  <a:cubicBezTo>
                    <a:pt x="4214" y="9394"/>
                    <a:pt x="4014" y="9592"/>
                    <a:pt x="4014" y="9838"/>
                  </a:cubicBezTo>
                  <a:lnTo>
                    <a:pt x="4014" y="10530"/>
                  </a:lnTo>
                  <a:cubicBezTo>
                    <a:pt x="4014" y="10774"/>
                    <a:pt x="4214" y="10973"/>
                    <a:pt x="4458" y="10973"/>
                  </a:cubicBezTo>
                  <a:lnTo>
                    <a:pt x="4530" y="10973"/>
                  </a:lnTo>
                  <a:lnTo>
                    <a:pt x="4530" y="12875"/>
                  </a:lnTo>
                  <a:lnTo>
                    <a:pt x="4162" y="12875"/>
                  </a:lnTo>
                  <a:lnTo>
                    <a:pt x="4162" y="11749"/>
                  </a:lnTo>
                  <a:cubicBezTo>
                    <a:pt x="4162" y="11641"/>
                    <a:pt x="4096" y="11543"/>
                    <a:pt x="3995" y="11503"/>
                  </a:cubicBezTo>
                  <a:cubicBezTo>
                    <a:pt x="2986" y="11100"/>
                    <a:pt x="2124" y="10409"/>
                    <a:pt x="1503" y="9504"/>
                  </a:cubicBezTo>
                  <a:cubicBezTo>
                    <a:pt x="867" y="8579"/>
                    <a:pt x="532" y="7493"/>
                    <a:pt x="532" y="6363"/>
                  </a:cubicBezTo>
                  <a:cubicBezTo>
                    <a:pt x="532" y="3316"/>
                    <a:pt x="2991" y="837"/>
                    <a:pt x="6014" y="837"/>
                  </a:cubicBezTo>
                  <a:cubicBezTo>
                    <a:pt x="6608" y="837"/>
                    <a:pt x="7180" y="933"/>
                    <a:pt x="7715" y="1109"/>
                  </a:cubicBezTo>
                  <a:lnTo>
                    <a:pt x="7443" y="1383"/>
                  </a:lnTo>
                  <a:cubicBezTo>
                    <a:pt x="7272" y="1557"/>
                    <a:pt x="7272" y="1837"/>
                    <a:pt x="7443" y="2010"/>
                  </a:cubicBezTo>
                  <a:lnTo>
                    <a:pt x="7805" y="2375"/>
                  </a:lnTo>
                  <a:lnTo>
                    <a:pt x="7805" y="2376"/>
                  </a:lnTo>
                  <a:cubicBezTo>
                    <a:pt x="7805" y="2377"/>
                    <a:pt x="7804" y="2379"/>
                    <a:pt x="7803" y="2380"/>
                  </a:cubicBezTo>
                  <a:lnTo>
                    <a:pt x="7705" y="2620"/>
                  </a:lnTo>
                  <a:cubicBezTo>
                    <a:pt x="7705" y="2621"/>
                    <a:pt x="7704" y="2622"/>
                    <a:pt x="7704" y="2623"/>
                  </a:cubicBezTo>
                  <a:lnTo>
                    <a:pt x="7194" y="2623"/>
                  </a:lnTo>
                  <a:cubicBezTo>
                    <a:pt x="6950" y="2623"/>
                    <a:pt x="6752" y="2821"/>
                    <a:pt x="6752" y="3065"/>
                  </a:cubicBezTo>
                  <a:lnTo>
                    <a:pt x="6752" y="4037"/>
                  </a:lnTo>
                  <a:cubicBezTo>
                    <a:pt x="6752" y="4281"/>
                    <a:pt x="6950" y="4480"/>
                    <a:pt x="7194" y="4480"/>
                  </a:cubicBezTo>
                  <a:lnTo>
                    <a:pt x="7704" y="4480"/>
                  </a:lnTo>
                  <a:cubicBezTo>
                    <a:pt x="7705" y="4481"/>
                    <a:pt x="7705" y="4481"/>
                    <a:pt x="7705" y="4482"/>
                  </a:cubicBezTo>
                  <a:lnTo>
                    <a:pt x="7803" y="4721"/>
                  </a:lnTo>
                  <a:cubicBezTo>
                    <a:pt x="7804" y="4722"/>
                    <a:pt x="7805" y="4725"/>
                    <a:pt x="7805" y="4726"/>
                  </a:cubicBezTo>
                  <a:lnTo>
                    <a:pt x="7805" y="4727"/>
                  </a:lnTo>
                  <a:lnTo>
                    <a:pt x="7443" y="5092"/>
                  </a:lnTo>
                  <a:cubicBezTo>
                    <a:pt x="7272" y="5265"/>
                    <a:pt x="7271" y="5546"/>
                    <a:pt x="7443" y="5718"/>
                  </a:cubicBezTo>
                  <a:lnTo>
                    <a:pt x="8123" y="6404"/>
                  </a:lnTo>
                  <a:cubicBezTo>
                    <a:pt x="8208" y="6488"/>
                    <a:pt x="8318" y="6535"/>
                    <a:pt x="8438" y="6535"/>
                  </a:cubicBezTo>
                  <a:cubicBezTo>
                    <a:pt x="8556" y="6535"/>
                    <a:pt x="8668" y="6488"/>
                    <a:pt x="8751" y="6404"/>
                  </a:cubicBezTo>
                  <a:lnTo>
                    <a:pt x="9112" y="6041"/>
                  </a:lnTo>
                  <a:cubicBezTo>
                    <a:pt x="9113" y="6041"/>
                    <a:pt x="9113" y="6041"/>
                    <a:pt x="9114" y="6042"/>
                  </a:cubicBezTo>
                  <a:lnTo>
                    <a:pt x="9349" y="6139"/>
                  </a:lnTo>
                  <a:cubicBezTo>
                    <a:pt x="9350" y="6140"/>
                    <a:pt x="9352" y="6140"/>
                    <a:pt x="9353" y="6141"/>
                  </a:cubicBezTo>
                  <a:lnTo>
                    <a:pt x="9353" y="6659"/>
                  </a:lnTo>
                  <a:cubicBezTo>
                    <a:pt x="9353" y="6903"/>
                    <a:pt x="9552" y="7101"/>
                    <a:pt x="9796" y="7101"/>
                  </a:cubicBezTo>
                  <a:lnTo>
                    <a:pt x="10758" y="7101"/>
                  </a:lnTo>
                  <a:cubicBezTo>
                    <a:pt x="11002" y="7101"/>
                    <a:pt x="11201" y="6903"/>
                    <a:pt x="11201" y="6659"/>
                  </a:cubicBezTo>
                  <a:lnTo>
                    <a:pt x="11201" y="6141"/>
                  </a:lnTo>
                  <a:lnTo>
                    <a:pt x="11202" y="6141"/>
                  </a:lnTo>
                  <a:cubicBezTo>
                    <a:pt x="11203" y="6140"/>
                    <a:pt x="11204" y="6140"/>
                    <a:pt x="11205" y="6139"/>
                  </a:cubicBezTo>
                  <a:lnTo>
                    <a:pt x="11440" y="6042"/>
                  </a:lnTo>
                  <a:cubicBezTo>
                    <a:pt x="11441" y="6041"/>
                    <a:pt x="11442" y="6041"/>
                    <a:pt x="11443" y="6041"/>
                  </a:cubicBezTo>
                  <a:lnTo>
                    <a:pt x="11489" y="6087"/>
                  </a:lnTo>
                  <a:cubicBezTo>
                    <a:pt x="11494" y="6178"/>
                    <a:pt x="11496" y="6271"/>
                    <a:pt x="11496" y="6363"/>
                  </a:cubicBezTo>
                  <a:cubicBezTo>
                    <a:pt x="11496" y="6609"/>
                    <a:pt x="11480" y="6856"/>
                    <a:pt x="11448" y="7098"/>
                  </a:cubicBezTo>
                  <a:cubicBezTo>
                    <a:pt x="11428" y="7243"/>
                    <a:pt x="11531" y="7377"/>
                    <a:pt x="11677" y="7396"/>
                  </a:cubicBezTo>
                  <a:cubicBezTo>
                    <a:pt x="11689" y="7398"/>
                    <a:pt x="11701" y="7398"/>
                    <a:pt x="11712" y="7398"/>
                  </a:cubicBezTo>
                  <a:cubicBezTo>
                    <a:pt x="11844" y="7398"/>
                    <a:pt x="11958" y="7301"/>
                    <a:pt x="11976" y="7167"/>
                  </a:cubicBezTo>
                  <a:cubicBezTo>
                    <a:pt x="12003" y="6956"/>
                    <a:pt x="12020" y="6740"/>
                    <a:pt x="12025" y="6525"/>
                  </a:cubicBezTo>
                  <a:cubicBezTo>
                    <a:pt x="12055" y="6532"/>
                    <a:pt x="12086" y="6535"/>
                    <a:pt x="12117" y="6535"/>
                  </a:cubicBezTo>
                  <a:cubicBezTo>
                    <a:pt x="12235" y="6535"/>
                    <a:pt x="12347" y="6488"/>
                    <a:pt x="12431" y="6404"/>
                  </a:cubicBezTo>
                  <a:lnTo>
                    <a:pt x="13111" y="5718"/>
                  </a:lnTo>
                  <a:cubicBezTo>
                    <a:pt x="13283" y="5546"/>
                    <a:pt x="13283" y="5265"/>
                    <a:pt x="13111" y="5092"/>
                  </a:cubicBezTo>
                  <a:lnTo>
                    <a:pt x="12749" y="4727"/>
                  </a:lnTo>
                  <a:cubicBezTo>
                    <a:pt x="12749" y="4727"/>
                    <a:pt x="12749" y="4727"/>
                    <a:pt x="12749" y="4726"/>
                  </a:cubicBezTo>
                  <a:cubicBezTo>
                    <a:pt x="12750" y="4725"/>
                    <a:pt x="12750" y="4723"/>
                    <a:pt x="12751" y="4721"/>
                  </a:cubicBezTo>
                  <a:lnTo>
                    <a:pt x="12848" y="4482"/>
                  </a:lnTo>
                  <a:cubicBezTo>
                    <a:pt x="12849" y="4482"/>
                    <a:pt x="12849" y="4481"/>
                    <a:pt x="12849" y="4480"/>
                  </a:cubicBezTo>
                  <a:lnTo>
                    <a:pt x="13360" y="4480"/>
                  </a:lnTo>
                  <a:cubicBezTo>
                    <a:pt x="13604" y="4480"/>
                    <a:pt x="13803" y="4281"/>
                    <a:pt x="13803" y="4037"/>
                  </a:cubicBezTo>
                  <a:lnTo>
                    <a:pt x="13803" y="3065"/>
                  </a:lnTo>
                  <a:cubicBezTo>
                    <a:pt x="13803" y="2821"/>
                    <a:pt x="13605" y="2622"/>
                    <a:pt x="13361" y="2622"/>
                  </a:cubicBezTo>
                  <a:lnTo>
                    <a:pt x="12850" y="2622"/>
                  </a:lnTo>
                  <a:cubicBezTo>
                    <a:pt x="12849" y="2621"/>
                    <a:pt x="12849" y="2621"/>
                    <a:pt x="12849" y="2620"/>
                  </a:cubicBezTo>
                  <a:lnTo>
                    <a:pt x="12751" y="2380"/>
                  </a:lnTo>
                  <a:cubicBezTo>
                    <a:pt x="12751" y="2379"/>
                    <a:pt x="12750" y="2377"/>
                    <a:pt x="12750" y="2376"/>
                  </a:cubicBezTo>
                  <a:lnTo>
                    <a:pt x="12750" y="2375"/>
                  </a:lnTo>
                  <a:lnTo>
                    <a:pt x="13112" y="2010"/>
                  </a:lnTo>
                  <a:cubicBezTo>
                    <a:pt x="13283" y="1837"/>
                    <a:pt x="13283" y="1557"/>
                    <a:pt x="13112" y="1383"/>
                  </a:cubicBezTo>
                  <a:lnTo>
                    <a:pt x="12432" y="698"/>
                  </a:lnTo>
                  <a:cubicBezTo>
                    <a:pt x="12347" y="613"/>
                    <a:pt x="12236" y="567"/>
                    <a:pt x="12117" y="567"/>
                  </a:cubicBezTo>
                  <a:cubicBezTo>
                    <a:pt x="11999" y="567"/>
                    <a:pt x="11887" y="613"/>
                    <a:pt x="11804" y="698"/>
                  </a:cubicBezTo>
                  <a:lnTo>
                    <a:pt x="11443" y="1061"/>
                  </a:lnTo>
                  <a:cubicBezTo>
                    <a:pt x="11442" y="1061"/>
                    <a:pt x="11442" y="1061"/>
                    <a:pt x="11441" y="1060"/>
                  </a:cubicBezTo>
                  <a:lnTo>
                    <a:pt x="11206" y="963"/>
                  </a:lnTo>
                  <a:cubicBezTo>
                    <a:pt x="11204" y="963"/>
                    <a:pt x="11203" y="962"/>
                    <a:pt x="11202" y="962"/>
                  </a:cubicBezTo>
                  <a:lnTo>
                    <a:pt x="11202" y="960"/>
                  </a:lnTo>
                  <a:lnTo>
                    <a:pt x="11202" y="443"/>
                  </a:lnTo>
                  <a:cubicBezTo>
                    <a:pt x="11202" y="199"/>
                    <a:pt x="11002" y="0"/>
                    <a:pt x="10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3" name="Google Shape;1333;p39"/>
            <p:cNvSpPr/>
            <p:nvPr/>
          </p:nvSpPr>
          <p:spPr>
            <a:xfrm>
              <a:off x="4374363" y="1552008"/>
              <a:ext cx="121758" cy="122587"/>
            </a:xfrm>
            <a:custGeom>
              <a:avLst/>
              <a:gdLst/>
              <a:ahLst/>
              <a:cxnLst/>
              <a:rect l="l" t="t" r="r" b="b"/>
              <a:pathLst>
                <a:path w="3671" h="3696" extrusionOk="0">
                  <a:moveTo>
                    <a:pt x="1835" y="1"/>
                  </a:moveTo>
                  <a:cubicBezTo>
                    <a:pt x="824" y="1"/>
                    <a:pt x="1" y="829"/>
                    <a:pt x="1" y="1848"/>
                  </a:cubicBezTo>
                  <a:cubicBezTo>
                    <a:pt x="1" y="2866"/>
                    <a:pt x="824" y="3695"/>
                    <a:pt x="1835" y="3695"/>
                  </a:cubicBezTo>
                  <a:cubicBezTo>
                    <a:pt x="2848" y="3695"/>
                    <a:pt x="3670" y="2866"/>
                    <a:pt x="3670" y="1848"/>
                  </a:cubicBezTo>
                  <a:cubicBezTo>
                    <a:pt x="3670" y="1651"/>
                    <a:pt x="3639" y="1457"/>
                    <a:pt x="3579" y="1270"/>
                  </a:cubicBezTo>
                  <a:cubicBezTo>
                    <a:pt x="3543" y="1158"/>
                    <a:pt x="3439" y="1087"/>
                    <a:pt x="3327" y="1087"/>
                  </a:cubicBezTo>
                  <a:cubicBezTo>
                    <a:pt x="3299" y="1087"/>
                    <a:pt x="3271" y="1091"/>
                    <a:pt x="3243" y="1100"/>
                  </a:cubicBezTo>
                  <a:cubicBezTo>
                    <a:pt x="3103" y="1146"/>
                    <a:pt x="3028" y="1297"/>
                    <a:pt x="3074" y="1435"/>
                  </a:cubicBezTo>
                  <a:cubicBezTo>
                    <a:pt x="3117" y="1568"/>
                    <a:pt x="3139" y="1707"/>
                    <a:pt x="3139" y="1848"/>
                  </a:cubicBezTo>
                  <a:cubicBezTo>
                    <a:pt x="3139" y="2573"/>
                    <a:pt x="2554" y="3163"/>
                    <a:pt x="1835" y="3163"/>
                  </a:cubicBezTo>
                  <a:cubicBezTo>
                    <a:pt x="1117" y="3163"/>
                    <a:pt x="533" y="2573"/>
                    <a:pt x="533" y="1848"/>
                  </a:cubicBezTo>
                  <a:cubicBezTo>
                    <a:pt x="533" y="1123"/>
                    <a:pt x="1117" y="533"/>
                    <a:pt x="1835" y="533"/>
                  </a:cubicBezTo>
                  <a:cubicBezTo>
                    <a:pt x="1983" y="533"/>
                    <a:pt x="2128" y="557"/>
                    <a:pt x="2267" y="607"/>
                  </a:cubicBezTo>
                  <a:cubicBezTo>
                    <a:pt x="2296" y="617"/>
                    <a:pt x="2326" y="622"/>
                    <a:pt x="2355" y="622"/>
                  </a:cubicBezTo>
                  <a:cubicBezTo>
                    <a:pt x="2464" y="622"/>
                    <a:pt x="2567" y="554"/>
                    <a:pt x="2606" y="444"/>
                  </a:cubicBezTo>
                  <a:cubicBezTo>
                    <a:pt x="2655" y="306"/>
                    <a:pt x="2582" y="154"/>
                    <a:pt x="2443" y="105"/>
                  </a:cubicBezTo>
                  <a:cubicBezTo>
                    <a:pt x="2248" y="36"/>
                    <a:pt x="2044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4" name="Google Shape;1334;p39"/>
            <p:cNvSpPr/>
            <p:nvPr/>
          </p:nvSpPr>
          <p:spPr>
            <a:xfrm>
              <a:off x="4404413" y="1582290"/>
              <a:ext cx="61658" cy="62023"/>
            </a:xfrm>
            <a:custGeom>
              <a:avLst/>
              <a:gdLst/>
              <a:ahLst/>
              <a:cxnLst/>
              <a:rect l="l" t="t" r="r" b="b"/>
              <a:pathLst>
                <a:path w="1859" h="1870" extrusionOk="0">
                  <a:moveTo>
                    <a:pt x="929" y="532"/>
                  </a:moveTo>
                  <a:cubicBezTo>
                    <a:pt x="1149" y="532"/>
                    <a:pt x="1327" y="713"/>
                    <a:pt x="1327" y="935"/>
                  </a:cubicBezTo>
                  <a:cubicBezTo>
                    <a:pt x="1327" y="1157"/>
                    <a:pt x="1149" y="1337"/>
                    <a:pt x="929" y="1337"/>
                  </a:cubicBezTo>
                  <a:cubicBezTo>
                    <a:pt x="711" y="1337"/>
                    <a:pt x="532" y="1157"/>
                    <a:pt x="532" y="935"/>
                  </a:cubicBezTo>
                  <a:cubicBezTo>
                    <a:pt x="532" y="713"/>
                    <a:pt x="711" y="532"/>
                    <a:pt x="929" y="532"/>
                  </a:cubicBezTo>
                  <a:close/>
                  <a:moveTo>
                    <a:pt x="929" y="1"/>
                  </a:moveTo>
                  <a:cubicBezTo>
                    <a:pt x="417" y="1"/>
                    <a:pt x="0" y="420"/>
                    <a:pt x="0" y="935"/>
                  </a:cubicBezTo>
                  <a:cubicBezTo>
                    <a:pt x="0" y="1450"/>
                    <a:pt x="417" y="1869"/>
                    <a:pt x="929" y="1869"/>
                  </a:cubicBezTo>
                  <a:cubicBezTo>
                    <a:pt x="1442" y="1869"/>
                    <a:pt x="1859" y="1450"/>
                    <a:pt x="1859" y="935"/>
                  </a:cubicBezTo>
                  <a:cubicBezTo>
                    <a:pt x="1859" y="421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5" name="Google Shape;1335;p39"/>
            <p:cNvSpPr/>
            <p:nvPr/>
          </p:nvSpPr>
          <p:spPr>
            <a:xfrm>
              <a:off x="4271843" y="1668559"/>
              <a:ext cx="51808" cy="115854"/>
            </a:xfrm>
            <a:custGeom>
              <a:avLst/>
              <a:gdLst/>
              <a:ahLst/>
              <a:cxnLst/>
              <a:rect l="l" t="t" r="r" b="b"/>
              <a:pathLst>
                <a:path w="1562" h="3493" extrusionOk="0">
                  <a:moveTo>
                    <a:pt x="1030" y="532"/>
                  </a:moveTo>
                  <a:lnTo>
                    <a:pt x="1030" y="1048"/>
                  </a:lnTo>
                  <a:lnTo>
                    <a:pt x="532" y="1048"/>
                  </a:lnTo>
                  <a:lnTo>
                    <a:pt x="532" y="532"/>
                  </a:lnTo>
                  <a:close/>
                  <a:moveTo>
                    <a:pt x="443" y="0"/>
                  </a:moveTo>
                  <a:cubicBezTo>
                    <a:pt x="198" y="0"/>
                    <a:pt x="0" y="200"/>
                    <a:pt x="0" y="444"/>
                  </a:cubicBezTo>
                  <a:lnTo>
                    <a:pt x="0" y="1136"/>
                  </a:lnTo>
                  <a:cubicBezTo>
                    <a:pt x="0" y="1380"/>
                    <a:pt x="198" y="1579"/>
                    <a:pt x="443" y="1579"/>
                  </a:cubicBezTo>
                  <a:lnTo>
                    <a:pt x="515" y="1579"/>
                  </a:lnTo>
                  <a:lnTo>
                    <a:pt x="515" y="3226"/>
                  </a:lnTo>
                  <a:cubicBezTo>
                    <a:pt x="515" y="3374"/>
                    <a:pt x="634" y="3492"/>
                    <a:pt x="780" y="3492"/>
                  </a:cubicBezTo>
                  <a:cubicBezTo>
                    <a:pt x="927" y="3492"/>
                    <a:pt x="1046" y="3374"/>
                    <a:pt x="1046" y="3226"/>
                  </a:cubicBezTo>
                  <a:lnTo>
                    <a:pt x="1046" y="1579"/>
                  </a:lnTo>
                  <a:lnTo>
                    <a:pt x="1118" y="1579"/>
                  </a:lnTo>
                  <a:cubicBezTo>
                    <a:pt x="1363" y="1579"/>
                    <a:pt x="1562" y="1380"/>
                    <a:pt x="1562" y="1136"/>
                  </a:cubicBezTo>
                  <a:lnTo>
                    <a:pt x="1562" y="444"/>
                  </a:lnTo>
                  <a:cubicBezTo>
                    <a:pt x="1562" y="200"/>
                    <a:pt x="1364" y="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4288891" y="1431080"/>
              <a:ext cx="17678" cy="42255"/>
            </a:xfrm>
            <a:custGeom>
              <a:avLst/>
              <a:gdLst/>
              <a:ahLst/>
              <a:cxnLst/>
              <a:rect l="l" t="t" r="r" b="b"/>
              <a:pathLst>
                <a:path w="533" h="1274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1008"/>
                  </a:lnTo>
                  <a:cubicBezTo>
                    <a:pt x="1" y="1154"/>
                    <a:pt x="120" y="1273"/>
                    <a:pt x="266" y="1273"/>
                  </a:cubicBezTo>
                  <a:cubicBezTo>
                    <a:pt x="413" y="1273"/>
                    <a:pt x="532" y="1154"/>
                    <a:pt x="532" y="1008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4209985" y="1443252"/>
              <a:ext cx="26766" cy="41194"/>
            </a:xfrm>
            <a:custGeom>
              <a:avLst/>
              <a:gdLst/>
              <a:ahLst/>
              <a:cxnLst/>
              <a:rect l="l" t="t" r="r" b="b"/>
              <a:pathLst>
                <a:path w="807" h="1242" extrusionOk="0">
                  <a:moveTo>
                    <a:pt x="298" y="1"/>
                  </a:moveTo>
                  <a:cubicBezTo>
                    <a:pt x="272" y="1"/>
                    <a:pt x="247" y="4"/>
                    <a:pt x="221" y="12"/>
                  </a:cubicBezTo>
                  <a:cubicBezTo>
                    <a:pt x="81" y="54"/>
                    <a:pt x="1" y="202"/>
                    <a:pt x="43" y="342"/>
                  </a:cubicBezTo>
                  <a:lnTo>
                    <a:pt x="255" y="1052"/>
                  </a:lnTo>
                  <a:cubicBezTo>
                    <a:pt x="289" y="1168"/>
                    <a:pt x="395" y="1242"/>
                    <a:pt x="510" y="1242"/>
                  </a:cubicBezTo>
                  <a:cubicBezTo>
                    <a:pt x="535" y="1242"/>
                    <a:pt x="560" y="1239"/>
                    <a:pt x="586" y="1230"/>
                  </a:cubicBezTo>
                  <a:cubicBezTo>
                    <a:pt x="727" y="1188"/>
                    <a:pt x="807" y="1041"/>
                    <a:pt x="764" y="900"/>
                  </a:cubicBezTo>
                  <a:lnTo>
                    <a:pt x="552" y="190"/>
                  </a:lnTo>
                  <a:cubicBezTo>
                    <a:pt x="518" y="75"/>
                    <a:pt x="41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4138675" y="1477348"/>
              <a:ext cx="33566" cy="38209"/>
            </a:xfrm>
            <a:custGeom>
              <a:avLst/>
              <a:gdLst/>
              <a:ahLst/>
              <a:cxnLst/>
              <a:rect l="l" t="t" r="r" b="b"/>
              <a:pathLst>
                <a:path w="1012" h="1152" extrusionOk="0">
                  <a:moveTo>
                    <a:pt x="304" y="0"/>
                  </a:moveTo>
                  <a:cubicBezTo>
                    <a:pt x="253" y="0"/>
                    <a:pt x="203" y="15"/>
                    <a:pt x="158" y="44"/>
                  </a:cubicBezTo>
                  <a:cubicBezTo>
                    <a:pt x="34" y="124"/>
                    <a:pt x="1" y="290"/>
                    <a:pt x="81" y="412"/>
                  </a:cubicBezTo>
                  <a:lnTo>
                    <a:pt x="487" y="1031"/>
                  </a:lnTo>
                  <a:cubicBezTo>
                    <a:pt x="539" y="1109"/>
                    <a:pt x="623" y="1151"/>
                    <a:pt x="710" y="1151"/>
                  </a:cubicBezTo>
                  <a:cubicBezTo>
                    <a:pt x="759" y="1151"/>
                    <a:pt x="811" y="1137"/>
                    <a:pt x="855" y="1107"/>
                  </a:cubicBezTo>
                  <a:cubicBezTo>
                    <a:pt x="978" y="1027"/>
                    <a:pt x="1012" y="862"/>
                    <a:pt x="932" y="739"/>
                  </a:cubicBezTo>
                  <a:lnTo>
                    <a:pt x="525" y="120"/>
                  </a:lnTo>
                  <a:cubicBezTo>
                    <a:pt x="475" y="42"/>
                    <a:pt x="390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4080466" y="1530516"/>
              <a:ext cx="38574" cy="33433"/>
            </a:xfrm>
            <a:custGeom>
              <a:avLst/>
              <a:gdLst/>
              <a:ahLst/>
              <a:cxnLst/>
              <a:rect l="l" t="t" r="r" b="b"/>
              <a:pathLst>
                <a:path w="1163" h="1008" extrusionOk="0">
                  <a:moveTo>
                    <a:pt x="298" y="0"/>
                  </a:moveTo>
                  <a:cubicBezTo>
                    <a:pt x="223" y="0"/>
                    <a:pt x="147" y="32"/>
                    <a:pt x="94" y="94"/>
                  </a:cubicBezTo>
                  <a:cubicBezTo>
                    <a:pt x="1" y="207"/>
                    <a:pt x="15" y="375"/>
                    <a:pt x="127" y="469"/>
                  </a:cubicBezTo>
                  <a:lnTo>
                    <a:pt x="693" y="945"/>
                  </a:lnTo>
                  <a:cubicBezTo>
                    <a:pt x="743" y="987"/>
                    <a:pt x="804" y="1007"/>
                    <a:pt x="864" y="1007"/>
                  </a:cubicBezTo>
                  <a:cubicBezTo>
                    <a:pt x="940" y="1007"/>
                    <a:pt x="1015" y="975"/>
                    <a:pt x="1068" y="913"/>
                  </a:cubicBezTo>
                  <a:cubicBezTo>
                    <a:pt x="1162" y="800"/>
                    <a:pt x="1148" y="632"/>
                    <a:pt x="1035" y="538"/>
                  </a:cubicBezTo>
                  <a:lnTo>
                    <a:pt x="469" y="63"/>
                  </a:lnTo>
                  <a:cubicBezTo>
                    <a:pt x="419" y="21"/>
                    <a:pt x="359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4039604" y="1598244"/>
              <a:ext cx="42587" cy="27363"/>
            </a:xfrm>
            <a:custGeom>
              <a:avLst/>
              <a:gdLst/>
              <a:ahLst/>
              <a:cxnLst/>
              <a:rect l="l" t="t" r="r" b="b"/>
              <a:pathLst>
                <a:path w="1284" h="825" extrusionOk="0">
                  <a:moveTo>
                    <a:pt x="303" y="0"/>
                  </a:moveTo>
                  <a:cubicBezTo>
                    <a:pt x="200" y="0"/>
                    <a:pt x="102" y="60"/>
                    <a:pt x="58" y="160"/>
                  </a:cubicBezTo>
                  <a:cubicBezTo>
                    <a:pt x="1" y="296"/>
                    <a:pt x="62" y="452"/>
                    <a:pt x="197" y="510"/>
                  </a:cubicBezTo>
                  <a:lnTo>
                    <a:pt x="876" y="803"/>
                  </a:lnTo>
                  <a:cubicBezTo>
                    <a:pt x="909" y="817"/>
                    <a:pt x="945" y="825"/>
                    <a:pt x="980" y="825"/>
                  </a:cubicBezTo>
                  <a:cubicBezTo>
                    <a:pt x="1083" y="825"/>
                    <a:pt x="1182" y="765"/>
                    <a:pt x="1225" y="664"/>
                  </a:cubicBezTo>
                  <a:cubicBezTo>
                    <a:pt x="1283" y="529"/>
                    <a:pt x="1221" y="373"/>
                    <a:pt x="1086" y="314"/>
                  </a:cubicBezTo>
                  <a:lnTo>
                    <a:pt x="408" y="22"/>
                  </a:lnTo>
                  <a:cubicBezTo>
                    <a:pt x="374" y="7"/>
                    <a:pt x="33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4020665" y="1674861"/>
              <a:ext cx="42985" cy="20464"/>
            </a:xfrm>
            <a:custGeom>
              <a:avLst/>
              <a:gdLst/>
              <a:ahLst/>
              <a:cxnLst/>
              <a:rect l="l" t="t" r="r" b="b"/>
              <a:pathLst>
                <a:path w="1296" h="617" extrusionOk="0">
                  <a:moveTo>
                    <a:pt x="280" y="0"/>
                  </a:moveTo>
                  <a:cubicBezTo>
                    <a:pt x="148" y="0"/>
                    <a:pt x="34" y="100"/>
                    <a:pt x="17" y="235"/>
                  </a:cubicBezTo>
                  <a:cubicBezTo>
                    <a:pt x="1" y="381"/>
                    <a:pt x="106" y="513"/>
                    <a:pt x="251" y="530"/>
                  </a:cubicBezTo>
                  <a:lnTo>
                    <a:pt x="985" y="615"/>
                  </a:lnTo>
                  <a:cubicBezTo>
                    <a:pt x="995" y="616"/>
                    <a:pt x="1005" y="616"/>
                    <a:pt x="1015" y="616"/>
                  </a:cubicBezTo>
                  <a:cubicBezTo>
                    <a:pt x="1149" y="616"/>
                    <a:pt x="1264" y="517"/>
                    <a:pt x="1279" y="381"/>
                  </a:cubicBezTo>
                  <a:cubicBezTo>
                    <a:pt x="1296" y="235"/>
                    <a:pt x="1192" y="104"/>
                    <a:pt x="1045" y="87"/>
                  </a:cubicBezTo>
                  <a:lnTo>
                    <a:pt x="312" y="2"/>
                  </a:lnTo>
                  <a:cubicBezTo>
                    <a:pt x="301" y="1"/>
                    <a:pt x="291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4023584" y="1749587"/>
              <a:ext cx="43217" cy="21990"/>
            </a:xfrm>
            <a:custGeom>
              <a:avLst/>
              <a:gdLst/>
              <a:ahLst/>
              <a:cxnLst/>
              <a:rect l="l" t="t" r="r" b="b"/>
              <a:pathLst>
                <a:path w="1303" h="663" extrusionOk="0">
                  <a:moveTo>
                    <a:pt x="1015" y="1"/>
                  </a:moveTo>
                  <a:cubicBezTo>
                    <a:pt x="999" y="1"/>
                    <a:pt x="983" y="2"/>
                    <a:pt x="967" y="5"/>
                  </a:cubicBezTo>
                  <a:lnTo>
                    <a:pt x="240" y="134"/>
                  </a:lnTo>
                  <a:cubicBezTo>
                    <a:pt x="97" y="160"/>
                    <a:pt x="0" y="299"/>
                    <a:pt x="26" y="444"/>
                  </a:cubicBezTo>
                  <a:cubicBezTo>
                    <a:pt x="48" y="572"/>
                    <a:pt x="161" y="662"/>
                    <a:pt x="288" y="662"/>
                  </a:cubicBezTo>
                  <a:cubicBezTo>
                    <a:pt x="303" y="662"/>
                    <a:pt x="319" y="661"/>
                    <a:pt x="335" y="658"/>
                  </a:cubicBezTo>
                  <a:lnTo>
                    <a:pt x="1061" y="528"/>
                  </a:lnTo>
                  <a:cubicBezTo>
                    <a:pt x="1206" y="502"/>
                    <a:pt x="1302" y="364"/>
                    <a:pt x="1276" y="220"/>
                  </a:cubicBezTo>
                  <a:cubicBezTo>
                    <a:pt x="1253" y="91"/>
                    <a:pt x="1141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4048625" y="1817647"/>
              <a:ext cx="42023" cy="28723"/>
            </a:xfrm>
            <a:custGeom>
              <a:avLst/>
              <a:gdLst/>
              <a:ahLst/>
              <a:cxnLst/>
              <a:rect l="l" t="t" r="r" b="b"/>
              <a:pathLst>
                <a:path w="1267" h="866" extrusionOk="0">
                  <a:moveTo>
                    <a:pt x="962" y="1"/>
                  </a:moveTo>
                  <a:cubicBezTo>
                    <a:pt x="922" y="1"/>
                    <a:pt x="881" y="10"/>
                    <a:pt x="843" y="29"/>
                  </a:cubicBezTo>
                  <a:lnTo>
                    <a:pt x="184" y="364"/>
                  </a:lnTo>
                  <a:cubicBezTo>
                    <a:pt x="53" y="430"/>
                    <a:pt x="1" y="590"/>
                    <a:pt x="67" y="720"/>
                  </a:cubicBezTo>
                  <a:cubicBezTo>
                    <a:pt x="114" y="813"/>
                    <a:pt x="207" y="866"/>
                    <a:pt x="304" y="866"/>
                  </a:cubicBezTo>
                  <a:cubicBezTo>
                    <a:pt x="345" y="866"/>
                    <a:pt x="386" y="858"/>
                    <a:pt x="424" y="837"/>
                  </a:cubicBezTo>
                  <a:lnTo>
                    <a:pt x="1083" y="504"/>
                  </a:lnTo>
                  <a:cubicBezTo>
                    <a:pt x="1215" y="438"/>
                    <a:pt x="1267" y="278"/>
                    <a:pt x="1200" y="146"/>
                  </a:cubicBezTo>
                  <a:cubicBezTo>
                    <a:pt x="1153" y="54"/>
                    <a:pt x="1060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4094861" y="1876121"/>
              <a:ext cx="37313" cy="34594"/>
            </a:xfrm>
            <a:custGeom>
              <a:avLst/>
              <a:gdLst/>
              <a:ahLst/>
              <a:cxnLst/>
              <a:rect l="l" t="t" r="r" b="b"/>
              <a:pathLst>
                <a:path w="1125" h="1043" extrusionOk="0">
                  <a:moveTo>
                    <a:pt x="830" y="1"/>
                  </a:moveTo>
                  <a:cubicBezTo>
                    <a:pt x="764" y="1"/>
                    <a:pt x="698" y="25"/>
                    <a:pt x="647" y="74"/>
                  </a:cubicBezTo>
                  <a:lnTo>
                    <a:pt x="111" y="584"/>
                  </a:lnTo>
                  <a:cubicBezTo>
                    <a:pt x="5" y="685"/>
                    <a:pt x="0" y="854"/>
                    <a:pt x="102" y="959"/>
                  </a:cubicBezTo>
                  <a:cubicBezTo>
                    <a:pt x="154" y="1015"/>
                    <a:pt x="224" y="1042"/>
                    <a:pt x="295" y="1042"/>
                  </a:cubicBezTo>
                  <a:cubicBezTo>
                    <a:pt x="361" y="1042"/>
                    <a:pt x="426" y="1018"/>
                    <a:pt x="478" y="969"/>
                  </a:cubicBezTo>
                  <a:lnTo>
                    <a:pt x="1014" y="459"/>
                  </a:lnTo>
                  <a:cubicBezTo>
                    <a:pt x="1119" y="358"/>
                    <a:pt x="1124" y="189"/>
                    <a:pt x="1023" y="84"/>
                  </a:cubicBezTo>
                  <a:cubicBezTo>
                    <a:pt x="970" y="28"/>
                    <a:pt x="900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4190814" y="1648659"/>
              <a:ext cx="51841" cy="52371"/>
            </a:xfrm>
            <a:custGeom>
              <a:avLst/>
              <a:gdLst/>
              <a:ahLst/>
              <a:cxnLst/>
              <a:rect l="l" t="t" r="r" b="b"/>
              <a:pathLst>
                <a:path w="1563" h="1579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36"/>
                  </a:lnTo>
                  <a:cubicBezTo>
                    <a:pt x="1" y="1381"/>
                    <a:pt x="200" y="1579"/>
                    <a:pt x="443" y="1579"/>
                  </a:cubicBezTo>
                  <a:lnTo>
                    <a:pt x="1120" y="1579"/>
                  </a:lnTo>
                  <a:cubicBezTo>
                    <a:pt x="1364" y="1579"/>
                    <a:pt x="1562" y="1381"/>
                    <a:pt x="1562" y="1136"/>
                  </a:cubicBezTo>
                  <a:lnTo>
                    <a:pt x="1562" y="443"/>
                  </a:lnTo>
                  <a:cubicBezTo>
                    <a:pt x="1562" y="199"/>
                    <a:pt x="1364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4231047" y="1581063"/>
              <a:ext cx="51841" cy="52405"/>
            </a:xfrm>
            <a:custGeom>
              <a:avLst/>
              <a:gdLst/>
              <a:ahLst/>
              <a:cxnLst/>
              <a:rect l="l" t="t" r="r" b="b"/>
              <a:pathLst>
                <a:path w="1563" h="1580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4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137"/>
                  </a:lnTo>
                  <a:cubicBezTo>
                    <a:pt x="0" y="1382"/>
                    <a:pt x="199" y="1580"/>
                    <a:pt x="444" y="1580"/>
                  </a:cubicBezTo>
                  <a:lnTo>
                    <a:pt x="1119" y="1580"/>
                  </a:lnTo>
                  <a:cubicBezTo>
                    <a:pt x="1364" y="1580"/>
                    <a:pt x="1563" y="1382"/>
                    <a:pt x="1563" y="1137"/>
                  </a:cubicBezTo>
                  <a:lnTo>
                    <a:pt x="1563" y="444"/>
                  </a:lnTo>
                  <a:cubicBezTo>
                    <a:pt x="1563" y="200"/>
                    <a:pt x="1364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47" name="Google Shape;1347;p39"/>
          <p:cNvGrpSpPr/>
          <p:nvPr/>
        </p:nvGrpSpPr>
        <p:grpSpPr>
          <a:xfrm>
            <a:off x="6444380" y="1307220"/>
            <a:ext cx="590713" cy="601957"/>
            <a:chOff x="1230449" y="2288393"/>
            <a:chExt cx="590713" cy="601957"/>
          </a:xfrm>
        </p:grpSpPr>
        <p:sp>
          <p:nvSpPr>
            <p:cNvPr id="1348" name="Google Shape;1348;p39"/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0" name="Google Shape;1350;p39"/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75" name="Google Shape;1375;p39"/>
          <p:cNvGrpSpPr/>
          <p:nvPr/>
        </p:nvGrpSpPr>
        <p:grpSpPr>
          <a:xfrm>
            <a:off x="3995648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203247">
            <a:off x="147262" y="4216043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26;p44">
            <a:extLst>
              <a:ext uri="{FF2B5EF4-FFF2-40B4-BE49-F238E27FC236}">
                <a16:creationId xmlns:a16="http://schemas.microsoft.com/office/drawing/2014/main" id="{595B533D-3578-A286-AED5-7735F69877AC}"/>
              </a:ext>
            </a:extLst>
          </p:cNvPr>
          <p:cNvSpPr txBox="1">
            <a:spLocks/>
          </p:cNvSpPr>
          <p:nvPr/>
        </p:nvSpPr>
        <p:spPr>
          <a:xfrm>
            <a:off x="5134588" y="3299398"/>
            <a:ext cx="16331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1200" noProof="0" dirty="0"/>
              <a:t>YEAR_BUILT_CAT</a:t>
            </a:r>
          </a:p>
        </p:txBody>
      </p:sp>
      <p:sp>
        <p:nvSpPr>
          <p:cNvPr id="7" name="Google Shape;1527;p44">
            <a:extLst>
              <a:ext uri="{FF2B5EF4-FFF2-40B4-BE49-F238E27FC236}">
                <a16:creationId xmlns:a16="http://schemas.microsoft.com/office/drawing/2014/main" id="{001D673C-1C03-5C0B-A913-5C339F2B1020}"/>
              </a:ext>
            </a:extLst>
          </p:cNvPr>
          <p:cNvSpPr txBox="1">
            <a:spLocks/>
          </p:cNvSpPr>
          <p:nvPr/>
        </p:nvSpPr>
        <p:spPr>
          <a:xfrm>
            <a:off x="2361713" y="3659060"/>
            <a:ext cx="175905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sz="900" noProof="0" dirty="0"/>
              <a:t>Shows if apartment is on the top floor of building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3036577-ABFC-3798-1492-5AF93FD971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3" t="13778" r="2111" b="15010"/>
          <a:stretch>
            <a:fillRect/>
          </a:stretch>
        </p:blipFill>
        <p:spPr>
          <a:xfrm>
            <a:off x="1943893" y="4238822"/>
            <a:ext cx="2484801" cy="157319"/>
          </a:xfrm>
          <a:prstGeom prst="rect">
            <a:avLst/>
          </a:prstGeom>
        </p:spPr>
      </p:pic>
      <p:sp>
        <p:nvSpPr>
          <p:cNvPr id="9" name="Google Shape;1526;p44">
            <a:extLst>
              <a:ext uri="{FF2B5EF4-FFF2-40B4-BE49-F238E27FC236}">
                <a16:creationId xmlns:a16="http://schemas.microsoft.com/office/drawing/2014/main" id="{F8FB3A57-9E4D-B29A-7674-38C9DBAD44EA}"/>
              </a:ext>
            </a:extLst>
          </p:cNvPr>
          <p:cNvSpPr txBox="1">
            <a:spLocks/>
          </p:cNvSpPr>
          <p:nvPr/>
        </p:nvSpPr>
        <p:spPr>
          <a:xfrm>
            <a:off x="88557" y="3226458"/>
            <a:ext cx="17590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1200" noProof="0" dirty="0"/>
              <a:t>LOGS </a:t>
            </a:r>
          </a:p>
        </p:txBody>
      </p:sp>
      <p:sp>
        <p:nvSpPr>
          <p:cNvPr id="10" name="Google Shape;1527;p44">
            <a:extLst>
              <a:ext uri="{FF2B5EF4-FFF2-40B4-BE49-F238E27FC236}">
                <a16:creationId xmlns:a16="http://schemas.microsoft.com/office/drawing/2014/main" id="{646AB4F4-5202-D633-5D9A-BD0B6154EBD2}"/>
              </a:ext>
            </a:extLst>
          </p:cNvPr>
          <p:cNvSpPr txBox="1">
            <a:spLocks/>
          </p:cNvSpPr>
          <p:nvPr/>
        </p:nvSpPr>
        <p:spPr>
          <a:xfrm>
            <a:off x="73298" y="3602490"/>
            <a:ext cx="1943278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sz="900" noProof="0" dirty="0"/>
              <a:t>Creating new logarithms of right-skewed variables</a:t>
            </a:r>
          </a:p>
        </p:txBody>
      </p:sp>
      <p:sp>
        <p:nvSpPr>
          <p:cNvPr id="11" name="Google Shape;1526;p44">
            <a:extLst>
              <a:ext uri="{FF2B5EF4-FFF2-40B4-BE49-F238E27FC236}">
                <a16:creationId xmlns:a16="http://schemas.microsoft.com/office/drawing/2014/main" id="{03609EA0-AB83-2CD9-E090-2FC27D1D9344}"/>
              </a:ext>
            </a:extLst>
          </p:cNvPr>
          <p:cNvSpPr txBox="1">
            <a:spLocks/>
          </p:cNvSpPr>
          <p:nvPr/>
        </p:nvSpPr>
        <p:spPr>
          <a:xfrm>
            <a:off x="2494277" y="3256905"/>
            <a:ext cx="138403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1200" noProof="0" dirty="0"/>
              <a:t>TOP_FLOOR</a:t>
            </a:r>
          </a:p>
        </p:txBody>
      </p:sp>
      <p:sp>
        <p:nvSpPr>
          <p:cNvPr id="12" name="Google Shape;1526;p44">
            <a:extLst>
              <a:ext uri="{FF2B5EF4-FFF2-40B4-BE49-F238E27FC236}">
                <a16:creationId xmlns:a16="http://schemas.microsoft.com/office/drawing/2014/main" id="{7852C423-881B-767D-4702-439242B0230B}"/>
              </a:ext>
            </a:extLst>
          </p:cNvPr>
          <p:cNvSpPr txBox="1">
            <a:spLocks/>
          </p:cNvSpPr>
          <p:nvPr/>
        </p:nvSpPr>
        <p:spPr>
          <a:xfrm>
            <a:off x="7181996" y="3277001"/>
            <a:ext cx="17590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1200" noProof="0" dirty="0"/>
              <a:t>OTHER VARIABLES</a:t>
            </a:r>
          </a:p>
        </p:txBody>
      </p:sp>
      <p:sp>
        <p:nvSpPr>
          <p:cNvPr id="13" name="Google Shape;1527;p44">
            <a:extLst>
              <a:ext uri="{FF2B5EF4-FFF2-40B4-BE49-F238E27FC236}">
                <a16:creationId xmlns:a16="http://schemas.microsoft.com/office/drawing/2014/main" id="{56A42584-F88C-409A-BB47-1697DB9E0928}"/>
              </a:ext>
            </a:extLst>
          </p:cNvPr>
          <p:cNvSpPr txBox="1">
            <a:spLocks/>
          </p:cNvSpPr>
          <p:nvPr/>
        </p:nvSpPr>
        <p:spPr>
          <a:xfrm>
            <a:off x="7200107" y="3713716"/>
            <a:ext cx="175905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sz="900" noProof="0" dirty="0"/>
              <a:t>Changing other categorical variables like ”</a:t>
            </a:r>
            <a:r>
              <a:rPr lang="en-GB" sz="900" noProof="0" dirty="0" err="1"/>
              <a:t>obj_type</a:t>
            </a:r>
            <a:r>
              <a:rPr lang="en-GB" sz="900" noProof="0" dirty="0"/>
              <a:t>” or “</a:t>
            </a:r>
            <a:r>
              <a:rPr lang="en-GB" sz="900" noProof="0" dirty="0" err="1"/>
              <a:t>own_type</a:t>
            </a:r>
            <a:r>
              <a:rPr lang="en-GB" sz="900" noProof="0" dirty="0"/>
              <a:t>”</a:t>
            </a:r>
          </a:p>
        </p:txBody>
      </p:sp>
      <p:sp>
        <p:nvSpPr>
          <p:cNvPr id="14" name="Google Shape;1527;p44">
            <a:extLst>
              <a:ext uri="{FF2B5EF4-FFF2-40B4-BE49-F238E27FC236}">
                <a16:creationId xmlns:a16="http://schemas.microsoft.com/office/drawing/2014/main" id="{4F476873-470E-C33D-CF30-A255B3E6ACC1}"/>
              </a:ext>
            </a:extLst>
          </p:cNvPr>
          <p:cNvSpPr txBox="1">
            <a:spLocks/>
          </p:cNvSpPr>
          <p:nvPr/>
        </p:nvSpPr>
        <p:spPr>
          <a:xfrm>
            <a:off x="5039198" y="3714105"/>
            <a:ext cx="175905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sz="900" noProof="0" dirty="0"/>
              <a:t>Aggregates built year into intervals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>
          <a:extLst>
            <a:ext uri="{FF2B5EF4-FFF2-40B4-BE49-F238E27FC236}">
              <a16:creationId xmlns:a16="http://schemas.microsoft.com/office/drawing/2014/main" id="{89D85A25-730E-DDD9-CC3F-F0F7407B1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3">
            <a:extLst>
              <a:ext uri="{FF2B5EF4-FFF2-40B4-BE49-F238E27FC236}">
                <a16:creationId xmlns:a16="http://schemas.microsoft.com/office/drawing/2014/main" id="{2149D944-116C-3E28-CDD1-0C8913ADA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13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noProof="0" dirty="0"/>
              <a:t>DIVE INTO FEATURES</a:t>
            </a:r>
          </a:p>
        </p:txBody>
      </p:sp>
      <p:sp>
        <p:nvSpPr>
          <p:cNvPr id="6" name="Podtytuł 5">
            <a:extLst>
              <a:ext uri="{FF2B5EF4-FFF2-40B4-BE49-F238E27FC236}">
                <a16:creationId xmlns:a16="http://schemas.microsoft.com/office/drawing/2014/main" id="{16700459-92E1-FC11-AD3F-B3C639B64A8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81626" y="1238197"/>
            <a:ext cx="3832234" cy="2989418"/>
          </a:xfrm>
        </p:spPr>
        <p:txBody>
          <a:bodyPr anchor="t"/>
          <a:lstStyle/>
          <a:p>
            <a:pPr algn="l"/>
            <a:r>
              <a:rPr lang="en-GB" noProof="0" dirty="0"/>
              <a:t>	We decided to perform </a:t>
            </a:r>
            <a:r>
              <a:rPr lang="en-GB" b="1" noProof="0" dirty="0"/>
              <a:t>feature importance analysis </a:t>
            </a:r>
            <a:r>
              <a:rPr lang="en-GB" noProof="0" dirty="0"/>
              <a:t>using:</a:t>
            </a:r>
          </a:p>
          <a:p>
            <a:pPr algn="l"/>
            <a:endParaRPr lang="en-GB" noProof="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noProof="0" dirty="0"/>
              <a:t>mutual information (</a:t>
            </a:r>
            <a:r>
              <a:rPr lang="en-GB" noProof="0" dirty="0" err="1"/>
              <a:t>mi_score</a:t>
            </a:r>
            <a:r>
              <a:rPr lang="en-GB" noProof="0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noProof="0" dirty="0"/>
              <a:t>F-score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noProof="0" dirty="0"/>
              <a:t>Pearson correlation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noProof="0" dirty="0" err="1"/>
              <a:t>ElasticNet</a:t>
            </a:r>
            <a:endParaRPr lang="en-GB" noProof="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noProof="0" dirty="0"/>
              <a:t>Boruta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139700" indent="0" algn="l"/>
            <a:r>
              <a:rPr lang="en-GB" noProof="0" dirty="0"/>
              <a:t>Then we </a:t>
            </a:r>
            <a:r>
              <a:rPr lang="en-GB" b="1" noProof="0" dirty="0"/>
              <a:t>assigned the ranks </a:t>
            </a:r>
            <a:r>
              <a:rPr lang="en-GB" noProof="0" dirty="0"/>
              <a:t>for each result and created ranking of the best variables for better data understanding</a:t>
            </a:r>
          </a:p>
        </p:txBody>
      </p:sp>
      <p:pic>
        <p:nvPicPr>
          <p:cNvPr id="11" name="Obraz 10" descr="Obraz zawierający tekst, zrzut ekranu, numer&#10;&#10;Zawartość wygenerowana przez AI może być niepoprawna.">
            <a:extLst>
              <a:ext uri="{FF2B5EF4-FFF2-40B4-BE49-F238E27FC236}">
                <a16:creationId xmlns:a16="http://schemas.microsoft.com/office/drawing/2014/main" id="{AAA9AB98-9951-E79C-0C02-83153E88B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868" y="1650669"/>
            <a:ext cx="4789506" cy="216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0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B605C27C-F904-4D6C-8449-F2EF0D3B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D972C0BD-0D70-5950-3AC7-36C1E0D8108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114" y="1039048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03</a:t>
            </a:r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DE2C4272-40E2-3107-FDB5-348EEA6FBB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6838857F-0E5E-23DD-F6EE-B9DA95CC1F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4D10E174-41CF-EC04-68EF-1EF48F3AE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75A9766C-3B8A-4E7D-F266-9533E8D5949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3A226325-8564-6E08-AFE9-9DD56D700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2068553"/>
            <a:ext cx="7759971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noProof="0" dirty="0"/>
              <a:t>MODELLING</a:t>
            </a:r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9A09FC56-31F6-380D-2060-826DC202652E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53AAE39E-3774-1577-F627-C48CF2FCA75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7B1BB783-FA08-74C2-5A78-8F1C370BA97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F492C94B-A57B-728C-8CC6-95816FD1A516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AF6ADEA8-6480-B47D-07E6-E5BA381397C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3B69D6B4-4E70-DDB8-91FA-C4149BA0C55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0BBB2FB7-9141-6C2E-948B-DED3CF62DF82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4AF844B0-6CA9-9851-5F9A-CFCA4DD473C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D0801218-44E2-6958-DBEE-6E188DA3FBC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744C45AD-3BE1-1CEA-5E91-D4D503A934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676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45"/>
          <p:cNvSpPr/>
          <p:nvPr/>
        </p:nvSpPr>
        <p:spPr>
          <a:xfrm rot="5400000">
            <a:off x="3276446" y="3579751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550" name="Google Shape;1550;p45"/>
          <p:cNvSpPr/>
          <p:nvPr/>
        </p:nvSpPr>
        <p:spPr>
          <a:xfrm rot="5400000">
            <a:off x="5825017" y="3579751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551" name="Google Shape;1551;p4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TRAIN DATASET SPLIT</a:t>
            </a:r>
          </a:p>
        </p:txBody>
      </p:sp>
      <p:sp>
        <p:nvSpPr>
          <p:cNvPr id="1553" name="Google Shape;1553;p45"/>
          <p:cNvSpPr txBox="1"/>
          <p:nvPr/>
        </p:nvSpPr>
        <p:spPr>
          <a:xfrm>
            <a:off x="3819263" y="1621500"/>
            <a:ext cx="85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70%</a:t>
            </a:r>
          </a:p>
        </p:txBody>
      </p:sp>
      <p:sp>
        <p:nvSpPr>
          <p:cNvPr id="1554" name="Google Shape;1554;p45"/>
          <p:cNvSpPr txBox="1"/>
          <p:nvPr/>
        </p:nvSpPr>
        <p:spPr>
          <a:xfrm>
            <a:off x="3819263" y="2196451"/>
            <a:ext cx="85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15%</a:t>
            </a:r>
            <a:endParaRPr lang="en-GB" sz="1300" noProof="0" dirty="0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5" name="Google Shape;1555;p45"/>
          <p:cNvSpPr txBox="1"/>
          <p:nvPr/>
        </p:nvSpPr>
        <p:spPr>
          <a:xfrm>
            <a:off x="3819263" y="2771403"/>
            <a:ext cx="85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15%</a:t>
            </a:r>
          </a:p>
        </p:txBody>
      </p:sp>
      <p:sp>
        <p:nvSpPr>
          <p:cNvPr id="1556" name="Google Shape;1556;p45"/>
          <p:cNvSpPr txBox="1"/>
          <p:nvPr/>
        </p:nvSpPr>
        <p:spPr>
          <a:xfrm>
            <a:off x="4675463" y="1621497"/>
            <a:ext cx="13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TRAIN</a:t>
            </a:r>
          </a:p>
        </p:txBody>
      </p:sp>
      <p:sp>
        <p:nvSpPr>
          <p:cNvPr id="1557" name="Google Shape;1557;p45"/>
          <p:cNvSpPr txBox="1"/>
          <p:nvPr/>
        </p:nvSpPr>
        <p:spPr>
          <a:xfrm>
            <a:off x="4675462" y="2196452"/>
            <a:ext cx="20406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VALIDATION</a:t>
            </a:r>
          </a:p>
        </p:txBody>
      </p:sp>
      <p:sp>
        <p:nvSpPr>
          <p:cNvPr id="1558" name="Google Shape;1558;p45"/>
          <p:cNvSpPr txBox="1"/>
          <p:nvPr/>
        </p:nvSpPr>
        <p:spPr>
          <a:xfrm>
            <a:off x="4675463" y="2771407"/>
            <a:ext cx="13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TEST</a:t>
            </a:r>
          </a:p>
        </p:txBody>
      </p:sp>
      <p:sp>
        <p:nvSpPr>
          <p:cNvPr id="1559" name="Google Shape;1559;p45"/>
          <p:cNvSpPr txBox="1"/>
          <p:nvPr/>
        </p:nvSpPr>
        <p:spPr>
          <a:xfrm>
            <a:off x="6069274" y="2771407"/>
            <a:ext cx="2016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final evaluation</a:t>
            </a:r>
          </a:p>
        </p:txBody>
      </p:sp>
      <p:sp>
        <p:nvSpPr>
          <p:cNvPr id="1560" name="Google Shape;1560;p45"/>
          <p:cNvSpPr txBox="1"/>
          <p:nvPr/>
        </p:nvSpPr>
        <p:spPr>
          <a:xfrm>
            <a:off x="6690666" y="2216745"/>
            <a:ext cx="1975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tuning parameters</a:t>
            </a:r>
          </a:p>
        </p:txBody>
      </p:sp>
      <p:sp>
        <p:nvSpPr>
          <p:cNvPr id="1561" name="Google Shape;1561;p45"/>
          <p:cNvSpPr txBox="1"/>
          <p:nvPr/>
        </p:nvSpPr>
        <p:spPr>
          <a:xfrm>
            <a:off x="6069275" y="1621497"/>
            <a:ext cx="13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</a:p>
        </p:txBody>
      </p:sp>
      <p:sp>
        <p:nvSpPr>
          <p:cNvPr id="1562" name="Google Shape;1562;p45"/>
          <p:cNvSpPr txBox="1">
            <a:spLocks noGrp="1"/>
          </p:cNvSpPr>
          <p:nvPr>
            <p:ph type="title" idx="4294967295"/>
          </p:nvPr>
        </p:nvSpPr>
        <p:spPr>
          <a:xfrm>
            <a:off x="1303251" y="3517519"/>
            <a:ext cx="1974600" cy="6991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GB" sz="1200" noProof="0" dirty="0"/>
              <a:t>The model has enough data to learn effectively</a:t>
            </a:r>
          </a:p>
        </p:txBody>
      </p:sp>
      <p:sp>
        <p:nvSpPr>
          <p:cNvPr id="1570" name="Google Shape;1570;p45"/>
          <p:cNvSpPr txBox="1"/>
          <p:nvPr/>
        </p:nvSpPr>
        <p:spPr>
          <a:xfrm>
            <a:off x="3842451" y="3687710"/>
            <a:ext cx="197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GB" sz="12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Evaluation is fair and unbiased</a:t>
            </a:r>
          </a:p>
        </p:txBody>
      </p:sp>
      <p:sp>
        <p:nvSpPr>
          <p:cNvPr id="1571" name="Google Shape;1571;p45"/>
          <p:cNvSpPr txBox="1"/>
          <p:nvPr/>
        </p:nvSpPr>
        <p:spPr>
          <a:xfrm>
            <a:off x="6399967" y="3768990"/>
            <a:ext cx="197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GB" sz="12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Model is more likely to generalize well to new, unseen data.</a:t>
            </a:r>
          </a:p>
        </p:txBody>
      </p:sp>
      <p:grpSp>
        <p:nvGrpSpPr>
          <p:cNvPr id="1572" name="Google Shape;1572;p45"/>
          <p:cNvGrpSpPr/>
          <p:nvPr/>
        </p:nvGrpSpPr>
        <p:grpSpPr>
          <a:xfrm>
            <a:off x="6008874" y="3673007"/>
            <a:ext cx="248186" cy="347488"/>
            <a:chOff x="1273600" y="3144712"/>
            <a:chExt cx="423814" cy="602023"/>
          </a:xfrm>
        </p:grpSpPr>
        <p:sp>
          <p:nvSpPr>
            <p:cNvPr id="1573" name="Google Shape;1573;p45"/>
            <p:cNvSpPr/>
            <p:nvPr/>
          </p:nvSpPr>
          <p:spPr>
            <a:xfrm>
              <a:off x="1353932" y="3192705"/>
              <a:ext cx="160398" cy="60796"/>
            </a:xfrm>
            <a:custGeom>
              <a:avLst/>
              <a:gdLst/>
              <a:ahLst/>
              <a:cxnLst/>
              <a:rect l="l" t="t" r="r" b="b"/>
              <a:pathLst>
                <a:path w="4836" h="1833" extrusionOk="0">
                  <a:moveTo>
                    <a:pt x="3124" y="0"/>
                  </a:moveTo>
                  <a:cubicBezTo>
                    <a:pt x="1961" y="0"/>
                    <a:pt x="857" y="507"/>
                    <a:pt x="96" y="1394"/>
                  </a:cubicBezTo>
                  <a:cubicBezTo>
                    <a:pt x="1" y="1505"/>
                    <a:pt x="14" y="1673"/>
                    <a:pt x="125" y="1768"/>
                  </a:cubicBezTo>
                  <a:cubicBezTo>
                    <a:pt x="175" y="1811"/>
                    <a:pt x="237" y="1833"/>
                    <a:pt x="299" y="1833"/>
                  </a:cubicBezTo>
                  <a:cubicBezTo>
                    <a:pt x="374" y="1833"/>
                    <a:pt x="447" y="1801"/>
                    <a:pt x="500" y="1740"/>
                  </a:cubicBezTo>
                  <a:cubicBezTo>
                    <a:pt x="1160" y="972"/>
                    <a:pt x="2116" y="531"/>
                    <a:pt x="3124" y="531"/>
                  </a:cubicBezTo>
                  <a:cubicBezTo>
                    <a:pt x="3577" y="531"/>
                    <a:pt x="4017" y="618"/>
                    <a:pt x="4433" y="789"/>
                  </a:cubicBezTo>
                  <a:cubicBezTo>
                    <a:pt x="4466" y="802"/>
                    <a:pt x="4500" y="809"/>
                    <a:pt x="4534" y="809"/>
                  </a:cubicBezTo>
                  <a:cubicBezTo>
                    <a:pt x="4638" y="809"/>
                    <a:pt x="4738" y="747"/>
                    <a:pt x="4780" y="644"/>
                  </a:cubicBezTo>
                  <a:cubicBezTo>
                    <a:pt x="4836" y="507"/>
                    <a:pt x="4771" y="352"/>
                    <a:pt x="4635" y="297"/>
                  </a:cubicBezTo>
                  <a:cubicBezTo>
                    <a:pt x="4155" y="100"/>
                    <a:pt x="3647" y="0"/>
                    <a:pt x="3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74" name="Google Shape;1574;p45"/>
            <p:cNvSpPr/>
            <p:nvPr/>
          </p:nvSpPr>
          <p:spPr>
            <a:xfrm>
              <a:off x="1579637" y="3562689"/>
              <a:ext cx="56451" cy="56484"/>
            </a:xfrm>
            <a:custGeom>
              <a:avLst/>
              <a:gdLst/>
              <a:ahLst/>
              <a:cxnLst/>
              <a:rect l="l" t="t" r="r" b="b"/>
              <a:pathLst>
                <a:path w="1702" h="1703" extrusionOk="0">
                  <a:moveTo>
                    <a:pt x="1170" y="532"/>
                  </a:moveTo>
                  <a:lnTo>
                    <a:pt x="1170" y="1170"/>
                  </a:lnTo>
                  <a:lnTo>
                    <a:pt x="531" y="1170"/>
                  </a:lnTo>
                  <a:lnTo>
                    <a:pt x="531" y="53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1436"/>
                  </a:lnTo>
                  <a:cubicBezTo>
                    <a:pt x="0" y="1583"/>
                    <a:pt x="119" y="1702"/>
                    <a:pt x="266" y="1702"/>
                  </a:cubicBezTo>
                  <a:lnTo>
                    <a:pt x="1435" y="1702"/>
                  </a:lnTo>
                  <a:cubicBezTo>
                    <a:pt x="1582" y="1702"/>
                    <a:pt x="1701" y="1583"/>
                    <a:pt x="1701" y="1436"/>
                  </a:cubicBezTo>
                  <a:lnTo>
                    <a:pt x="1701" y="267"/>
                  </a:lnTo>
                  <a:cubicBezTo>
                    <a:pt x="1701" y="120"/>
                    <a:pt x="1582" y="1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75" name="Google Shape;1575;p45"/>
            <p:cNvSpPr/>
            <p:nvPr/>
          </p:nvSpPr>
          <p:spPr>
            <a:xfrm>
              <a:off x="1273600" y="3144712"/>
              <a:ext cx="423814" cy="602023"/>
            </a:xfrm>
            <a:custGeom>
              <a:avLst/>
              <a:gdLst/>
              <a:ahLst/>
              <a:cxnLst/>
              <a:rect l="l" t="t" r="r" b="b"/>
              <a:pathLst>
                <a:path w="12778" h="18151" extrusionOk="0">
                  <a:moveTo>
                    <a:pt x="5541" y="533"/>
                  </a:moveTo>
                  <a:cubicBezTo>
                    <a:pt x="5612" y="533"/>
                    <a:pt x="5684" y="534"/>
                    <a:pt x="5756" y="538"/>
                  </a:cubicBezTo>
                  <a:cubicBezTo>
                    <a:pt x="8457" y="654"/>
                    <a:pt x="10560" y="2945"/>
                    <a:pt x="10444" y="5647"/>
                  </a:cubicBezTo>
                  <a:cubicBezTo>
                    <a:pt x="10407" y="6491"/>
                    <a:pt x="10153" y="7312"/>
                    <a:pt x="9710" y="8024"/>
                  </a:cubicBezTo>
                  <a:cubicBezTo>
                    <a:pt x="9655" y="8017"/>
                    <a:pt x="9601" y="8013"/>
                    <a:pt x="9544" y="8013"/>
                  </a:cubicBezTo>
                  <a:cubicBezTo>
                    <a:pt x="9140" y="8013"/>
                    <a:pt x="8779" y="8204"/>
                    <a:pt x="8548" y="8501"/>
                  </a:cubicBezTo>
                  <a:cubicBezTo>
                    <a:pt x="8486" y="8421"/>
                    <a:pt x="8414" y="8349"/>
                    <a:pt x="8335" y="8285"/>
                  </a:cubicBezTo>
                  <a:cubicBezTo>
                    <a:pt x="9075" y="7562"/>
                    <a:pt x="9535" y="6551"/>
                    <a:pt x="9535" y="5436"/>
                  </a:cubicBezTo>
                  <a:cubicBezTo>
                    <a:pt x="9535" y="4825"/>
                    <a:pt x="9401" y="4239"/>
                    <a:pt x="9135" y="3693"/>
                  </a:cubicBezTo>
                  <a:cubicBezTo>
                    <a:pt x="9088" y="3599"/>
                    <a:pt x="8994" y="3544"/>
                    <a:pt x="8895" y="3544"/>
                  </a:cubicBezTo>
                  <a:cubicBezTo>
                    <a:pt x="8856" y="3544"/>
                    <a:pt x="8816" y="3552"/>
                    <a:pt x="8778" y="3571"/>
                  </a:cubicBezTo>
                  <a:cubicBezTo>
                    <a:pt x="8647" y="3635"/>
                    <a:pt x="8593" y="3794"/>
                    <a:pt x="8656" y="3926"/>
                  </a:cubicBezTo>
                  <a:cubicBezTo>
                    <a:pt x="8887" y="4399"/>
                    <a:pt x="9004" y="4906"/>
                    <a:pt x="9004" y="5436"/>
                  </a:cubicBezTo>
                  <a:cubicBezTo>
                    <a:pt x="9004" y="6474"/>
                    <a:pt x="8543" y="7408"/>
                    <a:pt x="7816" y="8041"/>
                  </a:cubicBezTo>
                  <a:cubicBezTo>
                    <a:pt x="7731" y="8024"/>
                    <a:pt x="7643" y="8013"/>
                    <a:pt x="7552" y="8013"/>
                  </a:cubicBezTo>
                  <a:cubicBezTo>
                    <a:pt x="7302" y="8013"/>
                    <a:pt x="7067" y="8085"/>
                    <a:pt x="6869" y="8213"/>
                  </a:cubicBezTo>
                  <a:lnTo>
                    <a:pt x="6869" y="5483"/>
                  </a:lnTo>
                  <a:cubicBezTo>
                    <a:pt x="6869" y="4774"/>
                    <a:pt x="6291" y="4196"/>
                    <a:pt x="5580" y="4196"/>
                  </a:cubicBezTo>
                  <a:cubicBezTo>
                    <a:pt x="4870" y="4196"/>
                    <a:pt x="4292" y="4773"/>
                    <a:pt x="4292" y="5483"/>
                  </a:cubicBezTo>
                  <a:lnTo>
                    <a:pt x="4292" y="7006"/>
                  </a:lnTo>
                  <a:cubicBezTo>
                    <a:pt x="3830" y="6637"/>
                    <a:pt x="3535" y="6071"/>
                    <a:pt x="3535" y="5436"/>
                  </a:cubicBezTo>
                  <a:cubicBezTo>
                    <a:pt x="3535" y="4327"/>
                    <a:pt x="4437" y="3425"/>
                    <a:pt x="5546" y="3425"/>
                  </a:cubicBezTo>
                  <a:cubicBezTo>
                    <a:pt x="6655" y="3425"/>
                    <a:pt x="7558" y="4327"/>
                    <a:pt x="7558" y="5436"/>
                  </a:cubicBezTo>
                  <a:cubicBezTo>
                    <a:pt x="7558" y="5809"/>
                    <a:pt x="7455" y="6173"/>
                    <a:pt x="7260" y="6490"/>
                  </a:cubicBezTo>
                  <a:cubicBezTo>
                    <a:pt x="7182" y="6615"/>
                    <a:pt x="7221" y="6778"/>
                    <a:pt x="7346" y="6855"/>
                  </a:cubicBezTo>
                  <a:cubicBezTo>
                    <a:pt x="7390" y="6882"/>
                    <a:pt x="7438" y="6895"/>
                    <a:pt x="7485" y="6895"/>
                  </a:cubicBezTo>
                  <a:cubicBezTo>
                    <a:pt x="7574" y="6895"/>
                    <a:pt x="7661" y="6850"/>
                    <a:pt x="7712" y="6769"/>
                  </a:cubicBezTo>
                  <a:cubicBezTo>
                    <a:pt x="7959" y="6368"/>
                    <a:pt x="8089" y="5907"/>
                    <a:pt x="8089" y="5436"/>
                  </a:cubicBezTo>
                  <a:cubicBezTo>
                    <a:pt x="8089" y="4034"/>
                    <a:pt x="6949" y="2893"/>
                    <a:pt x="5546" y="2893"/>
                  </a:cubicBezTo>
                  <a:cubicBezTo>
                    <a:pt x="4144" y="2893"/>
                    <a:pt x="3003" y="4034"/>
                    <a:pt x="3003" y="5436"/>
                  </a:cubicBezTo>
                  <a:cubicBezTo>
                    <a:pt x="3003" y="6383"/>
                    <a:pt x="3522" y="7209"/>
                    <a:pt x="4292" y="7648"/>
                  </a:cubicBezTo>
                  <a:lnTo>
                    <a:pt x="4292" y="8658"/>
                  </a:lnTo>
                  <a:cubicBezTo>
                    <a:pt x="3004" y="8154"/>
                    <a:pt x="2089" y="6900"/>
                    <a:pt x="2089" y="5436"/>
                  </a:cubicBezTo>
                  <a:cubicBezTo>
                    <a:pt x="2089" y="5289"/>
                    <a:pt x="1970" y="5170"/>
                    <a:pt x="1823" y="5170"/>
                  </a:cubicBezTo>
                  <a:cubicBezTo>
                    <a:pt x="1676" y="5170"/>
                    <a:pt x="1557" y="5289"/>
                    <a:pt x="1557" y="5436"/>
                  </a:cubicBezTo>
                  <a:cubicBezTo>
                    <a:pt x="1557" y="7197"/>
                    <a:pt x="2705" y="8695"/>
                    <a:pt x="4292" y="9222"/>
                  </a:cubicBezTo>
                  <a:lnTo>
                    <a:pt x="4292" y="10177"/>
                  </a:lnTo>
                  <a:cubicBezTo>
                    <a:pt x="2113" y="9602"/>
                    <a:pt x="545" y="7568"/>
                    <a:pt x="646" y="5225"/>
                  </a:cubicBezTo>
                  <a:cubicBezTo>
                    <a:pt x="758" y="2595"/>
                    <a:pt x="2934" y="533"/>
                    <a:pt x="5541" y="533"/>
                  </a:cubicBezTo>
                  <a:close/>
                  <a:moveTo>
                    <a:pt x="12246" y="13134"/>
                  </a:moveTo>
                  <a:lnTo>
                    <a:pt x="12246" y="13772"/>
                  </a:lnTo>
                  <a:lnTo>
                    <a:pt x="11607" y="13772"/>
                  </a:lnTo>
                  <a:lnTo>
                    <a:pt x="11607" y="13134"/>
                  </a:lnTo>
                  <a:close/>
                  <a:moveTo>
                    <a:pt x="8132" y="13225"/>
                  </a:moveTo>
                  <a:cubicBezTo>
                    <a:pt x="8288" y="13225"/>
                    <a:pt x="8414" y="13351"/>
                    <a:pt x="8414" y="13508"/>
                  </a:cubicBezTo>
                  <a:cubicBezTo>
                    <a:pt x="8414" y="13664"/>
                    <a:pt x="8288" y="13792"/>
                    <a:pt x="8132" y="13792"/>
                  </a:cubicBezTo>
                  <a:cubicBezTo>
                    <a:pt x="7974" y="13791"/>
                    <a:pt x="7848" y="13664"/>
                    <a:pt x="7848" y="13508"/>
                  </a:cubicBezTo>
                  <a:cubicBezTo>
                    <a:pt x="7848" y="13351"/>
                    <a:pt x="7974" y="13225"/>
                    <a:pt x="8132" y="13225"/>
                  </a:cubicBezTo>
                  <a:close/>
                  <a:moveTo>
                    <a:pt x="2381" y="11002"/>
                  </a:moveTo>
                  <a:cubicBezTo>
                    <a:pt x="2627" y="11002"/>
                    <a:pt x="2859" y="11099"/>
                    <a:pt x="3033" y="11273"/>
                  </a:cubicBezTo>
                  <a:lnTo>
                    <a:pt x="4292" y="12531"/>
                  </a:lnTo>
                  <a:lnTo>
                    <a:pt x="4292" y="15141"/>
                  </a:lnTo>
                  <a:lnTo>
                    <a:pt x="1729" y="12577"/>
                  </a:lnTo>
                  <a:cubicBezTo>
                    <a:pt x="1368" y="12218"/>
                    <a:pt x="1368" y="11633"/>
                    <a:pt x="1729" y="11273"/>
                  </a:cubicBezTo>
                  <a:cubicBezTo>
                    <a:pt x="1902" y="11099"/>
                    <a:pt x="2134" y="11002"/>
                    <a:pt x="2381" y="11002"/>
                  </a:cubicBezTo>
                  <a:close/>
                  <a:moveTo>
                    <a:pt x="7101" y="15250"/>
                  </a:moveTo>
                  <a:cubicBezTo>
                    <a:pt x="7258" y="15250"/>
                    <a:pt x="7384" y="15377"/>
                    <a:pt x="7384" y="15533"/>
                  </a:cubicBezTo>
                  <a:cubicBezTo>
                    <a:pt x="7384" y="15689"/>
                    <a:pt x="7258" y="15817"/>
                    <a:pt x="7101" y="15817"/>
                  </a:cubicBezTo>
                  <a:cubicBezTo>
                    <a:pt x="6945" y="15817"/>
                    <a:pt x="6817" y="15689"/>
                    <a:pt x="6817" y="15533"/>
                  </a:cubicBezTo>
                  <a:cubicBezTo>
                    <a:pt x="6817" y="15377"/>
                    <a:pt x="6945" y="15250"/>
                    <a:pt x="7101" y="15250"/>
                  </a:cubicBezTo>
                  <a:close/>
                  <a:moveTo>
                    <a:pt x="5580" y="4727"/>
                  </a:moveTo>
                  <a:cubicBezTo>
                    <a:pt x="5997" y="4727"/>
                    <a:pt x="6337" y="5067"/>
                    <a:pt x="6337" y="5483"/>
                  </a:cubicBezTo>
                  <a:lnTo>
                    <a:pt x="6337" y="8973"/>
                  </a:lnTo>
                  <a:cubicBezTo>
                    <a:pt x="6337" y="9104"/>
                    <a:pt x="6432" y="9216"/>
                    <a:pt x="6562" y="9236"/>
                  </a:cubicBezTo>
                  <a:cubicBezTo>
                    <a:pt x="6575" y="9238"/>
                    <a:pt x="6589" y="9239"/>
                    <a:pt x="6602" y="9239"/>
                  </a:cubicBezTo>
                  <a:cubicBezTo>
                    <a:pt x="6717" y="9239"/>
                    <a:pt x="6820" y="9166"/>
                    <a:pt x="6855" y="9053"/>
                  </a:cubicBezTo>
                  <a:cubicBezTo>
                    <a:pt x="6952" y="8748"/>
                    <a:pt x="7232" y="8544"/>
                    <a:pt x="7551" y="8544"/>
                  </a:cubicBezTo>
                  <a:cubicBezTo>
                    <a:pt x="7955" y="8544"/>
                    <a:pt x="8282" y="8872"/>
                    <a:pt x="8282" y="9274"/>
                  </a:cubicBezTo>
                  <a:cubicBezTo>
                    <a:pt x="8282" y="9421"/>
                    <a:pt x="8402" y="9540"/>
                    <a:pt x="8548" y="9540"/>
                  </a:cubicBezTo>
                  <a:cubicBezTo>
                    <a:pt x="8695" y="9540"/>
                    <a:pt x="8814" y="9421"/>
                    <a:pt x="8814" y="9274"/>
                  </a:cubicBezTo>
                  <a:cubicBezTo>
                    <a:pt x="8814" y="8872"/>
                    <a:pt x="9142" y="8544"/>
                    <a:pt x="9544" y="8544"/>
                  </a:cubicBezTo>
                  <a:cubicBezTo>
                    <a:pt x="9915" y="8544"/>
                    <a:pt x="10226" y="8821"/>
                    <a:pt x="10269" y="9189"/>
                  </a:cubicBezTo>
                  <a:cubicBezTo>
                    <a:pt x="10285" y="9320"/>
                    <a:pt x="10394" y="9421"/>
                    <a:pt x="10527" y="9424"/>
                  </a:cubicBezTo>
                  <a:cubicBezTo>
                    <a:pt x="10530" y="9424"/>
                    <a:pt x="10532" y="9424"/>
                    <a:pt x="10535" y="9424"/>
                  </a:cubicBezTo>
                  <a:cubicBezTo>
                    <a:pt x="10664" y="9424"/>
                    <a:pt x="10774" y="9331"/>
                    <a:pt x="10796" y="9203"/>
                  </a:cubicBezTo>
                  <a:cubicBezTo>
                    <a:pt x="10855" y="8850"/>
                    <a:pt x="11157" y="8594"/>
                    <a:pt x="11515" y="8594"/>
                  </a:cubicBezTo>
                  <a:cubicBezTo>
                    <a:pt x="11917" y="8594"/>
                    <a:pt x="12246" y="8923"/>
                    <a:pt x="12246" y="9325"/>
                  </a:cubicBezTo>
                  <a:lnTo>
                    <a:pt x="12246" y="10960"/>
                  </a:lnTo>
                  <a:lnTo>
                    <a:pt x="11442" y="10960"/>
                  </a:lnTo>
                  <a:cubicBezTo>
                    <a:pt x="11296" y="10960"/>
                    <a:pt x="11177" y="11079"/>
                    <a:pt x="11177" y="11225"/>
                  </a:cubicBezTo>
                  <a:cubicBezTo>
                    <a:pt x="11177" y="11372"/>
                    <a:pt x="11296" y="11491"/>
                    <a:pt x="11442" y="11491"/>
                  </a:cubicBezTo>
                  <a:lnTo>
                    <a:pt x="12246" y="11491"/>
                  </a:lnTo>
                  <a:lnTo>
                    <a:pt x="12246" y="12603"/>
                  </a:lnTo>
                  <a:lnTo>
                    <a:pt x="11341" y="12603"/>
                  </a:lnTo>
                  <a:cubicBezTo>
                    <a:pt x="11194" y="12603"/>
                    <a:pt x="11075" y="12722"/>
                    <a:pt x="11075" y="12869"/>
                  </a:cubicBezTo>
                  <a:lnTo>
                    <a:pt x="11075" y="14038"/>
                  </a:lnTo>
                  <a:cubicBezTo>
                    <a:pt x="11075" y="14185"/>
                    <a:pt x="11194" y="14304"/>
                    <a:pt x="11341" y="14304"/>
                  </a:cubicBezTo>
                  <a:lnTo>
                    <a:pt x="12246" y="14304"/>
                  </a:lnTo>
                  <a:lnTo>
                    <a:pt x="12246" y="15267"/>
                  </a:lnTo>
                  <a:lnTo>
                    <a:pt x="7872" y="15267"/>
                  </a:lnTo>
                  <a:cubicBezTo>
                    <a:pt x="7761" y="14948"/>
                    <a:pt x="7458" y="14718"/>
                    <a:pt x="7101" y="14718"/>
                  </a:cubicBezTo>
                  <a:cubicBezTo>
                    <a:pt x="6652" y="14718"/>
                    <a:pt x="6286" y="15083"/>
                    <a:pt x="6286" y="15533"/>
                  </a:cubicBezTo>
                  <a:cubicBezTo>
                    <a:pt x="6286" y="15982"/>
                    <a:pt x="6652" y="16348"/>
                    <a:pt x="7101" y="16348"/>
                  </a:cubicBezTo>
                  <a:cubicBezTo>
                    <a:pt x="7458" y="16348"/>
                    <a:pt x="7761" y="16117"/>
                    <a:pt x="7872" y="15799"/>
                  </a:cubicBezTo>
                  <a:lnTo>
                    <a:pt x="12220" y="15799"/>
                  </a:lnTo>
                  <a:cubicBezTo>
                    <a:pt x="12062" y="16828"/>
                    <a:pt x="11171" y="17618"/>
                    <a:pt x="10099" y="17618"/>
                  </a:cubicBezTo>
                  <a:lnTo>
                    <a:pt x="6970" y="17618"/>
                  </a:lnTo>
                  <a:cubicBezTo>
                    <a:pt x="5786" y="17618"/>
                    <a:pt x="4823" y="16655"/>
                    <a:pt x="4823" y="15472"/>
                  </a:cubicBezTo>
                  <a:lnTo>
                    <a:pt x="4823" y="13773"/>
                  </a:lnTo>
                  <a:lnTo>
                    <a:pt x="7360" y="13773"/>
                  </a:lnTo>
                  <a:cubicBezTo>
                    <a:pt x="7471" y="14093"/>
                    <a:pt x="7774" y="14323"/>
                    <a:pt x="8130" y="14323"/>
                  </a:cubicBezTo>
                  <a:cubicBezTo>
                    <a:pt x="8580" y="14323"/>
                    <a:pt x="8946" y="13957"/>
                    <a:pt x="8946" y="13507"/>
                  </a:cubicBezTo>
                  <a:cubicBezTo>
                    <a:pt x="8946" y="13059"/>
                    <a:pt x="8580" y="12692"/>
                    <a:pt x="8130" y="12692"/>
                  </a:cubicBezTo>
                  <a:cubicBezTo>
                    <a:pt x="7774" y="12692"/>
                    <a:pt x="7471" y="12922"/>
                    <a:pt x="7360" y="13241"/>
                  </a:cubicBezTo>
                  <a:lnTo>
                    <a:pt x="4823" y="13241"/>
                  </a:lnTo>
                  <a:lnTo>
                    <a:pt x="4823" y="11491"/>
                  </a:lnTo>
                  <a:lnTo>
                    <a:pt x="9706" y="11491"/>
                  </a:lnTo>
                  <a:cubicBezTo>
                    <a:pt x="9852" y="11491"/>
                    <a:pt x="9971" y="11372"/>
                    <a:pt x="9971" y="11225"/>
                  </a:cubicBezTo>
                  <a:cubicBezTo>
                    <a:pt x="9971" y="11078"/>
                    <a:pt x="9852" y="10959"/>
                    <a:pt x="9706" y="10959"/>
                  </a:cubicBezTo>
                  <a:lnTo>
                    <a:pt x="4823" y="10959"/>
                  </a:lnTo>
                  <a:lnTo>
                    <a:pt x="4823" y="5483"/>
                  </a:lnTo>
                  <a:cubicBezTo>
                    <a:pt x="4823" y="5066"/>
                    <a:pt x="5163" y="4727"/>
                    <a:pt x="5580" y="4727"/>
                  </a:cubicBezTo>
                  <a:close/>
                  <a:moveTo>
                    <a:pt x="5542" y="1"/>
                  </a:moveTo>
                  <a:cubicBezTo>
                    <a:pt x="2651" y="1"/>
                    <a:pt x="240" y="2287"/>
                    <a:pt x="114" y="5202"/>
                  </a:cubicBezTo>
                  <a:cubicBezTo>
                    <a:pt x="1" y="7847"/>
                    <a:pt x="1806" y="10137"/>
                    <a:pt x="4292" y="10725"/>
                  </a:cubicBezTo>
                  <a:lnTo>
                    <a:pt x="4292" y="11779"/>
                  </a:lnTo>
                  <a:lnTo>
                    <a:pt x="3409" y="10896"/>
                  </a:lnTo>
                  <a:cubicBezTo>
                    <a:pt x="3134" y="10622"/>
                    <a:pt x="2769" y="10470"/>
                    <a:pt x="2381" y="10470"/>
                  </a:cubicBezTo>
                  <a:cubicBezTo>
                    <a:pt x="1992" y="10470"/>
                    <a:pt x="1627" y="10622"/>
                    <a:pt x="1352" y="10896"/>
                  </a:cubicBezTo>
                  <a:cubicBezTo>
                    <a:pt x="785" y="11463"/>
                    <a:pt x="785" y="12386"/>
                    <a:pt x="1352" y="12953"/>
                  </a:cubicBezTo>
                  <a:lnTo>
                    <a:pt x="4333" y="15934"/>
                  </a:lnTo>
                  <a:cubicBezTo>
                    <a:pt x="4551" y="17191"/>
                    <a:pt x="5651" y="18150"/>
                    <a:pt x="6970" y="18150"/>
                  </a:cubicBezTo>
                  <a:lnTo>
                    <a:pt x="10098" y="18150"/>
                  </a:lnTo>
                  <a:cubicBezTo>
                    <a:pt x="11575" y="18150"/>
                    <a:pt x="12776" y="16948"/>
                    <a:pt x="12776" y="15472"/>
                  </a:cubicBezTo>
                  <a:lnTo>
                    <a:pt x="12776" y="9325"/>
                  </a:lnTo>
                  <a:cubicBezTo>
                    <a:pt x="12778" y="8629"/>
                    <a:pt x="12211" y="8064"/>
                    <a:pt x="11515" y="8064"/>
                  </a:cubicBezTo>
                  <a:cubicBezTo>
                    <a:pt x="11130" y="8064"/>
                    <a:pt x="10782" y="8235"/>
                    <a:pt x="10549" y="8511"/>
                  </a:cubicBezTo>
                  <a:cubicBezTo>
                    <a:pt x="10458" y="8391"/>
                    <a:pt x="10346" y="8289"/>
                    <a:pt x="10220" y="8209"/>
                  </a:cubicBezTo>
                  <a:cubicBezTo>
                    <a:pt x="10675" y="7441"/>
                    <a:pt x="10936" y="6567"/>
                    <a:pt x="10975" y="5669"/>
                  </a:cubicBezTo>
                  <a:cubicBezTo>
                    <a:pt x="11103" y="2675"/>
                    <a:pt x="8772" y="135"/>
                    <a:pt x="5778" y="6"/>
                  </a:cubicBezTo>
                  <a:cubicBezTo>
                    <a:pt x="5699" y="2"/>
                    <a:pt x="5621" y="1"/>
                    <a:pt x="5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576" name="Google Shape;1576;p45"/>
          <p:cNvGrpSpPr/>
          <p:nvPr/>
        </p:nvGrpSpPr>
        <p:grpSpPr>
          <a:xfrm>
            <a:off x="3365711" y="3686734"/>
            <a:ext cx="437370" cy="320035"/>
            <a:chOff x="3963285" y="3226337"/>
            <a:chExt cx="602023" cy="439668"/>
          </a:xfrm>
        </p:grpSpPr>
        <p:sp>
          <p:nvSpPr>
            <p:cNvPr id="1577" name="Google Shape;1577;p45"/>
            <p:cNvSpPr/>
            <p:nvPr/>
          </p:nvSpPr>
          <p:spPr>
            <a:xfrm>
              <a:off x="3963319" y="3226337"/>
              <a:ext cx="601990" cy="439668"/>
            </a:xfrm>
            <a:custGeom>
              <a:avLst/>
              <a:gdLst/>
              <a:ahLst/>
              <a:cxnLst/>
              <a:rect l="l" t="t" r="r" b="b"/>
              <a:pathLst>
                <a:path w="18150" h="13256" extrusionOk="0">
                  <a:moveTo>
                    <a:pt x="4330" y="533"/>
                  </a:moveTo>
                  <a:lnTo>
                    <a:pt x="4330" y="1584"/>
                  </a:lnTo>
                  <a:lnTo>
                    <a:pt x="3312" y="1584"/>
                  </a:lnTo>
                  <a:lnTo>
                    <a:pt x="3312" y="533"/>
                  </a:lnTo>
                  <a:close/>
                  <a:moveTo>
                    <a:pt x="14838" y="533"/>
                  </a:moveTo>
                  <a:lnTo>
                    <a:pt x="14838" y="1584"/>
                  </a:lnTo>
                  <a:lnTo>
                    <a:pt x="13820" y="1584"/>
                  </a:lnTo>
                  <a:lnTo>
                    <a:pt x="13820" y="533"/>
                  </a:lnTo>
                  <a:close/>
                  <a:moveTo>
                    <a:pt x="1550" y="2662"/>
                  </a:moveTo>
                  <a:lnTo>
                    <a:pt x="1550" y="3714"/>
                  </a:lnTo>
                  <a:lnTo>
                    <a:pt x="532" y="3714"/>
                  </a:lnTo>
                  <a:lnTo>
                    <a:pt x="532" y="2662"/>
                  </a:lnTo>
                  <a:close/>
                  <a:moveTo>
                    <a:pt x="17618" y="2662"/>
                  </a:moveTo>
                  <a:lnTo>
                    <a:pt x="17618" y="3714"/>
                  </a:lnTo>
                  <a:lnTo>
                    <a:pt x="16599" y="3714"/>
                  </a:lnTo>
                  <a:lnTo>
                    <a:pt x="16599" y="2662"/>
                  </a:lnTo>
                  <a:close/>
                  <a:moveTo>
                    <a:pt x="12577" y="3044"/>
                  </a:moveTo>
                  <a:lnTo>
                    <a:pt x="12577" y="10213"/>
                  </a:lnTo>
                  <a:lnTo>
                    <a:pt x="5573" y="10213"/>
                  </a:lnTo>
                  <a:lnTo>
                    <a:pt x="5573" y="3044"/>
                  </a:lnTo>
                  <a:close/>
                  <a:moveTo>
                    <a:pt x="4330" y="11673"/>
                  </a:moveTo>
                  <a:lnTo>
                    <a:pt x="4330" y="12725"/>
                  </a:lnTo>
                  <a:lnTo>
                    <a:pt x="3312" y="12725"/>
                  </a:lnTo>
                  <a:lnTo>
                    <a:pt x="3312" y="11673"/>
                  </a:lnTo>
                  <a:close/>
                  <a:moveTo>
                    <a:pt x="14838" y="11673"/>
                  </a:moveTo>
                  <a:lnTo>
                    <a:pt x="14838" y="12725"/>
                  </a:lnTo>
                  <a:lnTo>
                    <a:pt x="13820" y="12725"/>
                  </a:lnTo>
                  <a:lnTo>
                    <a:pt x="13820" y="11673"/>
                  </a:lnTo>
                  <a:close/>
                  <a:moveTo>
                    <a:pt x="3224" y="1"/>
                  </a:moveTo>
                  <a:cubicBezTo>
                    <a:pt x="2979" y="1"/>
                    <a:pt x="2780" y="199"/>
                    <a:pt x="2780" y="443"/>
                  </a:cubicBezTo>
                  <a:lnTo>
                    <a:pt x="2780" y="1672"/>
                  </a:lnTo>
                  <a:cubicBezTo>
                    <a:pt x="2780" y="1917"/>
                    <a:pt x="2979" y="2116"/>
                    <a:pt x="3224" y="2116"/>
                  </a:cubicBezTo>
                  <a:lnTo>
                    <a:pt x="3529" y="2116"/>
                  </a:lnTo>
                  <a:lnTo>
                    <a:pt x="3529" y="4103"/>
                  </a:lnTo>
                  <a:cubicBezTo>
                    <a:pt x="3529" y="4347"/>
                    <a:pt x="3727" y="4546"/>
                    <a:pt x="3971" y="4546"/>
                  </a:cubicBezTo>
                  <a:lnTo>
                    <a:pt x="5041" y="4546"/>
                  </a:lnTo>
                  <a:lnTo>
                    <a:pt x="5041" y="5597"/>
                  </a:lnTo>
                  <a:lnTo>
                    <a:pt x="1325" y="5597"/>
                  </a:lnTo>
                  <a:lnTo>
                    <a:pt x="1325" y="4245"/>
                  </a:lnTo>
                  <a:lnTo>
                    <a:pt x="1640" y="4245"/>
                  </a:lnTo>
                  <a:cubicBezTo>
                    <a:pt x="1884" y="4245"/>
                    <a:pt x="2082" y="4047"/>
                    <a:pt x="2082" y="3803"/>
                  </a:cubicBezTo>
                  <a:lnTo>
                    <a:pt x="2082" y="2573"/>
                  </a:lnTo>
                  <a:cubicBezTo>
                    <a:pt x="2082" y="2328"/>
                    <a:pt x="1884" y="2130"/>
                    <a:pt x="1640" y="2130"/>
                  </a:cubicBezTo>
                  <a:lnTo>
                    <a:pt x="443" y="2130"/>
                  </a:lnTo>
                  <a:cubicBezTo>
                    <a:pt x="199" y="2130"/>
                    <a:pt x="1" y="2328"/>
                    <a:pt x="1" y="2573"/>
                  </a:cubicBezTo>
                  <a:lnTo>
                    <a:pt x="1" y="3803"/>
                  </a:lnTo>
                  <a:cubicBezTo>
                    <a:pt x="1" y="4047"/>
                    <a:pt x="199" y="4245"/>
                    <a:pt x="443" y="4245"/>
                  </a:cubicBezTo>
                  <a:lnTo>
                    <a:pt x="794" y="4245"/>
                  </a:lnTo>
                  <a:lnTo>
                    <a:pt x="794" y="5686"/>
                  </a:lnTo>
                  <a:cubicBezTo>
                    <a:pt x="794" y="5930"/>
                    <a:pt x="992" y="6129"/>
                    <a:pt x="1236" y="6129"/>
                  </a:cubicBezTo>
                  <a:lnTo>
                    <a:pt x="5041" y="6129"/>
                  </a:lnTo>
                  <a:lnTo>
                    <a:pt x="5041" y="7072"/>
                  </a:lnTo>
                  <a:lnTo>
                    <a:pt x="3971" y="7072"/>
                  </a:lnTo>
                  <a:cubicBezTo>
                    <a:pt x="3824" y="7072"/>
                    <a:pt x="3705" y="7191"/>
                    <a:pt x="3705" y="7338"/>
                  </a:cubicBezTo>
                  <a:cubicBezTo>
                    <a:pt x="3705" y="7485"/>
                    <a:pt x="3824" y="7604"/>
                    <a:pt x="3971" y="7604"/>
                  </a:cubicBezTo>
                  <a:lnTo>
                    <a:pt x="5041" y="7604"/>
                  </a:lnTo>
                  <a:lnTo>
                    <a:pt x="5041" y="8711"/>
                  </a:lnTo>
                  <a:lnTo>
                    <a:pt x="3971" y="8711"/>
                  </a:lnTo>
                  <a:cubicBezTo>
                    <a:pt x="3727" y="8711"/>
                    <a:pt x="3529" y="8909"/>
                    <a:pt x="3529" y="9153"/>
                  </a:cubicBezTo>
                  <a:lnTo>
                    <a:pt x="3529" y="11141"/>
                  </a:lnTo>
                  <a:lnTo>
                    <a:pt x="3224" y="11141"/>
                  </a:lnTo>
                  <a:cubicBezTo>
                    <a:pt x="2979" y="11141"/>
                    <a:pt x="2780" y="11339"/>
                    <a:pt x="2780" y="11583"/>
                  </a:cubicBezTo>
                  <a:lnTo>
                    <a:pt x="2780" y="12812"/>
                  </a:lnTo>
                  <a:cubicBezTo>
                    <a:pt x="2780" y="13057"/>
                    <a:pt x="2979" y="13256"/>
                    <a:pt x="3224" y="13256"/>
                  </a:cubicBezTo>
                  <a:lnTo>
                    <a:pt x="4419" y="13256"/>
                  </a:lnTo>
                  <a:cubicBezTo>
                    <a:pt x="4663" y="13256"/>
                    <a:pt x="4862" y="13057"/>
                    <a:pt x="4862" y="12812"/>
                  </a:cubicBezTo>
                  <a:lnTo>
                    <a:pt x="4862" y="11583"/>
                  </a:lnTo>
                  <a:cubicBezTo>
                    <a:pt x="4862" y="11339"/>
                    <a:pt x="4663" y="11141"/>
                    <a:pt x="4419" y="11141"/>
                  </a:cubicBezTo>
                  <a:lnTo>
                    <a:pt x="4061" y="11141"/>
                  </a:lnTo>
                  <a:lnTo>
                    <a:pt x="4061" y="9242"/>
                  </a:lnTo>
                  <a:lnTo>
                    <a:pt x="5041" y="9242"/>
                  </a:lnTo>
                  <a:lnTo>
                    <a:pt x="5041" y="10301"/>
                  </a:lnTo>
                  <a:cubicBezTo>
                    <a:pt x="5041" y="10545"/>
                    <a:pt x="5240" y="10743"/>
                    <a:pt x="5485" y="10743"/>
                  </a:cubicBezTo>
                  <a:lnTo>
                    <a:pt x="6475" y="10743"/>
                  </a:lnTo>
                  <a:lnTo>
                    <a:pt x="6475" y="11944"/>
                  </a:lnTo>
                  <a:cubicBezTo>
                    <a:pt x="6475" y="12091"/>
                    <a:pt x="6594" y="12210"/>
                    <a:pt x="6740" y="12210"/>
                  </a:cubicBezTo>
                  <a:cubicBezTo>
                    <a:pt x="6887" y="12210"/>
                    <a:pt x="7006" y="12091"/>
                    <a:pt x="7006" y="11944"/>
                  </a:cubicBezTo>
                  <a:lnTo>
                    <a:pt x="7006" y="10743"/>
                  </a:lnTo>
                  <a:lnTo>
                    <a:pt x="8031" y="10743"/>
                  </a:lnTo>
                  <a:lnTo>
                    <a:pt x="8031" y="11944"/>
                  </a:lnTo>
                  <a:cubicBezTo>
                    <a:pt x="8031" y="12091"/>
                    <a:pt x="8150" y="12210"/>
                    <a:pt x="8297" y="12210"/>
                  </a:cubicBezTo>
                  <a:cubicBezTo>
                    <a:pt x="8444" y="12210"/>
                    <a:pt x="8563" y="12091"/>
                    <a:pt x="8563" y="11944"/>
                  </a:cubicBezTo>
                  <a:lnTo>
                    <a:pt x="8563" y="10743"/>
                  </a:lnTo>
                  <a:lnTo>
                    <a:pt x="9588" y="10743"/>
                  </a:lnTo>
                  <a:lnTo>
                    <a:pt x="9588" y="11944"/>
                  </a:lnTo>
                  <a:cubicBezTo>
                    <a:pt x="9588" y="12091"/>
                    <a:pt x="9707" y="12210"/>
                    <a:pt x="9854" y="12210"/>
                  </a:cubicBezTo>
                  <a:cubicBezTo>
                    <a:pt x="10000" y="12210"/>
                    <a:pt x="10119" y="12091"/>
                    <a:pt x="10119" y="11944"/>
                  </a:cubicBezTo>
                  <a:lnTo>
                    <a:pt x="10119" y="10743"/>
                  </a:lnTo>
                  <a:lnTo>
                    <a:pt x="11144" y="10743"/>
                  </a:lnTo>
                  <a:lnTo>
                    <a:pt x="11144" y="11944"/>
                  </a:lnTo>
                  <a:cubicBezTo>
                    <a:pt x="11144" y="12091"/>
                    <a:pt x="11263" y="12210"/>
                    <a:pt x="11410" y="12210"/>
                  </a:cubicBezTo>
                  <a:cubicBezTo>
                    <a:pt x="11557" y="12210"/>
                    <a:pt x="11676" y="12091"/>
                    <a:pt x="11676" y="11944"/>
                  </a:cubicBezTo>
                  <a:lnTo>
                    <a:pt x="11676" y="10743"/>
                  </a:lnTo>
                  <a:lnTo>
                    <a:pt x="12667" y="10743"/>
                  </a:lnTo>
                  <a:cubicBezTo>
                    <a:pt x="12911" y="10743"/>
                    <a:pt x="13109" y="10545"/>
                    <a:pt x="13109" y="10301"/>
                  </a:cubicBezTo>
                  <a:lnTo>
                    <a:pt x="13109" y="9242"/>
                  </a:lnTo>
                  <a:lnTo>
                    <a:pt x="14090" y="9242"/>
                  </a:lnTo>
                  <a:lnTo>
                    <a:pt x="14090" y="11141"/>
                  </a:lnTo>
                  <a:lnTo>
                    <a:pt x="13732" y="11141"/>
                  </a:lnTo>
                  <a:cubicBezTo>
                    <a:pt x="13487" y="11141"/>
                    <a:pt x="13289" y="11339"/>
                    <a:pt x="13289" y="11583"/>
                  </a:cubicBezTo>
                  <a:lnTo>
                    <a:pt x="13289" y="12812"/>
                  </a:lnTo>
                  <a:cubicBezTo>
                    <a:pt x="13289" y="13057"/>
                    <a:pt x="13487" y="13256"/>
                    <a:pt x="13732" y="13256"/>
                  </a:cubicBezTo>
                  <a:lnTo>
                    <a:pt x="14927" y="13256"/>
                  </a:lnTo>
                  <a:cubicBezTo>
                    <a:pt x="15171" y="13256"/>
                    <a:pt x="15370" y="13057"/>
                    <a:pt x="15370" y="12812"/>
                  </a:cubicBezTo>
                  <a:lnTo>
                    <a:pt x="15370" y="11583"/>
                  </a:lnTo>
                  <a:cubicBezTo>
                    <a:pt x="15370" y="11339"/>
                    <a:pt x="15171" y="11141"/>
                    <a:pt x="14927" y="11141"/>
                  </a:cubicBezTo>
                  <a:lnTo>
                    <a:pt x="14622" y="11141"/>
                  </a:lnTo>
                  <a:lnTo>
                    <a:pt x="14622" y="9153"/>
                  </a:lnTo>
                  <a:cubicBezTo>
                    <a:pt x="14622" y="8909"/>
                    <a:pt x="14424" y="8711"/>
                    <a:pt x="14179" y="8711"/>
                  </a:cubicBezTo>
                  <a:lnTo>
                    <a:pt x="13109" y="8711"/>
                  </a:lnTo>
                  <a:lnTo>
                    <a:pt x="13109" y="7604"/>
                  </a:lnTo>
                  <a:lnTo>
                    <a:pt x="14215" y="7604"/>
                  </a:lnTo>
                  <a:cubicBezTo>
                    <a:pt x="14362" y="7604"/>
                    <a:pt x="14481" y="7485"/>
                    <a:pt x="14481" y="7338"/>
                  </a:cubicBezTo>
                  <a:cubicBezTo>
                    <a:pt x="14481" y="7191"/>
                    <a:pt x="14362" y="7072"/>
                    <a:pt x="14215" y="7072"/>
                  </a:cubicBezTo>
                  <a:lnTo>
                    <a:pt x="13109" y="7072"/>
                  </a:lnTo>
                  <a:lnTo>
                    <a:pt x="13109" y="6129"/>
                  </a:lnTo>
                  <a:lnTo>
                    <a:pt x="16914" y="6129"/>
                  </a:lnTo>
                  <a:cubicBezTo>
                    <a:pt x="17159" y="6129"/>
                    <a:pt x="17357" y="5930"/>
                    <a:pt x="17357" y="5686"/>
                  </a:cubicBezTo>
                  <a:lnTo>
                    <a:pt x="17357" y="4245"/>
                  </a:lnTo>
                  <a:lnTo>
                    <a:pt x="17707" y="4245"/>
                  </a:lnTo>
                  <a:cubicBezTo>
                    <a:pt x="17951" y="4245"/>
                    <a:pt x="18150" y="4047"/>
                    <a:pt x="18150" y="3803"/>
                  </a:cubicBezTo>
                  <a:lnTo>
                    <a:pt x="18150" y="2573"/>
                  </a:lnTo>
                  <a:cubicBezTo>
                    <a:pt x="18150" y="2329"/>
                    <a:pt x="17951" y="2130"/>
                    <a:pt x="17707" y="2130"/>
                  </a:cubicBezTo>
                  <a:lnTo>
                    <a:pt x="16511" y="2130"/>
                  </a:lnTo>
                  <a:cubicBezTo>
                    <a:pt x="16267" y="2130"/>
                    <a:pt x="16068" y="2329"/>
                    <a:pt x="16068" y="2574"/>
                  </a:cubicBezTo>
                  <a:lnTo>
                    <a:pt x="16068" y="3803"/>
                  </a:lnTo>
                  <a:cubicBezTo>
                    <a:pt x="16068" y="4047"/>
                    <a:pt x="16267" y="4245"/>
                    <a:pt x="16511" y="4245"/>
                  </a:cubicBezTo>
                  <a:lnTo>
                    <a:pt x="16825" y="4245"/>
                  </a:lnTo>
                  <a:lnTo>
                    <a:pt x="16825" y="5598"/>
                  </a:lnTo>
                  <a:lnTo>
                    <a:pt x="13109" y="5598"/>
                  </a:lnTo>
                  <a:lnTo>
                    <a:pt x="13109" y="4546"/>
                  </a:lnTo>
                  <a:lnTo>
                    <a:pt x="14179" y="4546"/>
                  </a:lnTo>
                  <a:cubicBezTo>
                    <a:pt x="14424" y="4546"/>
                    <a:pt x="14622" y="4347"/>
                    <a:pt x="14622" y="4103"/>
                  </a:cubicBezTo>
                  <a:lnTo>
                    <a:pt x="14622" y="2116"/>
                  </a:lnTo>
                  <a:lnTo>
                    <a:pt x="14928" y="2116"/>
                  </a:lnTo>
                  <a:cubicBezTo>
                    <a:pt x="15172" y="2116"/>
                    <a:pt x="15370" y="1917"/>
                    <a:pt x="15370" y="1672"/>
                  </a:cubicBezTo>
                  <a:lnTo>
                    <a:pt x="15370" y="443"/>
                  </a:lnTo>
                  <a:cubicBezTo>
                    <a:pt x="15370" y="199"/>
                    <a:pt x="15172" y="1"/>
                    <a:pt x="14928" y="1"/>
                  </a:cubicBezTo>
                  <a:lnTo>
                    <a:pt x="13732" y="1"/>
                  </a:lnTo>
                  <a:cubicBezTo>
                    <a:pt x="13487" y="1"/>
                    <a:pt x="13289" y="199"/>
                    <a:pt x="13289" y="443"/>
                  </a:cubicBezTo>
                  <a:lnTo>
                    <a:pt x="13289" y="1672"/>
                  </a:lnTo>
                  <a:cubicBezTo>
                    <a:pt x="13289" y="1917"/>
                    <a:pt x="13487" y="2116"/>
                    <a:pt x="13732" y="2116"/>
                  </a:cubicBezTo>
                  <a:lnTo>
                    <a:pt x="14090" y="2116"/>
                  </a:lnTo>
                  <a:lnTo>
                    <a:pt x="14090" y="4014"/>
                  </a:lnTo>
                  <a:lnTo>
                    <a:pt x="13109" y="4014"/>
                  </a:lnTo>
                  <a:lnTo>
                    <a:pt x="13109" y="2956"/>
                  </a:lnTo>
                  <a:cubicBezTo>
                    <a:pt x="13109" y="2711"/>
                    <a:pt x="12910" y="2512"/>
                    <a:pt x="12667" y="2512"/>
                  </a:cubicBezTo>
                  <a:lnTo>
                    <a:pt x="11676" y="2512"/>
                  </a:lnTo>
                  <a:lnTo>
                    <a:pt x="11676" y="1312"/>
                  </a:lnTo>
                  <a:cubicBezTo>
                    <a:pt x="11676" y="1165"/>
                    <a:pt x="11557" y="1046"/>
                    <a:pt x="11410" y="1046"/>
                  </a:cubicBezTo>
                  <a:cubicBezTo>
                    <a:pt x="11263" y="1046"/>
                    <a:pt x="11144" y="1165"/>
                    <a:pt x="11144" y="1312"/>
                  </a:cubicBezTo>
                  <a:lnTo>
                    <a:pt x="11144" y="2512"/>
                  </a:lnTo>
                  <a:lnTo>
                    <a:pt x="10119" y="2512"/>
                  </a:lnTo>
                  <a:lnTo>
                    <a:pt x="10119" y="1312"/>
                  </a:lnTo>
                  <a:cubicBezTo>
                    <a:pt x="10119" y="1165"/>
                    <a:pt x="10000" y="1046"/>
                    <a:pt x="9854" y="1046"/>
                  </a:cubicBezTo>
                  <a:cubicBezTo>
                    <a:pt x="9707" y="1046"/>
                    <a:pt x="9588" y="1165"/>
                    <a:pt x="9588" y="1312"/>
                  </a:cubicBezTo>
                  <a:lnTo>
                    <a:pt x="9588" y="2512"/>
                  </a:lnTo>
                  <a:lnTo>
                    <a:pt x="8563" y="2512"/>
                  </a:lnTo>
                  <a:lnTo>
                    <a:pt x="8563" y="1312"/>
                  </a:lnTo>
                  <a:cubicBezTo>
                    <a:pt x="8563" y="1165"/>
                    <a:pt x="8444" y="1046"/>
                    <a:pt x="8297" y="1046"/>
                  </a:cubicBezTo>
                  <a:cubicBezTo>
                    <a:pt x="8150" y="1046"/>
                    <a:pt x="8031" y="1165"/>
                    <a:pt x="8031" y="1312"/>
                  </a:cubicBezTo>
                  <a:lnTo>
                    <a:pt x="8031" y="2512"/>
                  </a:lnTo>
                  <a:lnTo>
                    <a:pt x="7006" y="2512"/>
                  </a:lnTo>
                  <a:lnTo>
                    <a:pt x="7006" y="1312"/>
                  </a:lnTo>
                  <a:cubicBezTo>
                    <a:pt x="7006" y="1165"/>
                    <a:pt x="6887" y="1046"/>
                    <a:pt x="6740" y="1046"/>
                  </a:cubicBezTo>
                  <a:cubicBezTo>
                    <a:pt x="6594" y="1046"/>
                    <a:pt x="6475" y="1165"/>
                    <a:pt x="6475" y="1312"/>
                  </a:cubicBezTo>
                  <a:lnTo>
                    <a:pt x="6475" y="2512"/>
                  </a:lnTo>
                  <a:lnTo>
                    <a:pt x="5485" y="2512"/>
                  </a:lnTo>
                  <a:cubicBezTo>
                    <a:pt x="5240" y="2512"/>
                    <a:pt x="5041" y="2711"/>
                    <a:pt x="5041" y="2956"/>
                  </a:cubicBezTo>
                  <a:lnTo>
                    <a:pt x="5041" y="4014"/>
                  </a:lnTo>
                  <a:lnTo>
                    <a:pt x="4061" y="4014"/>
                  </a:lnTo>
                  <a:lnTo>
                    <a:pt x="4061" y="2116"/>
                  </a:lnTo>
                  <a:lnTo>
                    <a:pt x="4419" y="2116"/>
                  </a:lnTo>
                  <a:cubicBezTo>
                    <a:pt x="4663" y="2116"/>
                    <a:pt x="4863" y="1917"/>
                    <a:pt x="4863" y="1672"/>
                  </a:cubicBezTo>
                  <a:lnTo>
                    <a:pt x="4863" y="443"/>
                  </a:lnTo>
                  <a:cubicBezTo>
                    <a:pt x="4863" y="199"/>
                    <a:pt x="4663" y="1"/>
                    <a:pt x="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78" name="Google Shape;1578;p45"/>
            <p:cNvSpPr/>
            <p:nvPr/>
          </p:nvSpPr>
          <p:spPr>
            <a:xfrm>
              <a:off x="4475325" y="3460898"/>
              <a:ext cx="89983" cy="132703"/>
            </a:xfrm>
            <a:custGeom>
              <a:avLst/>
              <a:gdLst/>
              <a:ahLst/>
              <a:cxnLst/>
              <a:rect l="l" t="t" r="r" b="b"/>
              <a:pathLst>
                <a:path w="2713" h="4001" extrusionOk="0">
                  <a:moveTo>
                    <a:pt x="2181" y="2417"/>
                  </a:moveTo>
                  <a:lnTo>
                    <a:pt x="2181" y="3468"/>
                  </a:lnTo>
                  <a:lnTo>
                    <a:pt x="1162" y="3468"/>
                  </a:lnTo>
                  <a:lnTo>
                    <a:pt x="1162" y="2417"/>
                  </a:lnTo>
                  <a:close/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1389" y="533"/>
                  </a:lnTo>
                  <a:lnTo>
                    <a:pt x="1389" y="1885"/>
                  </a:lnTo>
                  <a:lnTo>
                    <a:pt x="1074" y="1885"/>
                  </a:lnTo>
                  <a:cubicBezTo>
                    <a:pt x="830" y="1885"/>
                    <a:pt x="631" y="2083"/>
                    <a:pt x="631" y="2327"/>
                  </a:cubicBezTo>
                  <a:lnTo>
                    <a:pt x="631" y="3556"/>
                  </a:lnTo>
                  <a:cubicBezTo>
                    <a:pt x="631" y="3801"/>
                    <a:pt x="830" y="4000"/>
                    <a:pt x="1074" y="4000"/>
                  </a:cubicBezTo>
                  <a:lnTo>
                    <a:pt x="2270" y="4000"/>
                  </a:lnTo>
                  <a:cubicBezTo>
                    <a:pt x="2514" y="4000"/>
                    <a:pt x="2713" y="3801"/>
                    <a:pt x="2713" y="3556"/>
                  </a:cubicBezTo>
                  <a:lnTo>
                    <a:pt x="2713" y="2327"/>
                  </a:lnTo>
                  <a:cubicBezTo>
                    <a:pt x="2713" y="2083"/>
                    <a:pt x="2514" y="1885"/>
                    <a:pt x="2270" y="1885"/>
                  </a:cubicBezTo>
                  <a:lnTo>
                    <a:pt x="1920" y="1885"/>
                  </a:lnTo>
                  <a:lnTo>
                    <a:pt x="1920" y="443"/>
                  </a:lnTo>
                  <a:cubicBezTo>
                    <a:pt x="1920" y="199"/>
                    <a:pt x="172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79" name="Google Shape;1579;p45"/>
            <p:cNvSpPr/>
            <p:nvPr/>
          </p:nvSpPr>
          <p:spPr>
            <a:xfrm>
              <a:off x="3963285" y="3460898"/>
              <a:ext cx="91177" cy="132703"/>
            </a:xfrm>
            <a:custGeom>
              <a:avLst/>
              <a:gdLst/>
              <a:ahLst/>
              <a:cxnLst/>
              <a:rect l="l" t="t" r="r" b="b"/>
              <a:pathLst>
                <a:path w="2749" h="4001" extrusionOk="0">
                  <a:moveTo>
                    <a:pt x="1551" y="2417"/>
                  </a:moveTo>
                  <a:lnTo>
                    <a:pt x="1551" y="3468"/>
                  </a:lnTo>
                  <a:lnTo>
                    <a:pt x="533" y="3468"/>
                  </a:lnTo>
                  <a:lnTo>
                    <a:pt x="533" y="2417"/>
                  </a:lnTo>
                  <a:close/>
                  <a:moveTo>
                    <a:pt x="1237" y="1"/>
                  </a:moveTo>
                  <a:cubicBezTo>
                    <a:pt x="993" y="1"/>
                    <a:pt x="794" y="199"/>
                    <a:pt x="794" y="443"/>
                  </a:cubicBezTo>
                  <a:lnTo>
                    <a:pt x="794" y="1885"/>
                  </a:lnTo>
                  <a:lnTo>
                    <a:pt x="444" y="1885"/>
                  </a:lnTo>
                  <a:cubicBezTo>
                    <a:pt x="200" y="1885"/>
                    <a:pt x="1" y="2083"/>
                    <a:pt x="1" y="2327"/>
                  </a:cubicBezTo>
                  <a:lnTo>
                    <a:pt x="1" y="3558"/>
                  </a:lnTo>
                  <a:cubicBezTo>
                    <a:pt x="1" y="3802"/>
                    <a:pt x="200" y="4000"/>
                    <a:pt x="444" y="4000"/>
                  </a:cubicBezTo>
                  <a:lnTo>
                    <a:pt x="1640" y="4000"/>
                  </a:lnTo>
                  <a:cubicBezTo>
                    <a:pt x="1884" y="4000"/>
                    <a:pt x="2083" y="3802"/>
                    <a:pt x="2083" y="3558"/>
                  </a:cubicBezTo>
                  <a:lnTo>
                    <a:pt x="2083" y="2327"/>
                  </a:lnTo>
                  <a:cubicBezTo>
                    <a:pt x="2083" y="2083"/>
                    <a:pt x="1884" y="1885"/>
                    <a:pt x="1640" y="1885"/>
                  </a:cubicBezTo>
                  <a:lnTo>
                    <a:pt x="1325" y="1885"/>
                  </a:lnTo>
                  <a:lnTo>
                    <a:pt x="1325" y="533"/>
                  </a:lnTo>
                  <a:lnTo>
                    <a:pt x="2483" y="533"/>
                  </a:lnTo>
                  <a:cubicBezTo>
                    <a:pt x="2629" y="533"/>
                    <a:pt x="2748" y="414"/>
                    <a:pt x="2748" y="267"/>
                  </a:cubicBezTo>
                  <a:cubicBezTo>
                    <a:pt x="2748" y="120"/>
                    <a:pt x="2629" y="1"/>
                    <a:pt x="2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80" name="Google Shape;1580;p45"/>
            <p:cNvSpPr/>
            <p:nvPr/>
          </p:nvSpPr>
          <p:spPr>
            <a:xfrm>
              <a:off x="4183650" y="3363982"/>
              <a:ext cx="161294" cy="164378"/>
            </a:xfrm>
            <a:custGeom>
              <a:avLst/>
              <a:gdLst/>
              <a:ahLst/>
              <a:cxnLst/>
              <a:rect l="l" t="t" r="r" b="b"/>
              <a:pathLst>
                <a:path w="4863" h="4956" extrusionOk="0">
                  <a:moveTo>
                    <a:pt x="1625" y="3298"/>
                  </a:moveTo>
                  <a:lnTo>
                    <a:pt x="1625" y="4424"/>
                  </a:lnTo>
                  <a:lnTo>
                    <a:pt x="533" y="4424"/>
                  </a:lnTo>
                  <a:lnTo>
                    <a:pt x="533" y="3298"/>
                  </a:lnTo>
                  <a:close/>
                  <a:moveTo>
                    <a:pt x="444" y="1"/>
                  </a:moveTo>
                  <a:cubicBezTo>
                    <a:pt x="200" y="1"/>
                    <a:pt x="1" y="200"/>
                    <a:pt x="1" y="444"/>
                  </a:cubicBezTo>
                  <a:lnTo>
                    <a:pt x="1" y="4513"/>
                  </a:lnTo>
                  <a:cubicBezTo>
                    <a:pt x="1" y="4758"/>
                    <a:pt x="200" y="4956"/>
                    <a:pt x="444" y="4956"/>
                  </a:cubicBezTo>
                  <a:lnTo>
                    <a:pt x="4420" y="4956"/>
                  </a:lnTo>
                  <a:cubicBezTo>
                    <a:pt x="4664" y="4956"/>
                    <a:pt x="4863" y="4758"/>
                    <a:pt x="4863" y="4513"/>
                  </a:cubicBezTo>
                  <a:lnTo>
                    <a:pt x="4863" y="2834"/>
                  </a:lnTo>
                  <a:cubicBezTo>
                    <a:pt x="4863" y="2687"/>
                    <a:pt x="4743" y="2568"/>
                    <a:pt x="4597" y="2568"/>
                  </a:cubicBezTo>
                  <a:cubicBezTo>
                    <a:pt x="4450" y="2568"/>
                    <a:pt x="4331" y="2687"/>
                    <a:pt x="4331" y="2834"/>
                  </a:cubicBezTo>
                  <a:lnTo>
                    <a:pt x="4331" y="4424"/>
                  </a:lnTo>
                  <a:lnTo>
                    <a:pt x="2157" y="4424"/>
                  </a:lnTo>
                  <a:lnTo>
                    <a:pt x="2157" y="3032"/>
                  </a:lnTo>
                  <a:cubicBezTo>
                    <a:pt x="2157" y="2885"/>
                    <a:pt x="2038" y="2766"/>
                    <a:pt x="1891" y="2766"/>
                  </a:cubicBezTo>
                  <a:lnTo>
                    <a:pt x="534" y="2766"/>
                  </a:lnTo>
                  <a:lnTo>
                    <a:pt x="534" y="533"/>
                  </a:lnTo>
                  <a:lnTo>
                    <a:pt x="4332" y="533"/>
                  </a:lnTo>
                  <a:lnTo>
                    <a:pt x="4332" y="1274"/>
                  </a:lnTo>
                  <a:cubicBezTo>
                    <a:pt x="4331" y="1420"/>
                    <a:pt x="4450" y="1539"/>
                    <a:pt x="4597" y="1539"/>
                  </a:cubicBezTo>
                  <a:cubicBezTo>
                    <a:pt x="4743" y="1539"/>
                    <a:pt x="4863" y="1420"/>
                    <a:pt x="4863" y="1274"/>
                  </a:cubicBezTo>
                  <a:lnTo>
                    <a:pt x="4863" y="444"/>
                  </a:lnTo>
                  <a:cubicBezTo>
                    <a:pt x="4863" y="200"/>
                    <a:pt x="4664" y="1"/>
                    <a:pt x="4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581" name="Google Shape;1581;p45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582" name="Google Shape;1582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83" name="Google Shape;1583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584" name="Google Shape;1584;p45"/>
          <p:cNvGrpSpPr/>
          <p:nvPr/>
        </p:nvGrpSpPr>
        <p:grpSpPr>
          <a:xfrm>
            <a:off x="8086050" y="2917325"/>
            <a:ext cx="76825" cy="76800"/>
            <a:chOff x="3104875" y="1099400"/>
            <a:chExt cx="76825" cy="76800"/>
          </a:xfrm>
        </p:grpSpPr>
        <p:sp>
          <p:nvSpPr>
            <p:cNvPr id="1585" name="Google Shape;1585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86" name="Google Shape;1586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590" name="Google Shape;1590;p45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963587" y="779688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849112" y="209824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22;p39">
            <a:extLst>
              <a:ext uri="{FF2B5EF4-FFF2-40B4-BE49-F238E27FC236}">
                <a16:creationId xmlns:a16="http://schemas.microsoft.com/office/drawing/2014/main" id="{5ACD63BC-355C-2422-0C90-AFD77F95B1B8}"/>
              </a:ext>
            </a:extLst>
          </p:cNvPr>
          <p:cNvSpPr/>
          <p:nvPr/>
        </p:nvSpPr>
        <p:spPr>
          <a:xfrm rot="5400000">
            <a:off x="668172" y="3548397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grpSp>
        <p:nvGrpSpPr>
          <p:cNvPr id="4" name="Google Shape;1347;p39">
            <a:extLst>
              <a:ext uri="{FF2B5EF4-FFF2-40B4-BE49-F238E27FC236}">
                <a16:creationId xmlns:a16="http://schemas.microsoft.com/office/drawing/2014/main" id="{BF6229AA-5A2C-F431-E852-1B051F0B13FB}"/>
              </a:ext>
            </a:extLst>
          </p:cNvPr>
          <p:cNvGrpSpPr/>
          <p:nvPr/>
        </p:nvGrpSpPr>
        <p:grpSpPr>
          <a:xfrm>
            <a:off x="797850" y="3628921"/>
            <a:ext cx="370790" cy="377848"/>
            <a:chOff x="1230449" y="2288393"/>
            <a:chExt cx="590713" cy="601957"/>
          </a:xfrm>
        </p:grpSpPr>
        <p:sp>
          <p:nvSpPr>
            <p:cNvPr id="5" name="Google Shape;1348;p39">
              <a:extLst>
                <a:ext uri="{FF2B5EF4-FFF2-40B4-BE49-F238E27FC236}">
                  <a16:creationId xmlns:a16="http://schemas.microsoft.com/office/drawing/2014/main" id="{F03E410C-0DDD-9A56-E9C9-A17A2301FE19}"/>
                </a:ext>
              </a:extLst>
            </p:cNvPr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6" name="Google Shape;1349;p39">
              <a:extLst>
                <a:ext uri="{FF2B5EF4-FFF2-40B4-BE49-F238E27FC236}">
                  <a16:creationId xmlns:a16="http://schemas.microsoft.com/office/drawing/2014/main" id="{5336DCDA-0844-DC1A-9A4D-4A3C2FAD7E43}"/>
                </a:ext>
              </a:extLst>
            </p:cNvPr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7" name="Google Shape;1350;p39">
              <a:extLst>
                <a:ext uri="{FF2B5EF4-FFF2-40B4-BE49-F238E27FC236}">
                  <a16:creationId xmlns:a16="http://schemas.microsoft.com/office/drawing/2014/main" id="{B16C537C-BDE9-4309-3E0A-0D5D9711970A}"/>
                </a:ext>
              </a:extLst>
            </p:cNvPr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8" name="Google Shape;1351;p39">
              <a:extLst>
                <a:ext uri="{FF2B5EF4-FFF2-40B4-BE49-F238E27FC236}">
                  <a16:creationId xmlns:a16="http://schemas.microsoft.com/office/drawing/2014/main" id="{4955D37C-A146-D675-5FB0-002B018F9B07}"/>
                </a:ext>
              </a:extLst>
            </p:cNvPr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9" name="Google Shape;1352;p39">
              <a:extLst>
                <a:ext uri="{FF2B5EF4-FFF2-40B4-BE49-F238E27FC236}">
                  <a16:creationId xmlns:a16="http://schemas.microsoft.com/office/drawing/2014/main" id="{20CD29B8-0030-61AA-399C-02773E17C0DD}"/>
                </a:ext>
              </a:extLst>
            </p:cNvPr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0" name="Google Shape;1353;p39">
              <a:extLst>
                <a:ext uri="{FF2B5EF4-FFF2-40B4-BE49-F238E27FC236}">
                  <a16:creationId xmlns:a16="http://schemas.microsoft.com/office/drawing/2014/main" id="{46754F65-3488-90FE-A006-9477E1486A5A}"/>
                </a:ext>
              </a:extLst>
            </p:cNvPr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1" name="Google Shape;1354;p39">
              <a:extLst>
                <a:ext uri="{FF2B5EF4-FFF2-40B4-BE49-F238E27FC236}">
                  <a16:creationId xmlns:a16="http://schemas.microsoft.com/office/drawing/2014/main" id="{C8CA8C9C-0139-80CF-4854-AFF01B3259E8}"/>
                </a:ext>
              </a:extLst>
            </p:cNvPr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2" name="Google Shape;1355;p39">
              <a:extLst>
                <a:ext uri="{FF2B5EF4-FFF2-40B4-BE49-F238E27FC236}">
                  <a16:creationId xmlns:a16="http://schemas.microsoft.com/office/drawing/2014/main" id="{CE74DF52-B2A9-A5E4-28AC-11F8FFC3E0EF}"/>
                </a:ext>
              </a:extLst>
            </p:cNvPr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3" name="Google Shape;1356;p39">
              <a:extLst>
                <a:ext uri="{FF2B5EF4-FFF2-40B4-BE49-F238E27FC236}">
                  <a16:creationId xmlns:a16="http://schemas.microsoft.com/office/drawing/2014/main" id="{610B99E8-2B8D-D4BD-4C25-A9AF379E0B62}"/>
                </a:ext>
              </a:extLst>
            </p:cNvPr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4" name="Google Shape;1357;p39">
              <a:extLst>
                <a:ext uri="{FF2B5EF4-FFF2-40B4-BE49-F238E27FC236}">
                  <a16:creationId xmlns:a16="http://schemas.microsoft.com/office/drawing/2014/main" id="{850B839A-9571-A3F8-C825-7A5805BE0E06}"/>
                </a:ext>
              </a:extLst>
            </p:cNvPr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5" name="Google Shape;1358;p39">
              <a:extLst>
                <a:ext uri="{FF2B5EF4-FFF2-40B4-BE49-F238E27FC236}">
                  <a16:creationId xmlns:a16="http://schemas.microsoft.com/office/drawing/2014/main" id="{B689F545-48CF-09FA-A11A-35D878BE4C79}"/>
                </a:ext>
              </a:extLst>
            </p:cNvPr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6" name="Google Shape;1359;p39">
              <a:extLst>
                <a:ext uri="{FF2B5EF4-FFF2-40B4-BE49-F238E27FC236}">
                  <a16:creationId xmlns:a16="http://schemas.microsoft.com/office/drawing/2014/main" id="{E712B17F-028F-B396-F25E-E5ED80094988}"/>
                </a:ext>
              </a:extLst>
            </p:cNvPr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" name="Google Shape;1360;p39">
              <a:extLst>
                <a:ext uri="{FF2B5EF4-FFF2-40B4-BE49-F238E27FC236}">
                  <a16:creationId xmlns:a16="http://schemas.microsoft.com/office/drawing/2014/main" id="{B873BBD3-0A0D-A527-5197-BE9794655ECC}"/>
                </a:ext>
              </a:extLst>
            </p:cNvPr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aphicFrame>
        <p:nvGraphicFramePr>
          <p:cNvPr id="19" name="Wykres 18">
            <a:extLst>
              <a:ext uri="{FF2B5EF4-FFF2-40B4-BE49-F238E27FC236}">
                <a16:creationId xmlns:a16="http://schemas.microsoft.com/office/drawing/2014/main" id="{3F0C7AC5-CC2D-2851-31BD-07D054E676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357624"/>
              </p:ext>
            </p:extLst>
          </p:nvPr>
        </p:nvGraphicFramePr>
        <p:xfrm>
          <a:off x="946291" y="1386277"/>
          <a:ext cx="2628979" cy="1864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>
          <a:extLst>
            <a:ext uri="{FF2B5EF4-FFF2-40B4-BE49-F238E27FC236}">
              <a16:creationId xmlns:a16="http://schemas.microsoft.com/office/drawing/2014/main" id="{1C57EE79-2A33-1053-0194-30479597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3">
            <a:extLst>
              <a:ext uri="{FF2B5EF4-FFF2-40B4-BE49-F238E27FC236}">
                <a16:creationId xmlns:a16="http://schemas.microsoft.com/office/drawing/2014/main" id="{1A8BB0A7-2B47-B9C9-351D-63A5B9360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79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ML MODELS</a:t>
            </a:r>
          </a:p>
        </p:txBody>
      </p:sp>
      <p:sp>
        <p:nvSpPr>
          <p:cNvPr id="1444" name="Google Shape;1444;p43">
            <a:extLst>
              <a:ext uri="{FF2B5EF4-FFF2-40B4-BE49-F238E27FC236}">
                <a16:creationId xmlns:a16="http://schemas.microsoft.com/office/drawing/2014/main" id="{8539B5E8-2213-91CC-27E8-26B8D6961D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29071" y="2863604"/>
            <a:ext cx="2228442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100" noProof="0" dirty="0"/>
              <a:t>L2 Regularization</a:t>
            </a:r>
          </a:p>
          <a:p>
            <a:r>
              <a:rPr lang="en-GB" sz="1100" noProof="0" dirty="0"/>
              <a:t>Shrinks Coefficients</a:t>
            </a:r>
          </a:p>
          <a:p>
            <a:r>
              <a:rPr lang="en-GB" sz="1100" noProof="0" dirty="0"/>
              <a:t>Handles Multicollinearity</a:t>
            </a:r>
          </a:p>
        </p:txBody>
      </p:sp>
      <p:sp>
        <p:nvSpPr>
          <p:cNvPr id="1445" name="Google Shape;1445;p43">
            <a:extLst>
              <a:ext uri="{FF2B5EF4-FFF2-40B4-BE49-F238E27FC236}">
                <a16:creationId xmlns:a16="http://schemas.microsoft.com/office/drawing/2014/main" id="{F0065490-43B2-D7FE-3230-17465D0A480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162372" y="2899932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100" noProof="0" dirty="0"/>
              <a:t>L1 Regularization</a:t>
            </a:r>
          </a:p>
          <a:p>
            <a:r>
              <a:rPr lang="en-GB" sz="1100" noProof="0" dirty="0"/>
              <a:t>Performs Feature Selection</a:t>
            </a:r>
          </a:p>
          <a:p>
            <a:r>
              <a:rPr lang="en-GB" sz="1100" noProof="0" dirty="0"/>
              <a:t>Sparse Solutions</a:t>
            </a:r>
          </a:p>
        </p:txBody>
      </p:sp>
      <p:sp>
        <p:nvSpPr>
          <p:cNvPr id="1446" name="Google Shape;1446;p43">
            <a:extLst>
              <a:ext uri="{FF2B5EF4-FFF2-40B4-BE49-F238E27FC236}">
                <a16:creationId xmlns:a16="http://schemas.microsoft.com/office/drawing/2014/main" id="{C2F4287C-8088-883E-8E3A-BBDB612A402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264512" y="2468729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noProof="0" dirty="0"/>
              <a:t>Ridge</a:t>
            </a:r>
          </a:p>
        </p:txBody>
      </p:sp>
      <p:sp>
        <p:nvSpPr>
          <p:cNvPr id="1447" name="Google Shape;1447;p43">
            <a:extLst>
              <a:ext uri="{FF2B5EF4-FFF2-40B4-BE49-F238E27FC236}">
                <a16:creationId xmlns:a16="http://schemas.microsoft.com/office/drawing/2014/main" id="{5A931135-EABF-CD6D-CE85-00CBD408870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162373" y="2462832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noProof="0" dirty="0"/>
              <a:t>Lasso</a:t>
            </a:r>
          </a:p>
        </p:txBody>
      </p:sp>
      <p:sp>
        <p:nvSpPr>
          <p:cNvPr id="1448" name="Google Shape;1448;p43">
            <a:extLst>
              <a:ext uri="{FF2B5EF4-FFF2-40B4-BE49-F238E27FC236}">
                <a16:creationId xmlns:a16="http://schemas.microsoft.com/office/drawing/2014/main" id="{B1D06234-12A9-1A58-4016-7E0102FA0302}"/>
              </a:ext>
            </a:extLst>
          </p:cNvPr>
          <p:cNvSpPr/>
          <p:nvPr/>
        </p:nvSpPr>
        <p:spPr>
          <a:xfrm rot="5400000">
            <a:off x="2937123" y="151291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449" name="Google Shape;1449;p43">
            <a:extLst>
              <a:ext uri="{FF2B5EF4-FFF2-40B4-BE49-F238E27FC236}">
                <a16:creationId xmlns:a16="http://schemas.microsoft.com/office/drawing/2014/main" id="{A07E62B7-24DD-5B53-4B07-84481AC8D94C}"/>
              </a:ext>
            </a:extLst>
          </p:cNvPr>
          <p:cNvSpPr/>
          <p:nvPr/>
        </p:nvSpPr>
        <p:spPr>
          <a:xfrm rot="5400000">
            <a:off x="5039263" y="151291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grpSp>
        <p:nvGrpSpPr>
          <p:cNvPr id="1450" name="Google Shape;1450;p43">
            <a:extLst>
              <a:ext uri="{FF2B5EF4-FFF2-40B4-BE49-F238E27FC236}">
                <a16:creationId xmlns:a16="http://schemas.microsoft.com/office/drawing/2014/main" id="{FD2E3823-AA18-7522-F541-9575032C148F}"/>
              </a:ext>
            </a:extLst>
          </p:cNvPr>
          <p:cNvGrpSpPr/>
          <p:nvPr/>
        </p:nvGrpSpPr>
        <p:grpSpPr>
          <a:xfrm>
            <a:off x="7083032" y="1264858"/>
            <a:ext cx="76825" cy="76800"/>
            <a:chOff x="3104875" y="1099400"/>
            <a:chExt cx="76825" cy="76800"/>
          </a:xfrm>
        </p:grpSpPr>
        <p:sp>
          <p:nvSpPr>
            <p:cNvPr id="1451" name="Google Shape;1451;p43">
              <a:extLst>
                <a:ext uri="{FF2B5EF4-FFF2-40B4-BE49-F238E27FC236}">
                  <a16:creationId xmlns:a16="http://schemas.microsoft.com/office/drawing/2014/main" id="{79B76646-6D0F-6663-BD56-104F929F827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452" name="Google Shape;1452;p43">
              <a:extLst>
                <a:ext uri="{FF2B5EF4-FFF2-40B4-BE49-F238E27FC236}">
                  <a16:creationId xmlns:a16="http://schemas.microsoft.com/office/drawing/2014/main" id="{6ECA6C0B-65AC-8A44-5265-3F372979620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459" name="Google Shape;1459;p43">
            <a:extLst>
              <a:ext uri="{FF2B5EF4-FFF2-40B4-BE49-F238E27FC236}">
                <a16:creationId xmlns:a16="http://schemas.microsoft.com/office/drawing/2014/main" id="{80F7240A-3920-397D-2E2F-FD416D35C9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947925" y="3998201"/>
            <a:ext cx="1552574" cy="13908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45;p43">
            <a:extLst>
              <a:ext uri="{FF2B5EF4-FFF2-40B4-BE49-F238E27FC236}">
                <a16:creationId xmlns:a16="http://schemas.microsoft.com/office/drawing/2014/main" id="{BC811913-F939-B5EB-19CB-EED8EF5B4E7A}"/>
              </a:ext>
            </a:extLst>
          </p:cNvPr>
          <p:cNvSpPr txBox="1">
            <a:spLocks/>
          </p:cNvSpPr>
          <p:nvPr/>
        </p:nvSpPr>
        <p:spPr>
          <a:xfrm>
            <a:off x="-10201" y="2842842"/>
            <a:ext cx="25056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sz="1100" noProof="0" dirty="0"/>
              <a:t>No Regularization</a:t>
            </a:r>
          </a:p>
          <a:p>
            <a:r>
              <a:rPr lang="en-GB" sz="1100" noProof="0" dirty="0"/>
              <a:t>Baseline for Comparison</a:t>
            </a:r>
          </a:p>
          <a:p>
            <a:r>
              <a:rPr lang="en-GB" sz="1100" noProof="0" dirty="0"/>
              <a:t>Fast and Interpretable</a:t>
            </a:r>
          </a:p>
        </p:txBody>
      </p:sp>
      <p:sp>
        <p:nvSpPr>
          <p:cNvPr id="4" name="Google Shape;1447;p43">
            <a:extLst>
              <a:ext uri="{FF2B5EF4-FFF2-40B4-BE49-F238E27FC236}">
                <a16:creationId xmlns:a16="http://schemas.microsoft.com/office/drawing/2014/main" id="{4E702598-5B6D-CB95-8B4F-73D047C611A0}"/>
              </a:ext>
            </a:extLst>
          </p:cNvPr>
          <p:cNvSpPr txBox="1">
            <a:spLocks/>
          </p:cNvSpPr>
          <p:nvPr/>
        </p:nvSpPr>
        <p:spPr>
          <a:xfrm>
            <a:off x="-10201" y="2423267"/>
            <a:ext cx="250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1800" noProof="0" dirty="0"/>
              <a:t>OLS</a:t>
            </a:r>
          </a:p>
        </p:txBody>
      </p:sp>
      <p:sp>
        <p:nvSpPr>
          <p:cNvPr id="5" name="Google Shape;1448;p43">
            <a:extLst>
              <a:ext uri="{FF2B5EF4-FFF2-40B4-BE49-F238E27FC236}">
                <a16:creationId xmlns:a16="http://schemas.microsoft.com/office/drawing/2014/main" id="{2C868A4E-09CF-02D1-1EF3-95D5795E8D26}"/>
              </a:ext>
            </a:extLst>
          </p:cNvPr>
          <p:cNvSpPr/>
          <p:nvPr/>
        </p:nvSpPr>
        <p:spPr>
          <a:xfrm rot="5400000">
            <a:off x="764549" y="1518230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6" name="Google Shape;1444;p43">
            <a:extLst>
              <a:ext uri="{FF2B5EF4-FFF2-40B4-BE49-F238E27FC236}">
                <a16:creationId xmlns:a16="http://schemas.microsoft.com/office/drawing/2014/main" id="{B5AD6918-70F4-A992-F3D8-C04249751A36}"/>
              </a:ext>
            </a:extLst>
          </p:cNvPr>
          <p:cNvSpPr txBox="1">
            <a:spLocks/>
          </p:cNvSpPr>
          <p:nvPr/>
        </p:nvSpPr>
        <p:spPr>
          <a:xfrm>
            <a:off x="6333506" y="2863604"/>
            <a:ext cx="2828924" cy="1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sz="1100" noProof="0" dirty="0"/>
              <a:t>Mix of L1 and L2</a:t>
            </a:r>
          </a:p>
          <a:p>
            <a:r>
              <a:rPr lang="en-GB" sz="1100" noProof="0" dirty="0"/>
              <a:t>Balances Shrinking and Sparsity</a:t>
            </a:r>
          </a:p>
          <a:p>
            <a:r>
              <a:rPr lang="en-GB" sz="1100" noProof="0" dirty="0"/>
              <a:t>Useful with Correlated Features</a:t>
            </a:r>
          </a:p>
          <a:p>
            <a:pPr marL="0" indent="0"/>
            <a:endParaRPr lang="en-GB" sz="1100" noProof="0" dirty="0"/>
          </a:p>
        </p:txBody>
      </p:sp>
      <p:sp>
        <p:nvSpPr>
          <p:cNvPr id="27" name="Google Shape;1446;p43">
            <a:extLst>
              <a:ext uri="{FF2B5EF4-FFF2-40B4-BE49-F238E27FC236}">
                <a16:creationId xmlns:a16="http://schemas.microsoft.com/office/drawing/2014/main" id="{66C85A0E-659B-B10E-2E68-127DA99CD90F}"/>
              </a:ext>
            </a:extLst>
          </p:cNvPr>
          <p:cNvSpPr txBox="1">
            <a:spLocks/>
          </p:cNvSpPr>
          <p:nvPr/>
        </p:nvSpPr>
        <p:spPr>
          <a:xfrm>
            <a:off x="6622072" y="2458179"/>
            <a:ext cx="250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1800" noProof="0" dirty="0"/>
              <a:t>Elastic Net</a:t>
            </a:r>
          </a:p>
        </p:txBody>
      </p:sp>
      <p:sp>
        <p:nvSpPr>
          <p:cNvPr id="28" name="Google Shape;1449;p43">
            <a:extLst>
              <a:ext uri="{FF2B5EF4-FFF2-40B4-BE49-F238E27FC236}">
                <a16:creationId xmlns:a16="http://schemas.microsoft.com/office/drawing/2014/main" id="{AC98C85D-7E36-52BE-EDD8-EC3A13EDE329}"/>
              </a:ext>
            </a:extLst>
          </p:cNvPr>
          <p:cNvSpPr/>
          <p:nvPr/>
        </p:nvSpPr>
        <p:spPr>
          <a:xfrm rot="5400000">
            <a:off x="7385825" y="1520894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" name="Google Shape;1447;p43">
            <a:extLst>
              <a:ext uri="{FF2B5EF4-FFF2-40B4-BE49-F238E27FC236}">
                <a16:creationId xmlns:a16="http://schemas.microsoft.com/office/drawing/2014/main" id="{4D92F2BF-FC92-86A9-5B3F-BD0837464A73}"/>
              </a:ext>
            </a:extLst>
          </p:cNvPr>
          <p:cNvSpPr txBox="1">
            <a:spLocks/>
          </p:cNvSpPr>
          <p:nvPr/>
        </p:nvSpPr>
        <p:spPr>
          <a:xfrm>
            <a:off x="3038399" y="1677279"/>
            <a:ext cx="753547" cy="58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3200" b="1" noProof="0" dirty="0"/>
              <a:t>L1</a:t>
            </a:r>
          </a:p>
        </p:txBody>
      </p:sp>
      <p:sp>
        <p:nvSpPr>
          <p:cNvPr id="6" name="Google Shape;1447;p43">
            <a:extLst>
              <a:ext uri="{FF2B5EF4-FFF2-40B4-BE49-F238E27FC236}">
                <a16:creationId xmlns:a16="http://schemas.microsoft.com/office/drawing/2014/main" id="{6E67AEDB-4292-5EF6-CCAC-E0ED5C59A251}"/>
              </a:ext>
            </a:extLst>
          </p:cNvPr>
          <p:cNvSpPr txBox="1">
            <a:spLocks/>
          </p:cNvSpPr>
          <p:nvPr/>
        </p:nvSpPr>
        <p:spPr>
          <a:xfrm>
            <a:off x="5140539" y="1666636"/>
            <a:ext cx="753547" cy="58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3200" b="1" noProof="0" dirty="0"/>
              <a:t>L2</a:t>
            </a:r>
          </a:p>
        </p:txBody>
      </p:sp>
      <p:sp>
        <p:nvSpPr>
          <p:cNvPr id="7" name="Google Shape;1447;p43">
            <a:extLst>
              <a:ext uri="{FF2B5EF4-FFF2-40B4-BE49-F238E27FC236}">
                <a16:creationId xmlns:a16="http://schemas.microsoft.com/office/drawing/2014/main" id="{0A10F2AF-5D4A-0753-DCC7-106DDFCB1D96}"/>
              </a:ext>
            </a:extLst>
          </p:cNvPr>
          <p:cNvSpPr txBox="1">
            <a:spLocks/>
          </p:cNvSpPr>
          <p:nvPr/>
        </p:nvSpPr>
        <p:spPr>
          <a:xfrm>
            <a:off x="7487101" y="1666636"/>
            <a:ext cx="753547" cy="58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3200" b="1" noProof="0" dirty="0"/>
              <a:t>L3</a:t>
            </a:r>
          </a:p>
        </p:txBody>
      </p:sp>
      <p:sp>
        <p:nvSpPr>
          <p:cNvPr id="10" name="Google Shape;1447;p43">
            <a:extLst>
              <a:ext uri="{FF2B5EF4-FFF2-40B4-BE49-F238E27FC236}">
                <a16:creationId xmlns:a16="http://schemas.microsoft.com/office/drawing/2014/main" id="{0E68246A-990D-6C57-28B5-E5CE1647ADB4}"/>
              </a:ext>
            </a:extLst>
          </p:cNvPr>
          <p:cNvSpPr txBox="1">
            <a:spLocks/>
          </p:cNvSpPr>
          <p:nvPr/>
        </p:nvSpPr>
        <p:spPr>
          <a:xfrm>
            <a:off x="865825" y="1677278"/>
            <a:ext cx="753547" cy="58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sz="3200" b="1" noProof="0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71374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4" name="Google Shape;1994;p58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295">
            <a:off x="7270320" y="161184"/>
            <a:ext cx="1573807" cy="1517310"/>
          </a:xfrm>
          <a:prstGeom prst="rect">
            <a:avLst/>
          </a:prstGeom>
          <a:noFill/>
          <a:ln>
            <a:noFill/>
          </a:ln>
        </p:spPr>
      </p:pic>
      <p:sp>
        <p:nvSpPr>
          <p:cNvPr id="1995" name="Google Shape;1995;p5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MODELLING STEPS</a:t>
            </a:r>
          </a:p>
        </p:txBody>
      </p:sp>
      <p:sp>
        <p:nvSpPr>
          <p:cNvPr id="1996" name="Google Shape;1996;p58"/>
          <p:cNvSpPr/>
          <p:nvPr/>
        </p:nvSpPr>
        <p:spPr>
          <a:xfrm>
            <a:off x="6710329" y="1877225"/>
            <a:ext cx="1297202" cy="638700"/>
          </a:xfrm>
          <a:prstGeom prst="roundRect">
            <a:avLst>
              <a:gd name="adj" fmla="val 5000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997" name="Google Shape;1997;p58"/>
          <p:cNvSpPr/>
          <p:nvPr/>
        </p:nvSpPr>
        <p:spPr>
          <a:xfrm>
            <a:off x="5980275" y="2608662"/>
            <a:ext cx="2027075" cy="638700"/>
          </a:xfrm>
          <a:prstGeom prst="roundRect">
            <a:avLst>
              <a:gd name="adj" fmla="val 5000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998" name="Google Shape;1998;p58"/>
          <p:cNvSpPr/>
          <p:nvPr/>
        </p:nvSpPr>
        <p:spPr>
          <a:xfrm>
            <a:off x="5415286" y="3340099"/>
            <a:ext cx="2592300" cy="638700"/>
          </a:xfrm>
          <a:prstGeom prst="roundRect">
            <a:avLst>
              <a:gd name="adj" fmla="val 5000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1999" name="Google Shape;1999;p58"/>
          <p:cNvSpPr txBox="1"/>
          <p:nvPr/>
        </p:nvSpPr>
        <p:spPr>
          <a:xfrm>
            <a:off x="713225" y="1954325"/>
            <a:ext cx="23547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GB" noProof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GridSearchCV</a:t>
            </a: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Set</a:t>
            </a:r>
          </a:p>
          <a:p>
            <a:pPr lvl="0" algn="r"/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5-fold cross validation</a:t>
            </a:r>
          </a:p>
        </p:txBody>
      </p:sp>
      <p:sp>
        <p:nvSpPr>
          <p:cNvPr id="2000" name="Google Shape;2000;p58"/>
          <p:cNvSpPr txBox="1"/>
          <p:nvPr/>
        </p:nvSpPr>
        <p:spPr>
          <a:xfrm>
            <a:off x="3265714" y="1954325"/>
            <a:ext cx="1619186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2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Grid Search for Hyperparameter Tuning</a:t>
            </a:r>
          </a:p>
        </p:txBody>
      </p:sp>
      <p:sp>
        <p:nvSpPr>
          <p:cNvPr id="2001" name="Google Shape;2001;p58"/>
          <p:cNvSpPr txBox="1"/>
          <p:nvPr/>
        </p:nvSpPr>
        <p:spPr>
          <a:xfrm>
            <a:off x="221064" y="2702269"/>
            <a:ext cx="2921024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Training model on train data and tuning hyperparameters</a:t>
            </a:r>
          </a:p>
        </p:txBody>
      </p:sp>
      <p:sp>
        <p:nvSpPr>
          <p:cNvPr id="2002" name="Google Shape;2002;p58"/>
          <p:cNvSpPr txBox="1"/>
          <p:nvPr/>
        </p:nvSpPr>
        <p:spPr>
          <a:xfrm>
            <a:off x="3259811" y="2685761"/>
            <a:ext cx="162508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2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Train and Tune the Model</a:t>
            </a:r>
          </a:p>
        </p:txBody>
      </p:sp>
      <p:sp>
        <p:nvSpPr>
          <p:cNvPr id="2003" name="Google Shape;2003;p58"/>
          <p:cNvSpPr txBox="1"/>
          <p:nvPr/>
        </p:nvSpPr>
        <p:spPr>
          <a:xfrm>
            <a:off x="783771" y="3417197"/>
            <a:ext cx="2409282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Reviewing results and choosing the very best model</a:t>
            </a:r>
          </a:p>
        </p:txBody>
      </p:sp>
      <p:sp>
        <p:nvSpPr>
          <p:cNvPr id="2004" name="Google Shape;2004;p58"/>
          <p:cNvSpPr txBox="1"/>
          <p:nvPr/>
        </p:nvSpPr>
        <p:spPr>
          <a:xfrm>
            <a:off x="3259811" y="3417197"/>
            <a:ext cx="162508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2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Evaluation and Choice the Best Model</a:t>
            </a:r>
          </a:p>
        </p:txBody>
      </p:sp>
      <p:cxnSp>
        <p:nvCxnSpPr>
          <p:cNvPr id="2005" name="Google Shape;2005;p58"/>
          <p:cNvCxnSpPr>
            <a:cxnSpLocks/>
            <a:stCxn id="2000" idx="3"/>
            <a:endCxn id="1996" idx="1"/>
          </p:cNvCxnSpPr>
          <p:nvPr/>
        </p:nvCxnSpPr>
        <p:spPr>
          <a:xfrm>
            <a:off x="4884900" y="2196575"/>
            <a:ext cx="182542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006" name="Google Shape;2006;p58"/>
          <p:cNvCxnSpPr>
            <a:cxnSpLocks/>
            <a:endCxn id="1997" idx="1"/>
          </p:cNvCxnSpPr>
          <p:nvPr/>
        </p:nvCxnSpPr>
        <p:spPr>
          <a:xfrm>
            <a:off x="4811450" y="2928012"/>
            <a:ext cx="1168825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007" name="Google Shape;2007;p58"/>
          <p:cNvCxnSpPr>
            <a:cxnSpLocks/>
            <a:stCxn id="2004" idx="3"/>
            <a:endCxn id="1998" idx="1"/>
          </p:cNvCxnSpPr>
          <p:nvPr/>
        </p:nvCxnSpPr>
        <p:spPr>
          <a:xfrm>
            <a:off x="4884900" y="3659447"/>
            <a:ext cx="530386" cy="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2008" name="Google Shape;2008;p58"/>
          <p:cNvGrpSpPr/>
          <p:nvPr/>
        </p:nvGrpSpPr>
        <p:grpSpPr>
          <a:xfrm>
            <a:off x="1225225" y="1453500"/>
            <a:ext cx="76825" cy="76800"/>
            <a:chOff x="3104875" y="1099400"/>
            <a:chExt cx="76825" cy="76800"/>
          </a:xfrm>
        </p:grpSpPr>
        <p:sp>
          <p:nvSpPr>
            <p:cNvPr id="2009" name="Google Shape;2009;p5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10" name="Google Shape;2010;p5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011" name="Google Shape;2011;p58"/>
          <p:cNvGrpSpPr/>
          <p:nvPr/>
        </p:nvGrpSpPr>
        <p:grpSpPr>
          <a:xfrm>
            <a:off x="5903450" y="1530300"/>
            <a:ext cx="76825" cy="76800"/>
            <a:chOff x="3104875" y="1099400"/>
            <a:chExt cx="76825" cy="76800"/>
          </a:xfrm>
        </p:grpSpPr>
        <p:sp>
          <p:nvSpPr>
            <p:cNvPr id="2012" name="Google Shape;2012;p5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13" name="Google Shape;2013;p5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014" name="Google Shape;2014;p58"/>
          <p:cNvGrpSpPr/>
          <p:nvPr/>
        </p:nvGrpSpPr>
        <p:grpSpPr>
          <a:xfrm>
            <a:off x="4106075" y="4148650"/>
            <a:ext cx="76825" cy="76800"/>
            <a:chOff x="3104875" y="1099400"/>
            <a:chExt cx="76825" cy="76800"/>
          </a:xfrm>
        </p:grpSpPr>
        <p:sp>
          <p:nvSpPr>
            <p:cNvPr id="2015" name="Google Shape;2015;p5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16" name="Google Shape;2016;p5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2017" name="Google Shape;2017;p58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6">
            <a:off x="229668" y="3859846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8" name="Google Shape;2018;p58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406513">
            <a:off x="6982910" y="911737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9" name="Google Shape;2019;p58"/>
          <p:cNvGrpSpPr/>
          <p:nvPr/>
        </p:nvGrpSpPr>
        <p:grpSpPr>
          <a:xfrm>
            <a:off x="6837470" y="2699418"/>
            <a:ext cx="395192" cy="457186"/>
            <a:chOff x="1246535" y="1431577"/>
            <a:chExt cx="525871" cy="601957"/>
          </a:xfrm>
        </p:grpSpPr>
        <p:sp>
          <p:nvSpPr>
            <p:cNvPr id="2020" name="Google Shape;2020;p58"/>
            <p:cNvSpPr/>
            <p:nvPr/>
          </p:nvSpPr>
          <p:spPr>
            <a:xfrm>
              <a:off x="1350250" y="1660002"/>
              <a:ext cx="83781" cy="51376"/>
            </a:xfrm>
            <a:custGeom>
              <a:avLst/>
              <a:gdLst/>
              <a:ahLst/>
              <a:cxnLst/>
              <a:rect l="l" t="t" r="r" b="b"/>
              <a:pathLst>
                <a:path w="2526" h="1549" extrusionOk="0">
                  <a:moveTo>
                    <a:pt x="1994" y="532"/>
                  </a:moveTo>
                  <a:lnTo>
                    <a:pt x="1994" y="1017"/>
                  </a:lnTo>
                  <a:lnTo>
                    <a:pt x="532" y="1017"/>
                  </a:lnTo>
                  <a:lnTo>
                    <a:pt x="532" y="532"/>
                  </a:lnTo>
                  <a:close/>
                  <a:moveTo>
                    <a:pt x="373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177"/>
                  </a:lnTo>
                  <a:cubicBezTo>
                    <a:pt x="1" y="1382"/>
                    <a:pt x="167" y="1549"/>
                    <a:pt x="373" y="1549"/>
                  </a:cubicBezTo>
                  <a:lnTo>
                    <a:pt x="2153" y="1549"/>
                  </a:lnTo>
                  <a:cubicBezTo>
                    <a:pt x="2358" y="1549"/>
                    <a:pt x="2526" y="1382"/>
                    <a:pt x="2526" y="1177"/>
                  </a:cubicBezTo>
                  <a:lnTo>
                    <a:pt x="2526" y="372"/>
                  </a:lnTo>
                  <a:cubicBezTo>
                    <a:pt x="2526" y="167"/>
                    <a:pt x="2358" y="1"/>
                    <a:pt x="2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1" name="Google Shape;2021;p58"/>
            <p:cNvSpPr/>
            <p:nvPr/>
          </p:nvSpPr>
          <p:spPr>
            <a:xfrm>
              <a:off x="1460798" y="1660002"/>
              <a:ext cx="83781" cy="51376"/>
            </a:xfrm>
            <a:custGeom>
              <a:avLst/>
              <a:gdLst/>
              <a:ahLst/>
              <a:cxnLst/>
              <a:rect l="l" t="t" r="r" b="b"/>
              <a:pathLst>
                <a:path w="2526" h="1549" extrusionOk="0">
                  <a:moveTo>
                    <a:pt x="1994" y="532"/>
                  </a:moveTo>
                  <a:lnTo>
                    <a:pt x="1994" y="1017"/>
                  </a:lnTo>
                  <a:lnTo>
                    <a:pt x="533" y="1017"/>
                  </a:lnTo>
                  <a:lnTo>
                    <a:pt x="533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177"/>
                  </a:lnTo>
                  <a:cubicBezTo>
                    <a:pt x="1" y="1382"/>
                    <a:pt x="168" y="1549"/>
                    <a:pt x="372" y="1549"/>
                  </a:cubicBezTo>
                  <a:lnTo>
                    <a:pt x="2153" y="1549"/>
                  </a:lnTo>
                  <a:cubicBezTo>
                    <a:pt x="2358" y="1549"/>
                    <a:pt x="2526" y="1382"/>
                    <a:pt x="2526" y="1177"/>
                  </a:cubicBezTo>
                  <a:lnTo>
                    <a:pt x="2526" y="372"/>
                  </a:lnTo>
                  <a:cubicBezTo>
                    <a:pt x="2526" y="167"/>
                    <a:pt x="2358" y="1"/>
                    <a:pt x="2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2" name="Google Shape;2022;p58"/>
            <p:cNvSpPr/>
            <p:nvPr/>
          </p:nvSpPr>
          <p:spPr>
            <a:xfrm>
              <a:off x="1338807" y="1985342"/>
              <a:ext cx="56352" cy="17645"/>
            </a:xfrm>
            <a:custGeom>
              <a:avLst/>
              <a:gdLst/>
              <a:ahLst/>
              <a:cxnLst/>
              <a:rect l="l" t="t" r="r" b="b"/>
              <a:pathLst>
                <a:path w="1699" h="532" extrusionOk="0">
                  <a:moveTo>
                    <a:pt x="267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7" y="532"/>
                  </a:cubicBezTo>
                  <a:lnTo>
                    <a:pt x="1432" y="532"/>
                  </a:lnTo>
                  <a:cubicBezTo>
                    <a:pt x="1579" y="532"/>
                    <a:pt x="1698" y="413"/>
                    <a:pt x="1698" y="266"/>
                  </a:cubicBezTo>
                  <a:cubicBezTo>
                    <a:pt x="1698" y="119"/>
                    <a:pt x="1579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1464446" y="198534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4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4" name="Google Shape;2024;p58"/>
            <p:cNvSpPr/>
            <p:nvPr/>
          </p:nvSpPr>
          <p:spPr>
            <a:xfrm>
              <a:off x="1499902" y="198534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7" y="0"/>
                    <a:pt x="128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4"/>
                    <a:pt x="77" y="454"/>
                  </a:cubicBezTo>
                  <a:cubicBezTo>
                    <a:pt x="128" y="503"/>
                    <a:pt x="197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5" name="Google Shape;2025;p58"/>
            <p:cNvSpPr/>
            <p:nvPr/>
          </p:nvSpPr>
          <p:spPr>
            <a:xfrm>
              <a:off x="1535358" y="198534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5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8" y="127"/>
                    <a:pt x="0" y="196"/>
                    <a:pt x="0" y="266"/>
                  </a:cubicBezTo>
                  <a:cubicBezTo>
                    <a:pt x="0" y="336"/>
                    <a:pt x="28" y="404"/>
                    <a:pt x="77" y="454"/>
                  </a:cubicBezTo>
                  <a:cubicBezTo>
                    <a:pt x="127" y="503"/>
                    <a:pt x="195" y="532"/>
                    <a:pt x="265" y="532"/>
                  </a:cubicBezTo>
                  <a:cubicBezTo>
                    <a:pt x="335" y="532"/>
                    <a:pt x="404" y="503"/>
                    <a:pt x="453" y="454"/>
                  </a:cubicBezTo>
                  <a:cubicBezTo>
                    <a:pt x="503" y="405"/>
                    <a:pt x="531" y="336"/>
                    <a:pt x="531" y="266"/>
                  </a:cubicBezTo>
                  <a:cubicBezTo>
                    <a:pt x="531" y="196"/>
                    <a:pt x="503" y="127"/>
                    <a:pt x="453" y="78"/>
                  </a:cubicBezTo>
                  <a:cubicBezTo>
                    <a:pt x="404" y="29"/>
                    <a:pt x="335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1403186" y="1571776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6" y="0"/>
                    <a:pt x="128" y="28"/>
                    <a:pt x="79" y="78"/>
                  </a:cubicBezTo>
                  <a:cubicBezTo>
                    <a:pt x="28" y="128"/>
                    <a:pt x="0" y="195"/>
                    <a:pt x="0" y="266"/>
                  </a:cubicBezTo>
                  <a:cubicBezTo>
                    <a:pt x="0" y="336"/>
                    <a:pt x="28" y="405"/>
                    <a:pt x="79" y="454"/>
                  </a:cubicBezTo>
                  <a:cubicBezTo>
                    <a:pt x="128" y="503"/>
                    <a:pt x="197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5"/>
                    <a:pt x="504" y="128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1438608" y="1571776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6" y="0"/>
                    <a:pt x="128" y="28"/>
                    <a:pt x="78" y="78"/>
                  </a:cubicBezTo>
                  <a:cubicBezTo>
                    <a:pt x="29" y="128"/>
                    <a:pt x="0" y="195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8" y="503"/>
                    <a:pt x="196" y="532"/>
                    <a:pt x="266" y="532"/>
                  </a:cubicBezTo>
                  <a:cubicBezTo>
                    <a:pt x="337" y="532"/>
                    <a:pt x="405" y="503"/>
                    <a:pt x="455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8"/>
                    <a:pt x="455" y="78"/>
                  </a:cubicBezTo>
                  <a:cubicBezTo>
                    <a:pt x="405" y="28"/>
                    <a:pt x="337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1474065" y="1571776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0"/>
                  </a:moveTo>
                  <a:cubicBezTo>
                    <a:pt x="196" y="0"/>
                    <a:pt x="127" y="28"/>
                    <a:pt x="78" y="78"/>
                  </a:cubicBezTo>
                  <a:cubicBezTo>
                    <a:pt x="29" y="128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5"/>
                    <a:pt x="503" y="128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1246535" y="1431577"/>
              <a:ext cx="525871" cy="601957"/>
            </a:xfrm>
            <a:custGeom>
              <a:avLst/>
              <a:gdLst/>
              <a:ahLst/>
              <a:cxnLst/>
              <a:rect l="l" t="t" r="r" b="b"/>
              <a:pathLst>
                <a:path w="15855" h="18149" extrusionOk="0">
                  <a:moveTo>
                    <a:pt x="6931" y="1864"/>
                  </a:moveTo>
                  <a:cubicBezTo>
                    <a:pt x="6946" y="1864"/>
                    <a:pt x="6963" y="1865"/>
                    <a:pt x="6978" y="1865"/>
                  </a:cubicBezTo>
                  <a:lnTo>
                    <a:pt x="6978" y="2585"/>
                  </a:lnTo>
                  <a:lnTo>
                    <a:pt x="5137" y="2585"/>
                  </a:lnTo>
                  <a:lnTo>
                    <a:pt x="5137" y="1865"/>
                  </a:lnTo>
                  <a:cubicBezTo>
                    <a:pt x="5153" y="1864"/>
                    <a:pt x="5169" y="1864"/>
                    <a:pt x="5185" y="1864"/>
                  </a:cubicBezTo>
                  <a:close/>
                  <a:moveTo>
                    <a:pt x="15323" y="532"/>
                  </a:moveTo>
                  <a:lnTo>
                    <a:pt x="15323" y="3925"/>
                  </a:lnTo>
                  <a:lnTo>
                    <a:pt x="11009" y="3925"/>
                  </a:lnTo>
                  <a:cubicBezTo>
                    <a:pt x="10933" y="3925"/>
                    <a:pt x="10860" y="3958"/>
                    <a:pt x="10809" y="4016"/>
                  </a:cubicBezTo>
                  <a:lnTo>
                    <a:pt x="10263" y="4640"/>
                  </a:lnTo>
                  <a:lnTo>
                    <a:pt x="10263" y="532"/>
                  </a:lnTo>
                  <a:close/>
                  <a:moveTo>
                    <a:pt x="11140" y="6825"/>
                  </a:moveTo>
                  <a:cubicBezTo>
                    <a:pt x="11384" y="6825"/>
                    <a:pt x="11583" y="7023"/>
                    <a:pt x="11583" y="7268"/>
                  </a:cubicBezTo>
                  <a:lnTo>
                    <a:pt x="11583" y="9382"/>
                  </a:lnTo>
                  <a:cubicBezTo>
                    <a:pt x="11583" y="9626"/>
                    <a:pt x="11384" y="9824"/>
                    <a:pt x="11140" y="9824"/>
                  </a:cubicBezTo>
                  <a:lnTo>
                    <a:pt x="10986" y="9824"/>
                  </a:lnTo>
                  <a:cubicBezTo>
                    <a:pt x="10995" y="9711"/>
                    <a:pt x="11000" y="9595"/>
                    <a:pt x="11000" y="9479"/>
                  </a:cubicBezTo>
                  <a:lnTo>
                    <a:pt x="11000" y="6825"/>
                  </a:lnTo>
                  <a:close/>
                  <a:moveTo>
                    <a:pt x="8826" y="5935"/>
                  </a:moveTo>
                  <a:cubicBezTo>
                    <a:pt x="9221" y="5935"/>
                    <a:pt x="9543" y="6256"/>
                    <a:pt x="9543" y="6651"/>
                  </a:cubicBezTo>
                  <a:lnTo>
                    <a:pt x="9543" y="9287"/>
                  </a:lnTo>
                  <a:cubicBezTo>
                    <a:pt x="9543" y="9681"/>
                    <a:pt x="9222" y="10003"/>
                    <a:pt x="8826" y="10003"/>
                  </a:cubicBezTo>
                  <a:lnTo>
                    <a:pt x="8245" y="10003"/>
                  </a:lnTo>
                  <a:cubicBezTo>
                    <a:pt x="8153" y="9545"/>
                    <a:pt x="7747" y="9200"/>
                    <a:pt x="7263" y="9200"/>
                  </a:cubicBezTo>
                  <a:lnTo>
                    <a:pt x="4940" y="9200"/>
                  </a:lnTo>
                  <a:cubicBezTo>
                    <a:pt x="4454" y="9200"/>
                    <a:pt x="4049" y="9545"/>
                    <a:pt x="3957" y="10003"/>
                  </a:cubicBezTo>
                  <a:lnTo>
                    <a:pt x="3376" y="10003"/>
                  </a:lnTo>
                  <a:cubicBezTo>
                    <a:pt x="2981" y="10003"/>
                    <a:pt x="2660" y="9681"/>
                    <a:pt x="2660" y="9287"/>
                  </a:cubicBezTo>
                  <a:lnTo>
                    <a:pt x="2660" y="6651"/>
                  </a:lnTo>
                  <a:cubicBezTo>
                    <a:pt x="2660" y="6256"/>
                    <a:pt x="2981" y="5935"/>
                    <a:pt x="3376" y="5935"/>
                  </a:cubicBezTo>
                  <a:close/>
                  <a:moveTo>
                    <a:pt x="7263" y="9731"/>
                  </a:moveTo>
                  <a:cubicBezTo>
                    <a:pt x="7522" y="9731"/>
                    <a:pt x="7734" y="9942"/>
                    <a:pt x="7734" y="10202"/>
                  </a:cubicBezTo>
                  <a:cubicBezTo>
                    <a:pt x="7734" y="10462"/>
                    <a:pt x="7522" y="10673"/>
                    <a:pt x="7263" y="10673"/>
                  </a:cubicBezTo>
                  <a:lnTo>
                    <a:pt x="4940" y="10673"/>
                  </a:lnTo>
                  <a:cubicBezTo>
                    <a:pt x="4680" y="10673"/>
                    <a:pt x="4469" y="10462"/>
                    <a:pt x="4469" y="10202"/>
                  </a:cubicBezTo>
                  <a:cubicBezTo>
                    <a:pt x="4469" y="9942"/>
                    <a:pt x="4680" y="9731"/>
                    <a:pt x="4940" y="9731"/>
                  </a:cubicBezTo>
                  <a:close/>
                  <a:moveTo>
                    <a:pt x="2619" y="2962"/>
                  </a:moveTo>
                  <a:lnTo>
                    <a:pt x="2619" y="5660"/>
                  </a:lnTo>
                  <a:cubicBezTo>
                    <a:pt x="2321" y="5889"/>
                    <a:pt x="2128" y="6248"/>
                    <a:pt x="2128" y="6651"/>
                  </a:cubicBezTo>
                  <a:lnTo>
                    <a:pt x="2128" y="9287"/>
                  </a:lnTo>
                  <a:cubicBezTo>
                    <a:pt x="2128" y="9691"/>
                    <a:pt x="2321" y="10050"/>
                    <a:pt x="2619" y="10278"/>
                  </a:cubicBezTo>
                  <a:lnTo>
                    <a:pt x="2619" y="11900"/>
                  </a:lnTo>
                  <a:cubicBezTo>
                    <a:pt x="2017" y="11269"/>
                    <a:pt x="1646" y="10417"/>
                    <a:pt x="1646" y="9479"/>
                  </a:cubicBezTo>
                  <a:lnTo>
                    <a:pt x="1646" y="5383"/>
                  </a:lnTo>
                  <a:cubicBezTo>
                    <a:pt x="1646" y="4446"/>
                    <a:pt x="2017" y="3594"/>
                    <a:pt x="2619" y="2962"/>
                  </a:cubicBezTo>
                  <a:close/>
                  <a:moveTo>
                    <a:pt x="7510" y="1911"/>
                  </a:moveTo>
                  <a:cubicBezTo>
                    <a:pt x="8044" y="1999"/>
                    <a:pt x="8539" y="2207"/>
                    <a:pt x="8965" y="2506"/>
                  </a:cubicBezTo>
                  <a:lnTo>
                    <a:pt x="8965" y="3403"/>
                  </a:lnTo>
                  <a:cubicBezTo>
                    <a:pt x="8965" y="3550"/>
                    <a:pt x="9083" y="3669"/>
                    <a:pt x="9230" y="3669"/>
                  </a:cubicBezTo>
                  <a:cubicBezTo>
                    <a:pt x="9378" y="3669"/>
                    <a:pt x="9496" y="3550"/>
                    <a:pt x="9496" y="3403"/>
                  </a:cubicBezTo>
                  <a:lnTo>
                    <a:pt x="9496" y="2962"/>
                  </a:lnTo>
                  <a:cubicBezTo>
                    <a:pt x="9579" y="3050"/>
                    <a:pt x="9657" y="3140"/>
                    <a:pt x="9730" y="3234"/>
                  </a:cubicBezTo>
                  <a:lnTo>
                    <a:pt x="9730" y="5128"/>
                  </a:lnTo>
                  <a:cubicBezTo>
                    <a:pt x="9730" y="5386"/>
                    <a:pt x="9898" y="5503"/>
                    <a:pt x="10054" y="5503"/>
                  </a:cubicBezTo>
                  <a:cubicBezTo>
                    <a:pt x="10126" y="5503"/>
                    <a:pt x="10235" y="5478"/>
                    <a:pt x="10340" y="5358"/>
                  </a:cubicBezTo>
                  <a:lnTo>
                    <a:pt x="10464" y="5216"/>
                  </a:lnTo>
                  <a:cubicBezTo>
                    <a:pt x="10467" y="5272"/>
                    <a:pt x="10468" y="5327"/>
                    <a:pt x="10468" y="5383"/>
                  </a:cubicBezTo>
                  <a:lnTo>
                    <a:pt x="10468" y="9479"/>
                  </a:lnTo>
                  <a:lnTo>
                    <a:pt x="10469" y="9479"/>
                  </a:lnTo>
                  <a:cubicBezTo>
                    <a:pt x="10469" y="10416"/>
                    <a:pt x="10098" y="11269"/>
                    <a:pt x="9497" y="11900"/>
                  </a:cubicBezTo>
                  <a:lnTo>
                    <a:pt x="9497" y="10339"/>
                  </a:lnTo>
                  <a:cubicBezTo>
                    <a:pt x="9844" y="10117"/>
                    <a:pt x="10075" y="9729"/>
                    <a:pt x="10075" y="9286"/>
                  </a:cubicBezTo>
                  <a:lnTo>
                    <a:pt x="10075" y="6651"/>
                  </a:lnTo>
                  <a:cubicBezTo>
                    <a:pt x="10075" y="6210"/>
                    <a:pt x="9844" y="5821"/>
                    <a:pt x="9497" y="5599"/>
                  </a:cubicBezTo>
                  <a:lnTo>
                    <a:pt x="9497" y="4892"/>
                  </a:lnTo>
                  <a:cubicBezTo>
                    <a:pt x="9497" y="4745"/>
                    <a:pt x="9378" y="4626"/>
                    <a:pt x="9231" y="4626"/>
                  </a:cubicBezTo>
                  <a:cubicBezTo>
                    <a:pt x="9083" y="4626"/>
                    <a:pt x="8965" y="4745"/>
                    <a:pt x="8965" y="4892"/>
                  </a:cubicBezTo>
                  <a:lnTo>
                    <a:pt x="8965" y="5411"/>
                  </a:lnTo>
                  <a:cubicBezTo>
                    <a:pt x="8919" y="5406"/>
                    <a:pt x="8873" y="5403"/>
                    <a:pt x="8826" y="5403"/>
                  </a:cubicBezTo>
                  <a:lnTo>
                    <a:pt x="3376" y="5403"/>
                  </a:lnTo>
                  <a:cubicBezTo>
                    <a:pt x="3299" y="5403"/>
                    <a:pt x="3223" y="5410"/>
                    <a:pt x="3151" y="5424"/>
                  </a:cubicBezTo>
                  <a:lnTo>
                    <a:pt x="3151" y="2504"/>
                  </a:lnTo>
                  <a:cubicBezTo>
                    <a:pt x="3577" y="2207"/>
                    <a:pt x="4070" y="1999"/>
                    <a:pt x="4605" y="1911"/>
                  </a:cubicBezTo>
                  <a:lnTo>
                    <a:pt x="4605" y="2608"/>
                  </a:lnTo>
                  <a:cubicBezTo>
                    <a:pt x="4605" y="2888"/>
                    <a:pt x="4833" y="3115"/>
                    <a:pt x="5114" y="3115"/>
                  </a:cubicBezTo>
                  <a:lnTo>
                    <a:pt x="7001" y="3115"/>
                  </a:lnTo>
                  <a:cubicBezTo>
                    <a:pt x="7282" y="3115"/>
                    <a:pt x="7510" y="2887"/>
                    <a:pt x="7510" y="2608"/>
                  </a:cubicBezTo>
                  <a:lnTo>
                    <a:pt x="7510" y="1911"/>
                  </a:lnTo>
                  <a:close/>
                  <a:moveTo>
                    <a:pt x="3151" y="10514"/>
                  </a:moveTo>
                  <a:cubicBezTo>
                    <a:pt x="3223" y="10527"/>
                    <a:pt x="3299" y="10535"/>
                    <a:pt x="3376" y="10535"/>
                  </a:cubicBezTo>
                  <a:lnTo>
                    <a:pt x="3993" y="10535"/>
                  </a:lnTo>
                  <a:cubicBezTo>
                    <a:pt x="4131" y="10925"/>
                    <a:pt x="4504" y="11205"/>
                    <a:pt x="4939" y="11205"/>
                  </a:cubicBezTo>
                  <a:lnTo>
                    <a:pt x="7263" y="11205"/>
                  </a:lnTo>
                  <a:cubicBezTo>
                    <a:pt x="7699" y="11205"/>
                    <a:pt x="8071" y="10925"/>
                    <a:pt x="8208" y="10535"/>
                  </a:cubicBezTo>
                  <a:lnTo>
                    <a:pt x="8826" y="10535"/>
                  </a:lnTo>
                  <a:cubicBezTo>
                    <a:pt x="8873" y="10535"/>
                    <a:pt x="8919" y="10533"/>
                    <a:pt x="8965" y="10527"/>
                  </a:cubicBezTo>
                  <a:lnTo>
                    <a:pt x="8965" y="12357"/>
                  </a:lnTo>
                  <a:cubicBezTo>
                    <a:pt x="8389" y="12761"/>
                    <a:pt x="7688" y="12999"/>
                    <a:pt x="6931" y="12999"/>
                  </a:cubicBezTo>
                  <a:lnTo>
                    <a:pt x="5185" y="12999"/>
                  </a:lnTo>
                  <a:cubicBezTo>
                    <a:pt x="4428" y="12999"/>
                    <a:pt x="3727" y="12761"/>
                    <a:pt x="3151" y="12357"/>
                  </a:cubicBezTo>
                  <a:lnTo>
                    <a:pt x="3151" y="10514"/>
                  </a:lnTo>
                  <a:close/>
                  <a:moveTo>
                    <a:pt x="7516" y="13489"/>
                  </a:moveTo>
                  <a:lnTo>
                    <a:pt x="7516" y="14261"/>
                  </a:lnTo>
                  <a:lnTo>
                    <a:pt x="4599" y="14261"/>
                  </a:lnTo>
                  <a:lnTo>
                    <a:pt x="4599" y="13489"/>
                  </a:lnTo>
                  <a:cubicBezTo>
                    <a:pt x="4790" y="13515"/>
                    <a:pt x="4986" y="13531"/>
                    <a:pt x="5185" y="13531"/>
                  </a:cubicBezTo>
                  <a:lnTo>
                    <a:pt x="6931" y="13531"/>
                  </a:lnTo>
                  <a:cubicBezTo>
                    <a:pt x="7129" y="13531"/>
                    <a:pt x="7325" y="13515"/>
                    <a:pt x="7516" y="13489"/>
                  </a:cubicBezTo>
                  <a:close/>
                  <a:moveTo>
                    <a:pt x="9365" y="16295"/>
                  </a:moveTo>
                  <a:cubicBezTo>
                    <a:pt x="9631" y="16295"/>
                    <a:pt x="9849" y="16509"/>
                    <a:pt x="9849" y="16774"/>
                  </a:cubicBezTo>
                  <a:lnTo>
                    <a:pt x="9849" y="17618"/>
                  </a:lnTo>
                  <a:lnTo>
                    <a:pt x="2267" y="17618"/>
                  </a:lnTo>
                  <a:lnTo>
                    <a:pt x="2267" y="16774"/>
                  </a:lnTo>
                  <a:cubicBezTo>
                    <a:pt x="2267" y="16509"/>
                    <a:pt x="2483" y="16295"/>
                    <a:pt x="2750" y="16295"/>
                  </a:cubicBezTo>
                  <a:close/>
                  <a:moveTo>
                    <a:pt x="10215" y="0"/>
                  </a:moveTo>
                  <a:cubicBezTo>
                    <a:pt x="9948" y="0"/>
                    <a:pt x="9731" y="217"/>
                    <a:pt x="9731" y="484"/>
                  </a:cubicBezTo>
                  <a:lnTo>
                    <a:pt x="9731" y="2447"/>
                  </a:lnTo>
                  <a:cubicBezTo>
                    <a:pt x="9001" y="1757"/>
                    <a:pt x="8014" y="1332"/>
                    <a:pt x="6931" y="1332"/>
                  </a:cubicBezTo>
                  <a:lnTo>
                    <a:pt x="5185" y="1332"/>
                  </a:lnTo>
                  <a:cubicBezTo>
                    <a:pt x="2940" y="1332"/>
                    <a:pt x="1115" y="3149"/>
                    <a:pt x="1115" y="5383"/>
                  </a:cubicBezTo>
                  <a:lnTo>
                    <a:pt x="1115" y="6293"/>
                  </a:lnTo>
                  <a:lnTo>
                    <a:pt x="975" y="6293"/>
                  </a:lnTo>
                  <a:cubicBezTo>
                    <a:pt x="438" y="6293"/>
                    <a:pt x="0" y="6731"/>
                    <a:pt x="0" y="7268"/>
                  </a:cubicBezTo>
                  <a:lnTo>
                    <a:pt x="0" y="7657"/>
                  </a:lnTo>
                  <a:cubicBezTo>
                    <a:pt x="0" y="7803"/>
                    <a:pt x="120" y="7923"/>
                    <a:pt x="266" y="7923"/>
                  </a:cubicBezTo>
                  <a:cubicBezTo>
                    <a:pt x="413" y="7923"/>
                    <a:pt x="532" y="7803"/>
                    <a:pt x="532" y="7657"/>
                  </a:cubicBezTo>
                  <a:lnTo>
                    <a:pt x="532" y="7269"/>
                  </a:lnTo>
                  <a:cubicBezTo>
                    <a:pt x="532" y="7024"/>
                    <a:pt x="730" y="6825"/>
                    <a:pt x="975" y="6825"/>
                  </a:cubicBezTo>
                  <a:lnTo>
                    <a:pt x="1115" y="6825"/>
                  </a:lnTo>
                  <a:lnTo>
                    <a:pt x="1115" y="9479"/>
                  </a:lnTo>
                  <a:cubicBezTo>
                    <a:pt x="1115" y="9595"/>
                    <a:pt x="1120" y="9711"/>
                    <a:pt x="1130" y="9825"/>
                  </a:cubicBezTo>
                  <a:lnTo>
                    <a:pt x="975" y="9825"/>
                  </a:lnTo>
                  <a:cubicBezTo>
                    <a:pt x="730" y="9825"/>
                    <a:pt x="532" y="9626"/>
                    <a:pt x="532" y="9382"/>
                  </a:cubicBezTo>
                  <a:lnTo>
                    <a:pt x="532" y="9040"/>
                  </a:lnTo>
                  <a:cubicBezTo>
                    <a:pt x="532" y="8893"/>
                    <a:pt x="413" y="8774"/>
                    <a:pt x="266" y="8774"/>
                  </a:cubicBezTo>
                  <a:cubicBezTo>
                    <a:pt x="120" y="8774"/>
                    <a:pt x="0" y="8893"/>
                    <a:pt x="0" y="9040"/>
                  </a:cubicBezTo>
                  <a:lnTo>
                    <a:pt x="0" y="9382"/>
                  </a:lnTo>
                  <a:cubicBezTo>
                    <a:pt x="0" y="9920"/>
                    <a:pt x="438" y="10356"/>
                    <a:pt x="975" y="10356"/>
                  </a:cubicBezTo>
                  <a:lnTo>
                    <a:pt x="1211" y="10356"/>
                  </a:lnTo>
                  <a:cubicBezTo>
                    <a:pt x="1534" y="11808"/>
                    <a:pt x="2642" y="12970"/>
                    <a:pt x="4067" y="13376"/>
                  </a:cubicBezTo>
                  <a:lnTo>
                    <a:pt x="4067" y="14261"/>
                  </a:lnTo>
                  <a:lnTo>
                    <a:pt x="1363" y="14261"/>
                  </a:lnTo>
                  <a:cubicBezTo>
                    <a:pt x="630" y="14261"/>
                    <a:pt x="33" y="14854"/>
                    <a:pt x="33" y="15585"/>
                  </a:cubicBezTo>
                  <a:lnTo>
                    <a:pt x="33" y="17883"/>
                  </a:lnTo>
                  <a:cubicBezTo>
                    <a:pt x="33" y="18030"/>
                    <a:pt x="152" y="18149"/>
                    <a:pt x="299" y="18149"/>
                  </a:cubicBezTo>
                  <a:lnTo>
                    <a:pt x="11816" y="18149"/>
                  </a:lnTo>
                  <a:cubicBezTo>
                    <a:pt x="11963" y="18149"/>
                    <a:pt x="12082" y="18030"/>
                    <a:pt x="12082" y="17883"/>
                  </a:cubicBezTo>
                  <a:lnTo>
                    <a:pt x="12082" y="15585"/>
                  </a:lnTo>
                  <a:cubicBezTo>
                    <a:pt x="12082" y="14854"/>
                    <a:pt x="11486" y="14261"/>
                    <a:pt x="10753" y="14261"/>
                  </a:cubicBezTo>
                  <a:lnTo>
                    <a:pt x="10054" y="14261"/>
                  </a:lnTo>
                  <a:cubicBezTo>
                    <a:pt x="9908" y="14261"/>
                    <a:pt x="9788" y="14380"/>
                    <a:pt x="9788" y="14527"/>
                  </a:cubicBezTo>
                  <a:cubicBezTo>
                    <a:pt x="9788" y="14673"/>
                    <a:pt x="9908" y="14793"/>
                    <a:pt x="10054" y="14793"/>
                  </a:cubicBezTo>
                  <a:lnTo>
                    <a:pt x="10753" y="14793"/>
                  </a:lnTo>
                  <a:cubicBezTo>
                    <a:pt x="11192" y="14793"/>
                    <a:pt x="11550" y="15148"/>
                    <a:pt x="11550" y="15584"/>
                  </a:cubicBezTo>
                  <a:lnTo>
                    <a:pt x="11550" y="17617"/>
                  </a:lnTo>
                  <a:lnTo>
                    <a:pt x="10380" y="17617"/>
                  </a:lnTo>
                  <a:lnTo>
                    <a:pt x="10380" y="16774"/>
                  </a:lnTo>
                  <a:cubicBezTo>
                    <a:pt x="10380" y="16216"/>
                    <a:pt x="9925" y="15762"/>
                    <a:pt x="9364" y="15762"/>
                  </a:cubicBezTo>
                  <a:lnTo>
                    <a:pt x="2750" y="15762"/>
                  </a:lnTo>
                  <a:cubicBezTo>
                    <a:pt x="2191" y="15762"/>
                    <a:pt x="1735" y="16216"/>
                    <a:pt x="1735" y="16774"/>
                  </a:cubicBezTo>
                  <a:lnTo>
                    <a:pt x="1735" y="17617"/>
                  </a:lnTo>
                  <a:lnTo>
                    <a:pt x="564" y="17617"/>
                  </a:lnTo>
                  <a:lnTo>
                    <a:pt x="564" y="15584"/>
                  </a:lnTo>
                  <a:cubicBezTo>
                    <a:pt x="564" y="15148"/>
                    <a:pt x="923" y="14793"/>
                    <a:pt x="1363" y="14793"/>
                  </a:cubicBezTo>
                  <a:lnTo>
                    <a:pt x="8495" y="14793"/>
                  </a:lnTo>
                  <a:cubicBezTo>
                    <a:pt x="8642" y="14793"/>
                    <a:pt x="8761" y="14673"/>
                    <a:pt x="8761" y="14527"/>
                  </a:cubicBezTo>
                  <a:cubicBezTo>
                    <a:pt x="8761" y="14380"/>
                    <a:pt x="8642" y="14261"/>
                    <a:pt x="8495" y="14261"/>
                  </a:cubicBezTo>
                  <a:lnTo>
                    <a:pt x="8048" y="14261"/>
                  </a:lnTo>
                  <a:lnTo>
                    <a:pt x="8048" y="13375"/>
                  </a:lnTo>
                  <a:cubicBezTo>
                    <a:pt x="9473" y="12969"/>
                    <a:pt x="10581" y="11808"/>
                    <a:pt x="10904" y="10356"/>
                  </a:cubicBezTo>
                  <a:lnTo>
                    <a:pt x="11140" y="10356"/>
                  </a:lnTo>
                  <a:cubicBezTo>
                    <a:pt x="11678" y="10356"/>
                    <a:pt x="12115" y="9919"/>
                    <a:pt x="12115" y="9382"/>
                  </a:cubicBezTo>
                  <a:lnTo>
                    <a:pt x="12115" y="7268"/>
                  </a:lnTo>
                  <a:cubicBezTo>
                    <a:pt x="12115" y="6731"/>
                    <a:pt x="11678" y="6293"/>
                    <a:pt x="11140" y="6293"/>
                  </a:cubicBezTo>
                  <a:lnTo>
                    <a:pt x="11001" y="6293"/>
                  </a:lnTo>
                  <a:lnTo>
                    <a:pt x="11001" y="5383"/>
                  </a:lnTo>
                  <a:cubicBezTo>
                    <a:pt x="11001" y="5142"/>
                    <a:pt x="10978" y="4906"/>
                    <a:pt x="10937" y="4676"/>
                  </a:cubicBezTo>
                  <a:lnTo>
                    <a:pt x="11130" y="4457"/>
                  </a:lnTo>
                  <a:lnTo>
                    <a:pt x="15370" y="4457"/>
                  </a:lnTo>
                  <a:cubicBezTo>
                    <a:pt x="15637" y="4457"/>
                    <a:pt x="15854" y="4240"/>
                    <a:pt x="15854" y="3973"/>
                  </a:cubicBezTo>
                  <a:lnTo>
                    <a:pt x="15854" y="484"/>
                  </a:lnTo>
                  <a:cubicBezTo>
                    <a:pt x="15854" y="217"/>
                    <a:pt x="15637" y="0"/>
                    <a:pt x="15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1696552" y="1465541"/>
              <a:ext cx="39934" cy="17678"/>
            </a:xfrm>
            <a:custGeom>
              <a:avLst/>
              <a:gdLst/>
              <a:ahLst/>
              <a:cxnLst/>
              <a:rect l="l" t="t" r="r" b="b"/>
              <a:pathLst>
                <a:path w="120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937" y="533"/>
                  </a:lnTo>
                  <a:cubicBezTo>
                    <a:pt x="1084" y="533"/>
                    <a:pt x="1203" y="414"/>
                    <a:pt x="1203" y="267"/>
                  </a:cubicBezTo>
                  <a:cubicBezTo>
                    <a:pt x="1203" y="120"/>
                    <a:pt x="1084" y="1"/>
                    <a:pt x="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1605209" y="1495922"/>
              <a:ext cx="131277" cy="17678"/>
            </a:xfrm>
            <a:custGeom>
              <a:avLst/>
              <a:gdLst/>
              <a:ahLst/>
              <a:cxnLst/>
              <a:rect l="l" t="t" r="r" b="b"/>
              <a:pathLst>
                <a:path w="395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691" y="533"/>
                  </a:lnTo>
                  <a:cubicBezTo>
                    <a:pt x="3838" y="533"/>
                    <a:pt x="3957" y="414"/>
                    <a:pt x="3957" y="267"/>
                  </a:cubicBezTo>
                  <a:cubicBezTo>
                    <a:pt x="3957" y="120"/>
                    <a:pt x="3838" y="1"/>
                    <a:pt x="3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1605209" y="1527730"/>
              <a:ext cx="131277" cy="17678"/>
            </a:xfrm>
            <a:custGeom>
              <a:avLst/>
              <a:gdLst/>
              <a:ahLst/>
              <a:cxnLst/>
              <a:rect l="l" t="t" r="r" b="b"/>
              <a:pathLst>
                <a:path w="395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691" y="533"/>
                  </a:lnTo>
                  <a:cubicBezTo>
                    <a:pt x="3838" y="533"/>
                    <a:pt x="3957" y="414"/>
                    <a:pt x="3957" y="267"/>
                  </a:cubicBezTo>
                  <a:cubicBezTo>
                    <a:pt x="3957" y="120"/>
                    <a:pt x="3838" y="1"/>
                    <a:pt x="3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1605209" y="1465541"/>
              <a:ext cx="79768" cy="17678"/>
            </a:xfrm>
            <a:custGeom>
              <a:avLst/>
              <a:gdLst/>
              <a:ahLst/>
              <a:cxnLst/>
              <a:rect l="l" t="t" r="r" b="b"/>
              <a:pathLst>
                <a:path w="2405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2139" y="533"/>
                  </a:lnTo>
                  <a:cubicBezTo>
                    <a:pt x="2286" y="533"/>
                    <a:pt x="2405" y="414"/>
                    <a:pt x="2405" y="267"/>
                  </a:cubicBezTo>
                  <a:cubicBezTo>
                    <a:pt x="2405" y="120"/>
                    <a:pt x="2286" y="1"/>
                    <a:pt x="2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034" name="Google Shape;2034;p58"/>
          <p:cNvGrpSpPr/>
          <p:nvPr/>
        </p:nvGrpSpPr>
        <p:grpSpPr>
          <a:xfrm>
            <a:off x="6531414" y="3430841"/>
            <a:ext cx="364212" cy="457211"/>
            <a:chOff x="2636386" y="3145176"/>
            <a:chExt cx="478408" cy="601990"/>
          </a:xfrm>
        </p:grpSpPr>
        <p:sp>
          <p:nvSpPr>
            <p:cNvPr id="2035" name="Google Shape;2035;p58"/>
            <p:cNvSpPr/>
            <p:nvPr/>
          </p:nvSpPr>
          <p:spPr>
            <a:xfrm>
              <a:off x="2849653" y="3556785"/>
              <a:ext cx="51874" cy="17678"/>
            </a:xfrm>
            <a:custGeom>
              <a:avLst/>
              <a:gdLst/>
              <a:ahLst/>
              <a:cxnLst/>
              <a:rect l="l" t="t" r="r" b="b"/>
              <a:pathLst>
                <a:path w="1564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297" y="532"/>
                  </a:lnTo>
                  <a:cubicBezTo>
                    <a:pt x="1444" y="532"/>
                    <a:pt x="1563" y="413"/>
                    <a:pt x="1563" y="266"/>
                  </a:cubicBezTo>
                  <a:cubicBezTo>
                    <a:pt x="1563" y="119"/>
                    <a:pt x="1444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2895093" y="3384513"/>
              <a:ext cx="120232" cy="79171"/>
            </a:xfrm>
            <a:custGeom>
              <a:avLst/>
              <a:gdLst/>
              <a:ahLst/>
              <a:cxnLst/>
              <a:rect l="l" t="t" r="r" b="b"/>
              <a:pathLst>
                <a:path w="3625" h="2387" extrusionOk="0">
                  <a:moveTo>
                    <a:pt x="1812" y="965"/>
                  </a:moveTo>
                  <a:cubicBezTo>
                    <a:pt x="1939" y="965"/>
                    <a:pt x="2041" y="1068"/>
                    <a:pt x="2041" y="1194"/>
                  </a:cubicBezTo>
                  <a:cubicBezTo>
                    <a:pt x="2041" y="1319"/>
                    <a:pt x="1939" y="1422"/>
                    <a:pt x="1812" y="1422"/>
                  </a:cubicBezTo>
                  <a:cubicBezTo>
                    <a:pt x="1685" y="1422"/>
                    <a:pt x="1582" y="1319"/>
                    <a:pt x="1582" y="1194"/>
                  </a:cubicBezTo>
                  <a:cubicBezTo>
                    <a:pt x="1582" y="1067"/>
                    <a:pt x="1685" y="965"/>
                    <a:pt x="1812" y="965"/>
                  </a:cubicBezTo>
                  <a:close/>
                  <a:moveTo>
                    <a:pt x="2306" y="617"/>
                  </a:moveTo>
                  <a:lnTo>
                    <a:pt x="2306" y="617"/>
                  </a:lnTo>
                  <a:cubicBezTo>
                    <a:pt x="2607" y="722"/>
                    <a:pt x="2870" y="921"/>
                    <a:pt x="3055" y="1194"/>
                  </a:cubicBezTo>
                  <a:cubicBezTo>
                    <a:pt x="2870" y="1466"/>
                    <a:pt x="2608" y="1665"/>
                    <a:pt x="2306" y="1770"/>
                  </a:cubicBezTo>
                  <a:cubicBezTo>
                    <a:pt x="2469" y="1630"/>
                    <a:pt x="2573" y="1424"/>
                    <a:pt x="2573" y="1193"/>
                  </a:cubicBezTo>
                  <a:cubicBezTo>
                    <a:pt x="2573" y="963"/>
                    <a:pt x="2469" y="757"/>
                    <a:pt x="2306" y="617"/>
                  </a:cubicBezTo>
                  <a:close/>
                  <a:moveTo>
                    <a:pt x="1317" y="617"/>
                  </a:moveTo>
                  <a:lnTo>
                    <a:pt x="1317" y="617"/>
                  </a:lnTo>
                  <a:cubicBezTo>
                    <a:pt x="1154" y="757"/>
                    <a:pt x="1050" y="963"/>
                    <a:pt x="1050" y="1194"/>
                  </a:cubicBezTo>
                  <a:cubicBezTo>
                    <a:pt x="1050" y="1424"/>
                    <a:pt x="1154" y="1631"/>
                    <a:pt x="1317" y="1771"/>
                  </a:cubicBezTo>
                  <a:cubicBezTo>
                    <a:pt x="1017" y="1666"/>
                    <a:pt x="754" y="1466"/>
                    <a:pt x="569" y="1194"/>
                  </a:cubicBezTo>
                  <a:cubicBezTo>
                    <a:pt x="754" y="921"/>
                    <a:pt x="1017" y="721"/>
                    <a:pt x="1317" y="617"/>
                  </a:cubicBezTo>
                  <a:close/>
                  <a:moveTo>
                    <a:pt x="1812" y="1"/>
                  </a:moveTo>
                  <a:cubicBezTo>
                    <a:pt x="1109" y="1"/>
                    <a:pt x="465" y="357"/>
                    <a:pt x="91" y="954"/>
                  </a:cubicBezTo>
                  <a:cubicBezTo>
                    <a:pt x="0" y="1100"/>
                    <a:pt x="0" y="1287"/>
                    <a:pt x="91" y="1433"/>
                  </a:cubicBezTo>
                  <a:cubicBezTo>
                    <a:pt x="465" y="2030"/>
                    <a:pt x="1109" y="2386"/>
                    <a:pt x="1812" y="2386"/>
                  </a:cubicBezTo>
                  <a:cubicBezTo>
                    <a:pt x="2516" y="2386"/>
                    <a:pt x="3158" y="2030"/>
                    <a:pt x="3532" y="1433"/>
                  </a:cubicBezTo>
                  <a:cubicBezTo>
                    <a:pt x="3624" y="1287"/>
                    <a:pt x="3624" y="1100"/>
                    <a:pt x="3532" y="954"/>
                  </a:cubicBezTo>
                  <a:cubicBezTo>
                    <a:pt x="3158" y="357"/>
                    <a:pt x="2515" y="1"/>
                    <a:pt x="1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7" name="Google Shape;2037;p58"/>
            <p:cNvSpPr/>
            <p:nvPr/>
          </p:nvSpPr>
          <p:spPr>
            <a:xfrm>
              <a:off x="2893335" y="3344745"/>
              <a:ext cx="115821" cy="29121"/>
            </a:xfrm>
            <a:custGeom>
              <a:avLst/>
              <a:gdLst/>
              <a:ahLst/>
              <a:cxnLst/>
              <a:rect l="l" t="t" r="r" b="b"/>
              <a:pathLst>
                <a:path w="3492" h="878" extrusionOk="0">
                  <a:moveTo>
                    <a:pt x="1746" y="1"/>
                  </a:moveTo>
                  <a:cubicBezTo>
                    <a:pt x="1209" y="1"/>
                    <a:pt x="673" y="125"/>
                    <a:pt x="183" y="374"/>
                  </a:cubicBezTo>
                  <a:cubicBezTo>
                    <a:pt x="53" y="441"/>
                    <a:pt x="1" y="601"/>
                    <a:pt x="67" y="732"/>
                  </a:cubicBezTo>
                  <a:cubicBezTo>
                    <a:pt x="115" y="824"/>
                    <a:pt x="208" y="877"/>
                    <a:pt x="305" y="877"/>
                  </a:cubicBezTo>
                  <a:cubicBezTo>
                    <a:pt x="345" y="877"/>
                    <a:pt x="386" y="868"/>
                    <a:pt x="425" y="849"/>
                  </a:cubicBezTo>
                  <a:cubicBezTo>
                    <a:pt x="838" y="638"/>
                    <a:pt x="1292" y="532"/>
                    <a:pt x="1746" y="532"/>
                  </a:cubicBezTo>
                  <a:cubicBezTo>
                    <a:pt x="2200" y="532"/>
                    <a:pt x="2653" y="638"/>
                    <a:pt x="3067" y="849"/>
                  </a:cubicBezTo>
                  <a:cubicBezTo>
                    <a:pt x="3106" y="868"/>
                    <a:pt x="3147" y="878"/>
                    <a:pt x="3188" y="878"/>
                  </a:cubicBezTo>
                  <a:cubicBezTo>
                    <a:pt x="3284" y="878"/>
                    <a:pt x="3378" y="824"/>
                    <a:pt x="3425" y="732"/>
                  </a:cubicBezTo>
                  <a:cubicBezTo>
                    <a:pt x="3492" y="601"/>
                    <a:pt x="3439" y="441"/>
                    <a:pt x="3309" y="374"/>
                  </a:cubicBezTo>
                  <a:cubicBezTo>
                    <a:pt x="2820" y="125"/>
                    <a:pt x="2283" y="1"/>
                    <a:pt x="1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8" name="Google Shape;2038;p58"/>
            <p:cNvSpPr/>
            <p:nvPr/>
          </p:nvSpPr>
          <p:spPr>
            <a:xfrm>
              <a:off x="2730250" y="3349223"/>
              <a:ext cx="114163" cy="114096"/>
            </a:xfrm>
            <a:custGeom>
              <a:avLst/>
              <a:gdLst/>
              <a:ahLst/>
              <a:cxnLst/>
              <a:rect l="l" t="t" r="r" b="b"/>
              <a:pathLst>
                <a:path w="3442" h="3440" extrusionOk="0">
                  <a:moveTo>
                    <a:pt x="1720" y="532"/>
                  </a:moveTo>
                  <a:cubicBezTo>
                    <a:pt x="2285" y="532"/>
                    <a:pt x="2757" y="926"/>
                    <a:pt x="2879" y="1454"/>
                  </a:cubicBezTo>
                  <a:lnTo>
                    <a:pt x="563" y="1454"/>
                  </a:lnTo>
                  <a:cubicBezTo>
                    <a:pt x="684" y="926"/>
                    <a:pt x="1157" y="532"/>
                    <a:pt x="1720" y="532"/>
                  </a:cubicBezTo>
                  <a:close/>
                  <a:moveTo>
                    <a:pt x="2879" y="1986"/>
                  </a:moveTo>
                  <a:cubicBezTo>
                    <a:pt x="2757" y="2514"/>
                    <a:pt x="2285" y="2908"/>
                    <a:pt x="1720" y="2908"/>
                  </a:cubicBezTo>
                  <a:cubicBezTo>
                    <a:pt x="1157" y="2908"/>
                    <a:pt x="684" y="2514"/>
                    <a:pt x="563" y="1986"/>
                  </a:cubicBezTo>
                  <a:close/>
                  <a:moveTo>
                    <a:pt x="1720" y="0"/>
                  </a:moveTo>
                  <a:cubicBezTo>
                    <a:pt x="773" y="0"/>
                    <a:pt x="1" y="771"/>
                    <a:pt x="1" y="1720"/>
                  </a:cubicBezTo>
                  <a:cubicBezTo>
                    <a:pt x="1" y="2669"/>
                    <a:pt x="773" y="3440"/>
                    <a:pt x="1720" y="3440"/>
                  </a:cubicBezTo>
                  <a:cubicBezTo>
                    <a:pt x="2669" y="3440"/>
                    <a:pt x="3441" y="2669"/>
                    <a:pt x="3441" y="1720"/>
                  </a:cubicBezTo>
                  <a:cubicBezTo>
                    <a:pt x="3441" y="771"/>
                    <a:pt x="2669" y="0"/>
                    <a:pt x="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39" name="Google Shape;2039;p58"/>
            <p:cNvSpPr/>
            <p:nvPr/>
          </p:nvSpPr>
          <p:spPr>
            <a:xfrm>
              <a:off x="2636386" y="3145176"/>
              <a:ext cx="478408" cy="601990"/>
            </a:xfrm>
            <a:custGeom>
              <a:avLst/>
              <a:gdLst/>
              <a:ahLst/>
              <a:cxnLst/>
              <a:rect l="l" t="t" r="r" b="b"/>
              <a:pathLst>
                <a:path w="14424" h="18150" extrusionOk="0">
                  <a:moveTo>
                    <a:pt x="7369" y="533"/>
                  </a:moveTo>
                  <a:cubicBezTo>
                    <a:pt x="7983" y="533"/>
                    <a:pt x="8481" y="1031"/>
                    <a:pt x="8481" y="1644"/>
                  </a:cubicBezTo>
                  <a:lnTo>
                    <a:pt x="8481" y="2346"/>
                  </a:lnTo>
                  <a:cubicBezTo>
                    <a:pt x="8109" y="2318"/>
                    <a:pt x="7698" y="2305"/>
                    <a:pt x="7238" y="2305"/>
                  </a:cubicBezTo>
                  <a:lnTo>
                    <a:pt x="7185" y="2305"/>
                  </a:lnTo>
                  <a:cubicBezTo>
                    <a:pt x="6070" y="2305"/>
                    <a:pt x="4659" y="2372"/>
                    <a:pt x="3640" y="2887"/>
                  </a:cubicBezTo>
                  <a:cubicBezTo>
                    <a:pt x="3203" y="3108"/>
                    <a:pt x="2859" y="3395"/>
                    <a:pt x="2607" y="3752"/>
                  </a:cubicBezTo>
                  <a:lnTo>
                    <a:pt x="2607" y="1644"/>
                  </a:lnTo>
                  <a:cubicBezTo>
                    <a:pt x="2607" y="1031"/>
                    <a:pt x="3106" y="533"/>
                    <a:pt x="3719" y="533"/>
                  </a:cubicBezTo>
                  <a:close/>
                  <a:moveTo>
                    <a:pt x="5728" y="2898"/>
                  </a:moveTo>
                  <a:lnTo>
                    <a:pt x="5728" y="3998"/>
                  </a:lnTo>
                  <a:lnTo>
                    <a:pt x="3087" y="3998"/>
                  </a:lnTo>
                  <a:cubicBezTo>
                    <a:pt x="3286" y="3739"/>
                    <a:pt x="3549" y="3529"/>
                    <a:pt x="3880" y="3361"/>
                  </a:cubicBezTo>
                  <a:cubicBezTo>
                    <a:pt x="4346" y="3125"/>
                    <a:pt x="4940" y="2975"/>
                    <a:pt x="5728" y="2898"/>
                  </a:cubicBezTo>
                  <a:close/>
                  <a:moveTo>
                    <a:pt x="1304" y="4935"/>
                  </a:moveTo>
                  <a:cubicBezTo>
                    <a:pt x="1456" y="4935"/>
                    <a:pt x="1579" y="5060"/>
                    <a:pt x="1579" y="5212"/>
                  </a:cubicBezTo>
                  <a:cubicBezTo>
                    <a:pt x="1579" y="5363"/>
                    <a:pt x="1456" y="5487"/>
                    <a:pt x="1304" y="5487"/>
                  </a:cubicBezTo>
                  <a:cubicBezTo>
                    <a:pt x="1152" y="5487"/>
                    <a:pt x="1029" y="5363"/>
                    <a:pt x="1029" y="5212"/>
                  </a:cubicBezTo>
                  <a:cubicBezTo>
                    <a:pt x="1029" y="5060"/>
                    <a:pt x="1152" y="4935"/>
                    <a:pt x="1304" y="4935"/>
                  </a:cubicBezTo>
                  <a:close/>
                  <a:moveTo>
                    <a:pt x="2075" y="5448"/>
                  </a:moveTo>
                  <a:lnTo>
                    <a:pt x="2075" y="6797"/>
                  </a:lnTo>
                  <a:cubicBezTo>
                    <a:pt x="2033" y="6895"/>
                    <a:pt x="1996" y="6994"/>
                    <a:pt x="1965" y="7097"/>
                  </a:cubicBezTo>
                  <a:lnTo>
                    <a:pt x="1570" y="7097"/>
                  </a:lnTo>
                  <a:lnTo>
                    <a:pt x="1570" y="5972"/>
                  </a:lnTo>
                  <a:cubicBezTo>
                    <a:pt x="1810" y="5888"/>
                    <a:pt x="2000" y="5693"/>
                    <a:pt x="2075" y="5448"/>
                  </a:cubicBezTo>
                  <a:close/>
                  <a:moveTo>
                    <a:pt x="1861" y="7629"/>
                  </a:moveTo>
                  <a:cubicBezTo>
                    <a:pt x="1854" y="7709"/>
                    <a:pt x="1850" y="7791"/>
                    <a:pt x="1850" y="7872"/>
                  </a:cubicBezTo>
                  <a:cubicBezTo>
                    <a:pt x="1850" y="8254"/>
                    <a:pt x="1930" y="8616"/>
                    <a:pt x="2073" y="8946"/>
                  </a:cubicBezTo>
                  <a:lnTo>
                    <a:pt x="814" y="8946"/>
                  </a:lnTo>
                  <a:lnTo>
                    <a:pt x="814" y="7783"/>
                  </a:lnTo>
                  <a:cubicBezTo>
                    <a:pt x="814" y="7697"/>
                    <a:pt x="883" y="7629"/>
                    <a:pt x="968" y="7629"/>
                  </a:cubicBezTo>
                  <a:close/>
                  <a:moveTo>
                    <a:pt x="5728" y="4530"/>
                  </a:moveTo>
                  <a:lnTo>
                    <a:pt x="5728" y="5441"/>
                  </a:lnTo>
                  <a:cubicBezTo>
                    <a:pt x="5628" y="5392"/>
                    <a:pt x="5525" y="5349"/>
                    <a:pt x="5418" y="5313"/>
                  </a:cubicBezTo>
                  <a:cubicBezTo>
                    <a:pt x="5390" y="5304"/>
                    <a:pt x="5361" y="5299"/>
                    <a:pt x="5332" y="5299"/>
                  </a:cubicBezTo>
                  <a:cubicBezTo>
                    <a:pt x="5222" y="5299"/>
                    <a:pt x="5119" y="5369"/>
                    <a:pt x="5081" y="5480"/>
                  </a:cubicBezTo>
                  <a:cubicBezTo>
                    <a:pt x="5034" y="5618"/>
                    <a:pt x="5109" y="5769"/>
                    <a:pt x="5248" y="5816"/>
                  </a:cubicBezTo>
                  <a:cubicBezTo>
                    <a:pt x="6129" y="6115"/>
                    <a:pt x="6720" y="6941"/>
                    <a:pt x="6720" y="7872"/>
                  </a:cubicBezTo>
                  <a:cubicBezTo>
                    <a:pt x="6720" y="9068"/>
                    <a:pt x="5748" y="10041"/>
                    <a:pt x="4550" y="10041"/>
                  </a:cubicBezTo>
                  <a:cubicBezTo>
                    <a:pt x="3354" y="10041"/>
                    <a:pt x="2381" y="9068"/>
                    <a:pt x="2381" y="7872"/>
                  </a:cubicBezTo>
                  <a:cubicBezTo>
                    <a:pt x="2382" y="6969"/>
                    <a:pt x="2950" y="6152"/>
                    <a:pt x="3795" y="5838"/>
                  </a:cubicBezTo>
                  <a:cubicBezTo>
                    <a:pt x="3932" y="5787"/>
                    <a:pt x="4003" y="5634"/>
                    <a:pt x="3952" y="5496"/>
                  </a:cubicBezTo>
                  <a:cubicBezTo>
                    <a:pt x="3912" y="5389"/>
                    <a:pt x="3810" y="5323"/>
                    <a:pt x="3702" y="5323"/>
                  </a:cubicBezTo>
                  <a:cubicBezTo>
                    <a:pt x="3671" y="5323"/>
                    <a:pt x="3640" y="5328"/>
                    <a:pt x="3610" y="5339"/>
                  </a:cubicBezTo>
                  <a:cubicBezTo>
                    <a:pt x="3223" y="5484"/>
                    <a:pt x="2882" y="5712"/>
                    <a:pt x="2607" y="5999"/>
                  </a:cubicBezTo>
                  <a:lnTo>
                    <a:pt x="2607" y="5683"/>
                  </a:lnTo>
                  <a:cubicBezTo>
                    <a:pt x="2607" y="5239"/>
                    <a:pt x="2667" y="4857"/>
                    <a:pt x="2793" y="4530"/>
                  </a:cubicBezTo>
                  <a:close/>
                  <a:moveTo>
                    <a:pt x="12349" y="7641"/>
                  </a:moveTo>
                  <a:cubicBezTo>
                    <a:pt x="12950" y="7725"/>
                    <a:pt x="13415" y="8243"/>
                    <a:pt x="13415" y="8867"/>
                  </a:cubicBezTo>
                  <a:lnTo>
                    <a:pt x="13415" y="9029"/>
                  </a:lnTo>
                  <a:cubicBezTo>
                    <a:pt x="13415" y="9658"/>
                    <a:pt x="12942" y="10180"/>
                    <a:pt x="12332" y="10257"/>
                  </a:cubicBezTo>
                  <a:cubicBezTo>
                    <a:pt x="12342" y="10125"/>
                    <a:pt x="12349" y="9991"/>
                    <a:pt x="12349" y="9857"/>
                  </a:cubicBezTo>
                  <a:lnTo>
                    <a:pt x="12349" y="9214"/>
                  </a:lnTo>
                  <a:lnTo>
                    <a:pt x="12653" y="9214"/>
                  </a:lnTo>
                  <a:cubicBezTo>
                    <a:pt x="12800" y="9214"/>
                    <a:pt x="12919" y="9095"/>
                    <a:pt x="12919" y="8948"/>
                  </a:cubicBezTo>
                  <a:cubicBezTo>
                    <a:pt x="12919" y="8801"/>
                    <a:pt x="12800" y="8682"/>
                    <a:pt x="12653" y="8682"/>
                  </a:cubicBezTo>
                  <a:lnTo>
                    <a:pt x="12349" y="8682"/>
                  </a:lnTo>
                  <a:lnTo>
                    <a:pt x="12349" y="7641"/>
                  </a:lnTo>
                  <a:close/>
                  <a:moveTo>
                    <a:pt x="2075" y="9478"/>
                  </a:moveTo>
                  <a:lnTo>
                    <a:pt x="2075" y="9857"/>
                  </a:lnTo>
                  <a:cubicBezTo>
                    <a:pt x="2075" y="9994"/>
                    <a:pt x="2081" y="10132"/>
                    <a:pt x="2091" y="10267"/>
                  </a:cubicBezTo>
                  <a:lnTo>
                    <a:pt x="968" y="10267"/>
                  </a:lnTo>
                  <a:cubicBezTo>
                    <a:pt x="883" y="10267"/>
                    <a:pt x="814" y="10199"/>
                    <a:pt x="814" y="10113"/>
                  </a:cubicBezTo>
                  <a:lnTo>
                    <a:pt x="814" y="9478"/>
                  </a:lnTo>
                  <a:close/>
                  <a:moveTo>
                    <a:pt x="4185" y="10548"/>
                  </a:moveTo>
                  <a:cubicBezTo>
                    <a:pt x="4305" y="10564"/>
                    <a:pt x="4427" y="10573"/>
                    <a:pt x="4550" y="10573"/>
                  </a:cubicBezTo>
                  <a:cubicBezTo>
                    <a:pt x="4568" y="10573"/>
                    <a:pt x="4584" y="10573"/>
                    <a:pt x="4601" y="10572"/>
                  </a:cubicBezTo>
                  <a:lnTo>
                    <a:pt x="4601" y="10888"/>
                  </a:lnTo>
                  <a:lnTo>
                    <a:pt x="4185" y="10888"/>
                  </a:lnTo>
                  <a:lnTo>
                    <a:pt x="4185" y="10548"/>
                  </a:lnTo>
                  <a:close/>
                  <a:moveTo>
                    <a:pt x="4601" y="12885"/>
                  </a:moveTo>
                  <a:lnTo>
                    <a:pt x="4601" y="13603"/>
                  </a:lnTo>
                  <a:lnTo>
                    <a:pt x="4223" y="13334"/>
                  </a:lnTo>
                  <a:cubicBezTo>
                    <a:pt x="4207" y="13317"/>
                    <a:pt x="4187" y="13274"/>
                    <a:pt x="4185" y="13254"/>
                  </a:cubicBezTo>
                  <a:lnTo>
                    <a:pt x="4185" y="12885"/>
                  </a:lnTo>
                  <a:close/>
                  <a:moveTo>
                    <a:pt x="2607" y="9745"/>
                  </a:moveTo>
                  <a:cubicBezTo>
                    <a:pt x="2896" y="10045"/>
                    <a:pt x="3253" y="10278"/>
                    <a:pt x="3654" y="10419"/>
                  </a:cubicBezTo>
                  <a:lnTo>
                    <a:pt x="3654" y="10976"/>
                  </a:lnTo>
                  <a:cubicBezTo>
                    <a:pt x="3654" y="11220"/>
                    <a:pt x="3852" y="11419"/>
                    <a:pt x="4097" y="11419"/>
                  </a:cubicBezTo>
                  <a:lnTo>
                    <a:pt x="4689" y="11419"/>
                  </a:lnTo>
                  <a:cubicBezTo>
                    <a:pt x="4933" y="11419"/>
                    <a:pt x="5133" y="11220"/>
                    <a:pt x="5133" y="10976"/>
                  </a:cubicBezTo>
                  <a:lnTo>
                    <a:pt x="5133" y="10510"/>
                  </a:lnTo>
                  <a:cubicBezTo>
                    <a:pt x="5341" y="10464"/>
                    <a:pt x="5540" y="10394"/>
                    <a:pt x="5728" y="10302"/>
                  </a:cubicBezTo>
                  <a:lnTo>
                    <a:pt x="5728" y="14193"/>
                  </a:lnTo>
                  <a:cubicBezTo>
                    <a:pt x="5523" y="14124"/>
                    <a:pt x="5324" y="14041"/>
                    <a:pt x="5132" y="13944"/>
                  </a:cubicBezTo>
                  <a:cubicBezTo>
                    <a:pt x="5132" y="13939"/>
                    <a:pt x="5133" y="13934"/>
                    <a:pt x="5133" y="13930"/>
                  </a:cubicBezTo>
                  <a:lnTo>
                    <a:pt x="5133" y="12796"/>
                  </a:lnTo>
                  <a:cubicBezTo>
                    <a:pt x="5133" y="12552"/>
                    <a:pt x="4933" y="12353"/>
                    <a:pt x="4689" y="12353"/>
                  </a:cubicBezTo>
                  <a:lnTo>
                    <a:pt x="4097" y="12353"/>
                  </a:lnTo>
                  <a:cubicBezTo>
                    <a:pt x="3862" y="12353"/>
                    <a:pt x="3670" y="12535"/>
                    <a:pt x="3655" y="12766"/>
                  </a:cubicBezTo>
                  <a:cubicBezTo>
                    <a:pt x="3001" y="11975"/>
                    <a:pt x="2607" y="10961"/>
                    <a:pt x="2607" y="9857"/>
                  </a:cubicBezTo>
                  <a:lnTo>
                    <a:pt x="2607" y="9745"/>
                  </a:lnTo>
                  <a:close/>
                  <a:moveTo>
                    <a:pt x="5627" y="14719"/>
                  </a:moveTo>
                  <a:cubicBezTo>
                    <a:pt x="6119" y="14876"/>
                    <a:pt x="6642" y="14962"/>
                    <a:pt x="7185" y="14962"/>
                  </a:cubicBezTo>
                  <a:lnTo>
                    <a:pt x="7238" y="14962"/>
                  </a:lnTo>
                  <a:cubicBezTo>
                    <a:pt x="7773" y="14962"/>
                    <a:pt x="8297" y="14881"/>
                    <a:pt x="8796" y="14721"/>
                  </a:cubicBezTo>
                  <a:lnTo>
                    <a:pt x="8796" y="15363"/>
                  </a:lnTo>
                  <a:lnTo>
                    <a:pt x="5627" y="15363"/>
                  </a:lnTo>
                  <a:lnTo>
                    <a:pt x="5627" y="14719"/>
                  </a:lnTo>
                  <a:close/>
                  <a:moveTo>
                    <a:pt x="13448" y="15895"/>
                  </a:moveTo>
                  <a:cubicBezTo>
                    <a:pt x="13693" y="15895"/>
                    <a:pt x="13892" y="16094"/>
                    <a:pt x="13892" y="16338"/>
                  </a:cubicBezTo>
                  <a:lnTo>
                    <a:pt x="13892" y="17619"/>
                  </a:lnTo>
                  <a:lnTo>
                    <a:pt x="533" y="17619"/>
                  </a:lnTo>
                  <a:lnTo>
                    <a:pt x="533" y="16338"/>
                  </a:lnTo>
                  <a:cubicBezTo>
                    <a:pt x="533" y="16094"/>
                    <a:pt x="731" y="15895"/>
                    <a:pt x="975" y="15895"/>
                  </a:cubicBezTo>
                  <a:close/>
                  <a:moveTo>
                    <a:pt x="3719" y="1"/>
                  </a:moveTo>
                  <a:cubicBezTo>
                    <a:pt x="2812" y="1"/>
                    <a:pt x="2075" y="737"/>
                    <a:pt x="2075" y="1643"/>
                  </a:cubicBezTo>
                  <a:lnTo>
                    <a:pt x="2075" y="4973"/>
                  </a:lnTo>
                  <a:cubicBezTo>
                    <a:pt x="1973" y="4644"/>
                    <a:pt x="1666" y="4404"/>
                    <a:pt x="1304" y="4404"/>
                  </a:cubicBezTo>
                  <a:cubicBezTo>
                    <a:pt x="858" y="4404"/>
                    <a:pt x="497" y="4766"/>
                    <a:pt x="497" y="5211"/>
                  </a:cubicBezTo>
                  <a:cubicBezTo>
                    <a:pt x="497" y="5563"/>
                    <a:pt x="723" y="5863"/>
                    <a:pt x="1038" y="5972"/>
                  </a:cubicBezTo>
                  <a:lnTo>
                    <a:pt x="1038" y="7097"/>
                  </a:lnTo>
                  <a:lnTo>
                    <a:pt x="968" y="7097"/>
                  </a:lnTo>
                  <a:cubicBezTo>
                    <a:pt x="589" y="7097"/>
                    <a:pt x="282" y="7405"/>
                    <a:pt x="282" y="7783"/>
                  </a:cubicBezTo>
                  <a:lnTo>
                    <a:pt x="282" y="10113"/>
                  </a:lnTo>
                  <a:cubicBezTo>
                    <a:pt x="282" y="10491"/>
                    <a:pt x="589" y="10798"/>
                    <a:pt x="968" y="10798"/>
                  </a:cubicBezTo>
                  <a:lnTo>
                    <a:pt x="2162" y="10798"/>
                  </a:lnTo>
                  <a:cubicBezTo>
                    <a:pt x="2474" y="12459"/>
                    <a:pt x="3593" y="13840"/>
                    <a:pt x="5097" y="14515"/>
                  </a:cubicBezTo>
                  <a:lnTo>
                    <a:pt x="5097" y="15363"/>
                  </a:lnTo>
                  <a:lnTo>
                    <a:pt x="975" y="15363"/>
                  </a:lnTo>
                  <a:cubicBezTo>
                    <a:pt x="437" y="15363"/>
                    <a:pt x="1" y="15800"/>
                    <a:pt x="1" y="16338"/>
                  </a:cubicBezTo>
                  <a:lnTo>
                    <a:pt x="1" y="17884"/>
                  </a:lnTo>
                  <a:cubicBezTo>
                    <a:pt x="1" y="18031"/>
                    <a:pt x="119" y="18150"/>
                    <a:pt x="267" y="18150"/>
                  </a:cubicBezTo>
                  <a:lnTo>
                    <a:pt x="14158" y="18150"/>
                  </a:lnTo>
                  <a:cubicBezTo>
                    <a:pt x="14304" y="18150"/>
                    <a:pt x="14424" y="18031"/>
                    <a:pt x="14424" y="17884"/>
                  </a:cubicBezTo>
                  <a:lnTo>
                    <a:pt x="14424" y="16338"/>
                  </a:lnTo>
                  <a:cubicBezTo>
                    <a:pt x="14424" y="15800"/>
                    <a:pt x="13986" y="15363"/>
                    <a:pt x="13448" y="15363"/>
                  </a:cubicBezTo>
                  <a:lnTo>
                    <a:pt x="9327" y="15363"/>
                  </a:lnTo>
                  <a:lnTo>
                    <a:pt x="9327" y="14517"/>
                  </a:lnTo>
                  <a:cubicBezTo>
                    <a:pt x="9646" y="14374"/>
                    <a:pt x="9951" y="14199"/>
                    <a:pt x="10240" y="13989"/>
                  </a:cubicBezTo>
                  <a:cubicBezTo>
                    <a:pt x="10358" y="13903"/>
                    <a:pt x="10384" y="13737"/>
                    <a:pt x="10298" y="13618"/>
                  </a:cubicBezTo>
                  <a:cubicBezTo>
                    <a:pt x="10246" y="13546"/>
                    <a:pt x="10165" y="13508"/>
                    <a:pt x="10083" y="13508"/>
                  </a:cubicBezTo>
                  <a:cubicBezTo>
                    <a:pt x="10029" y="13508"/>
                    <a:pt x="9974" y="13525"/>
                    <a:pt x="9927" y="13559"/>
                  </a:cubicBezTo>
                  <a:cubicBezTo>
                    <a:pt x="9142" y="14129"/>
                    <a:pt x="8213" y="14430"/>
                    <a:pt x="7238" y="14430"/>
                  </a:cubicBezTo>
                  <a:lnTo>
                    <a:pt x="7185" y="14430"/>
                  </a:lnTo>
                  <a:cubicBezTo>
                    <a:pt x="6869" y="14430"/>
                    <a:pt x="6559" y="14398"/>
                    <a:pt x="6260" y="14336"/>
                  </a:cubicBezTo>
                  <a:lnTo>
                    <a:pt x="6260" y="12053"/>
                  </a:lnTo>
                  <a:lnTo>
                    <a:pt x="8340" y="12053"/>
                  </a:lnTo>
                  <a:cubicBezTo>
                    <a:pt x="8487" y="12053"/>
                    <a:pt x="8606" y="11934"/>
                    <a:pt x="8606" y="11787"/>
                  </a:cubicBezTo>
                  <a:cubicBezTo>
                    <a:pt x="8606" y="11640"/>
                    <a:pt x="8487" y="11521"/>
                    <a:pt x="8340" y="11521"/>
                  </a:cubicBezTo>
                  <a:lnTo>
                    <a:pt x="6260" y="11521"/>
                  </a:lnTo>
                  <a:lnTo>
                    <a:pt x="6260" y="9961"/>
                  </a:lnTo>
                  <a:cubicBezTo>
                    <a:pt x="6423" y="9828"/>
                    <a:pt x="6571" y="9676"/>
                    <a:pt x="6699" y="9508"/>
                  </a:cubicBezTo>
                  <a:lnTo>
                    <a:pt x="6699" y="9912"/>
                  </a:lnTo>
                  <a:cubicBezTo>
                    <a:pt x="6699" y="10254"/>
                    <a:pt x="6977" y="10533"/>
                    <a:pt x="7320" y="10533"/>
                  </a:cubicBezTo>
                  <a:lnTo>
                    <a:pt x="7882" y="10533"/>
                  </a:lnTo>
                  <a:cubicBezTo>
                    <a:pt x="8029" y="10533"/>
                    <a:pt x="8148" y="10414"/>
                    <a:pt x="8148" y="10267"/>
                  </a:cubicBezTo>
                  <a:cubicBezTo>
                    <a:pt x="8148" y="10121"/>
                    <a:pt x="8029" y="10001"/>
                    <a:pt x="7882" y="10001"/>
                  </a:cubicBezTo>
                  <a:lnTo>
                    <a:pt x="7318" y="10001"/>
                  </a:lnTo>
                  <a:cubicBezTo>
                    <a:pt x="7271" y="10001"/>
                    <a:pt x="7230" y="9960"/>
                    <a:pt x="7230" y="9913"/>
                  </a:cubicBezTo>
                  <a:lnTo>
                    <a:pt x="7230" y="8210"/>
                  </a:lnTo>
                  <a:cubicBezTo>
                    <a:pt x="7245" y="8099"/>
                    <a:pt x="7252" y="7987"/>
                    <a:pt x="7252" y="7872"/>
                  </a:cubicBezTo>
                  <a:cubicBezTo>
                    <a:pt x="7252" y="7043"/>
                    <a:pt x="6875" y="6282"/>
                    <a:pt x="6260" y="5779"/>
                  </a:cubicBezTo>
                  <a:lnTo>
                    <a:pt x="6260" y="2859"/>
                  </a:lnTo>
                  <a:cubicBezTo>
                    <a:pt x="6545" y="2844"/>
                    <a:pt x="6853" y="2837"/>
                    <a:pt x="7185" y="2837"/>
                  </a:cubicBezTo>
                  <a:lnTo>
                    <a:pt x="7238" y="2837"/>
                  </a:lnTo>
                  <a:cubicBezTo>
                    <a:pt x="8273" y="2837"/>
                    <a:pt x="9045" y="2906"/>
                    <a:pt x="9668" y="3053"/>
                  </a:cubicBezTo>
                  <a:cubicBezTo>
                    <a:pt x="9688" y="3058"/>
                    <a:pt x="9709" y="3061"/>
                    <a:pt x="9729" y="3061"/>
                  </a:cubicBezTo>
                  <a:cubicBezTo>
                    <a:pt x="9850" y="3061"/>
                    <a:pt x="9959" y="2978"/>
                    <a:pt x="9987" y="2855"/>
                  </a:cubicBezTo>
                  <a:cubicBezTo>
                    <a:pt x="10021" y="2713"/>
                    <a:pt x="9933" y="2570"/>
                    <a:pt x="9790" y="2536"/>
                  </a:cubicBezTo>
                  <a:cubicBezTo>
                    <a:pt x="9552" y="2480"/>
                    <a:pt x="9295" y="2433"/>
                    <a:pt x="9013" y="2398"/>
                  </a:cubicBezTo>
                  <a:lnTo>
                    <a:pt x="9013" y="1644"/>
                  </a:lnTo>
                  <a:cubicBezTo>
                    <a:pt x="9013" y="1506"/>
                    <a:pt x="8996" y="1373"/>
                    <a:pt x="8963" y="1244"/>
                  </a:cubicBezTo>
                  <a:cubicBezTo>
                    <a:pt x="9183" y="1169"/>
                    <a:pt x="9417" y="1128"/>
                    <a:pt x="9662" y="1128"/>
                  </a:cubicBezTo>
                  <a:cubicBezTo>
                    <a:pt x="10849" y="1128"/>
                    <a:pt x="11817" y="2093"/>
                    <a:pt x="11817" y="3280"/>
                  </a:cubicBezTo>
                  <a:lnTo>
                    <a:pt x="11817" y="3761"/>
                  </a:lnTo>
                  <a:cubicBezTo>
                    <a:pt x="11685" y="3573"/>
                    <a:pt x="11531" y="3404"/>
                    <a:pt x="11352" y="3256"/>
                  </a:cubicBezTo>
                  <a:cubicBezTo>
                    <a:pt x="11302" y="3215"/>
                    <a:pt x="11242" y="3195"/>
                    <a:pt x="11182" y="3195"/>
                  </a:cubicBezTo>
                  <a:cubicBezTo>
                    <a:pt x="11106" y="3195"/>
                    <a:pt x="11030" y="3227"/>
                    <a:pt x="10977" y="3291"/>
                  </a:cubicBezTo>
                  <a:cubicBezTo>
                    <a:pt x="10883" y="3404"/>
                    <a:pt x="10900" y="3572"/>
                    <a:pt x="11013" y="3665"/>
                  </a:cubicBezTo>
                  <a:cubicBezTo>
                    <a:pt x="11554" y="4113"/>
                    <a:pt x="11817" y="4773"/>
                    <a:pt x="11817" y="5682"/>
                  </a:cubicBezTo>
                  <a:lnTo>
                    <a:pt x="11817" y="9857"/>
                  </a:lnTo>
                  <a:cubicBezTo>
                    <a:pt x="11817" y="10712"/>
                    <a:pt x="11579" y="11546"/>
                    <a:pt x="11130" y="12267"/>
                  </a:cubicBezTo>
                  <a:cubicBezTo>
                    <a:pt x="11053" y="12392"/>
                    <a:pt x="11091" y="12556"/>
                    <a:pt x="11215" y="12633"/>
                  </a:cubicBezTo>
                  <a:cubicBezTo>
                    <a:pt x="11259" y="12661"/>
                    <a:pt x="11307" y="12673"/>
                    <a:pt x="11356" y="12673"/>
                  </a:cubicBezTo>
                  <a:cubicBezTo>
                    <a:pt x="11444" y="12673"/>
                    <a:pt x="11531" y="12629"/>
                    <a:pt x="11582" y="12548"/>
                  </a:cubicBezTo>
                  <a:cubicBezTo>
                    <a:pt x="11916" y="12010"/>
                    <a:pt x="12145" y="11416"/>
                    <a:pt x="12261" y="10797"/>
                  </a:cubicBezTo>
                  <a:cubicBezTo>
                    <a:pt x="13198" y="10752"/>
                    <a:pt x="13946" y="9976"/>
                    <a:pt x="13946" y="9029"/>
                  </a:cubicBezTo>
                  <a:lnTo>
                    <a:pt x="13946" y="8867"/>
                  </a:lnTo>
                  <a:cubicBezTo>
                    <a:pt x="13946" y="7949"/>
                    <a:pt x="13244" y="7193"/>
                    <a:pt x="12349" y="7106"/>
                  </a:cubicBezTo>
                  <a:lnTo>
                    <a:pt x="12349" y="3280"/>
                  </a:lnTo>
                  <a:cubicBezTo>
                    <a:pt x="12349" y="1801"/>
                    <a:pt x="11143" y="596"/>
                    <a:pt x="9662" y="596"/>
                  </a:cubicBezTo>
                  <a:cubicBezTo>
                    <a:pt x="9342" y="596"/>
                    <a:pt x="9035" y="652"/>
                    <a:pt x="8751" y="756"/>
                  </a:cubicBezTo>
                  <a:cubicBezTo>
                    <a:pt x="8458" y="302"/>
                    <a:pt x="7948" y="1"/>
                    <a:pt x="7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040" name="Google Shape;2040;p58"/>
          <p:cNvGrpSpPr/>
          <p:nvPr/>
        </p:nvGrpSpPr>
        <p:grpSpPr>
          <a:xfrm>
            <a:off x="7249564" y="1967969"/>
            <a:ext cx="294485" cy="457211"/>
            <a:chOff x="3375624" y="3145176"/>
            <a:chExt cx="388657" cy="601990"/>
          </a:xfrm>
        </p:grpSpPr>
        <p:sp>
          <p:nvSpPr>
            <p:cNvPr id="2041" name="Google Shape;2041;p58"/>
            <p:cNvSpPr/>
            <p:nvPr/>
          </p:nvSpPr>
          <p:spPr>
            <a:xfrm>
              <a:off x="3427663" y="3145176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5" y="533"/>
                  </a:moveTo>
                  <a:lnTo>
                    <a:pt x="1235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319"/>
                  </a:lnTo>
                  <a:cubicBezTo>
                    <a:pt x="0" y="1564"/>
                    <a:pt x="198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7" y="1564"/>
                    <a:pt x="1767" y="1319"/>
                  </a:cubicBezTo>
                  <a:lnTo>
                    <a:pt x="1767" y="443"/>
                  </a:lnTo>
                  <a:cubicBezTo>
                    <a:pt x="1767" y="199"/>
                    <a:pt x="1569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2" name="Google Shape;2042;p58"/>
            <p:cNvSpPr/>
            <p:nvPr/>
          </p:nvSpPr>
          <p:spPr>
            <a:xfrm>
              <a:off x="3643219" y="3162954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1" y="1231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319"/>
                  </a:lnTo>
                  <a:cubicBezTo>
                    <a:pt x="1" y="1564"/>
                    <a:pt x="199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8" y="1564"/>
                    <a:pt x="1768" y="1319"/>
                  </a:cubicBezTo>
                  <a:lnTo>
                    <a:pt x="1768" y="443"/>
                  </a:lnTo>
                  <a:cubicBezTo>
                    <a:pt x="1768" y="199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3" name="Google Shape;2043;p58"/>
            <p:cNvSpPr/>
            <p:nvPr/>
          </p:nvSpPr>
          <p:spPr>
            <a:xfrm>
              <a:off x="3471743" y="3204314"/>
              <a:ext cx="87496" cy="87131"/>
            </a:xfrm>
            <a:custGeom>
              <a:avLst/>
              <a:gdLst/>
              <a:ahLst/>
              <a:cxnLst/>
              <a:rect l="l" t="t" r="r" b="b"/>
              <a:pathLst>
                <a:path w="2638" h="2627" extrusionOk="0">
                  <a:moveTo>
                    <a:pt x="2106" y="532"/>
                  </a:moveTo>
                  <a:lnTo>
                    <a:pt x="2106" y="1229"/>
                  </a:lnTo>
                  <a:lnTo>
                    <a:pt x="1680" y="1229"/>
                  </a:lnTo>
                  <a:cubicBezTo>
                    <a:pt x="1435" y="1229"/>
                    <a:pt x="1237" y="1429"/>
                    <a:pt x="1237" y="1673"/>
                  </a:cubicBezTo>
                  <a:lnTo>
                    <a:pt x="1237" y="2095"/>
                  </a:lnTo>
                  <a:lnTo>
                    <a:pt x="533" y="2095"/>
                  </a:lnTo>
                  <a:lnTo>
                    <a:pt x="533" y="1397"/>
                  </a:lnTo>
                  <a:lnTo>
                    <a:pt x="959" y="1397"/>
                  </a:lnTo>
                  <a:cubicBezTo>
                    <a:pt x="1203" y="1397"/>
                    <a:pt x="1401" y="1199"/>
                    <a:pt x="1401" y="954"/>
                  </a:cubicBezTo>
                  <a:lnTo>
                    <a:pt x="1401" y="532"/>
                  </a:lnTo>
                  <a:close/>
                  <a:moveTo>
                    <a:pt x="1313" y="0"/>
                  </a:moveTo>
                  <a:cubicBezTo>
                    <a:pt x="1069" y="0"/>
                    <a:pt x="871" y="199"/>
                    <a:pt x="871" y="443"/>
                  </a:cubicBezTo>
                  <a:lnTo>
                    <a:pt x="871" y="866"/>
                  </a:lnTo>
                  <a:lnTo>
                    <a:pt x="444" y="866"/>
                  </a:lnTo>
                  <a:cubicBezTo>
                    <a:pt x="200" y="866"/>
                    <a:pt x="1" y="1064"/>
                    <a:pt x="1" y="1308"/>
                  </a:cubicBezTo>
                  <a:lnTo>
                    <a:pt x="1" y="2184"/>
                  </a:lnTo>
                  <a:cubicBezTo>
                    <a:pt x="1" y="2429"/>
                    <a:pt x="200" y="2627"/>
                    <a:pt x="444" y="2627"/>
                  </a:cubicBezTo>
                  <a:lnTo>
                    <a:pt x="1325" y="2627"/>
                  </a:lnTo>
                  <a:cubicBezTo>
                    <a:pt x="1570" y="2627"/>
                    <a:pt x="1769" y="2429"/>
                    <a:pt x="1769" y="2184"/>
                  </a:cubicBezTo>
                  <a:lnTo>
                    <a:pt x="1769" y="1761"/>
                  </a:lnTo>
                  <a:lnTo>
                    <a:pt x="2194" y="1761"/>
                  </a:lnTo>
                  <a:cubicBezTo>
                    <a:pt x="2438" y="1761"/>
                    <a:pt x="2638" y="1563"/>
                    <a:pt x="2638" y="1319"/>
                  </a:cubicBezTo>
                  <a:lnTo>
                    <a:pt x="2638" y="443"/>
                  </a:lnTo>
                  <a:cubicBezTo>
                    <a:pt x="2638" y="199"/>
                    <a:pt x="2438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4" name="Google Shape;2044;p58"/>
            <p:cNvSpPr/>
            <p:nvPr/>
          </p:nvSpPr>
          <p:spPr>
            <a:xfrm>
              <a:off x="3375624" y="3216254"/>
              <a:ext cx="387960" cy="530912"/>
            </a:xfrm>
            <a:custGeom>
              <a:avLst/>
              <a:gdLst/>
              <a:ahLst/>
              <a:cxnLst/>
              <a:rect l="l" t="t" r="r" b="b"/>
              <a:pathLst>
                <a:path w="11697" h="16007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7401" y="1037"/>
                  </a:moveTo>
                  <a:lnTo>
                    <a:pt x="7401" y="1735"/>
                  </a:lnTo>
                  <a:lnTo>
                    <a:pt x="6697" y="1735"/>
                  </a:lnTo>
                  <a:lnTo>
                    <a:pt x="6697" y="1037"/>
                  </a:lnTo>
                  <a:close/>
                  <a:moveTo>
                    <a:pt x="5061" y="3567"/>
                  </a:moveTo>
                  <a:lnTo>
                    <a:pt x="5061" y="4398"/>
                  </a:lnTo>
                  <a:lnTo>
                    <a:pt x="3608" y="4398"/>
                  </a:lnTo>
                  <a:lnTo>
                    <a:pt x="3608" y="3567"/>
                  </a:lnTo>
                  <a:close/>
                  <a:moveTo>
                    <a:pt x="9137" y="4930"/>
                  </a:moveTo>
                  <a:lnTo>
                    <a:pt x="9137" y="5805"/>
                  </a:lnTo>
                  <a:cubicBezTo>
                    <a:pt x="9135" y="5816"/>
                    <a:pt x="9123" y="5838"/>
                    <a:pt x="9115" y="5846"/>
                  </a:cubicBezTo>
                  <a:lnTo>
                    <a:pt x="8244" y="6346"/>
                  </a:lnTo>
                  <a:cubicBezTo>
                    <a:pt x="8240" y="6346"/>
                    <a:pt x="8237" y="6345"/>
                    <a:pt x="8234" y="6345"/>
                  </a:cubicBezTo>
                  <a:lnTo>
                    <a:pt x="6994" y="6345"/>
                  </a:lnTo>
                  <a:cubicBezTo>
                    <a:pt x="6847" y="6345"/>
                    <a:pt x="6728" y="6464"/>
                    <a:pt x="6728" y="6611"/>
                  </a:cubicBezTo>
                  <a:cubicBezTo>
                    <a:pt x="6728" y="6759"/>
                    <a:pt x="6847" y="6877"/>
                    <a:pt x="6994" y="6877"/>
                  </a:cubicBezTo>
                  <a:lnTo>
                    <a:pt x="7320" y="6877"/>
                  </a:lnTo>
                  <a:lnTo>
                    <a:pt x="6443" y="7382"/>
                  </a:lnTo>
                  <a:cubicBezTo>
                    <a:pt x="6278" y="7478"/>
                    <a:pt x="6157" y="7686"/>
                    <a:pt x="6157" y="7878"/>
                  </a:cubicBezTo>
                  <a:lnTo>
                    <a:pt x="6157" y="8953"/>
                  </a:lnTo>
                  <a:lnTo>
                    <a:pt x="5561" y="8953"/>
                  </a:lnTo>
                  <a:lnTo>
                    <a:pt x="5561" y="7878"/>
                  </a:lnTo>
                  <a:cubicBezTo>
                    <a:pt x="5561" y="7686"/>
                    <a:pt x="5441" y="7478"/>
                    <a:pt x="5275" y="7382"/>
                  </a:cubicBezTo>
                  <a:lnTo>
                    <a:pt x="4398" y="6877"/>
                  </a:lnTo>
                  <a:lnTo>
                    <a:pt x="5363" y="6877"/>
                  </a:lnTo>
                  <a:cubicBezTo>
                    <a:pt x="5510" y="6877"/>
                    <a:pt x="5629" y="6758"/>
                    <a:pt x="5629" y="6612"/>
                  </a:cubicBezTo>
                  <a:cubicBezTo>
                    <a:pt x="5629" y="6464"/>
                    <a:pt x="5510" y="6346"/>
                    <a:pt x="5363" y="6346"/>
                  </a:cubicBezTo>
                  <a:lnTo>
                    <a:pt x="3580" y="6346"/>
                  </a:lnTo>
                  <a:cubicBezTo>
                    <a:pt x="3551" y="6346"/>
                    <a:pt x="3523" y="6350"/>
                    <a:pt x="3496" y="6359"/>
                  </a:cubicBezTo>
                  <a:lnTo>
                    <a:pt x="2604" y="5846"/>
                  </a:lnTo>
                  <a:cubicBezTo>
                    <a:pt x="2595" y="5838"/>
                    <a:pt x="2584" y="5817"/>
                    <a:pt x="2581" y="5805"/>
                  </a:cubicBezTo>
                  <a:lnTo>
                    <a:pt x="2581" y="4930"/>
                  </a:lnTo>
                  <a:lnTo>
                    <a:pt x="3077" y="4930"/>
                  </a:lnTo>
                  <a:lnTo>
                    <a:pt x="3077" y="5463"/>
                  </a:lnTo>
                  <a:cubicBezTo>
                    <a:pt x="3077" y="5610"/>
                    <a:pt x="3196" y="5729"/>
                    <a:pt x="3342" y="5729"/>
                  </a:cubicBezTo>
                  <a:cubicBezTo>
                    <a:pt x="3489" y="5729"/>
                    <a:pt x="3608" y="5610"/>
                    <a:pt x="3608" y="5463"/>
                  </a:cubicBezTo>
                  <a:lnTo>
                    <a:pt x="3608" y="4930"/>
                  </a:lnTo>
                  <a:lnTo>
                    <a:pt x="5061" y="4930"/>
                  </a:lnTo>
                  <a:lnTo>
                    <a:pt x="5061" y="5463"/>
                  </a:lnTo>
                  <a:cubicBezTo>
                    <a:pt x="5061" y="5610"/>
                    <a:pt x="5180" y="5729"/>
                    <a:pt x="5327" y="5729"/>
                  </a:cubicBezTo>
                  <a:cubicBezTo>
                    <a:pt x="5474" y="5729"/>
                    <a:pt x="5593" y="5610"/>
                    <a:pt x="5593" y="5463"/>
                  </a:cubicBezTo>
                  <a:lnTo>
                    <a:pt x="5593" y="4930"/>
                  </a:lnTo>
                  <a:lnTo>
                    <a:pt x="6783" y="4930"/>
                  </a:lnTo>
                  <a:lnTo>
                    <a:pt x="6783" y="5463"/>
                  </a:lnTo>
                  <a:cubicBezTo>
                    <a:pt x="6783" y="5610"/>
                    <a:pt x="6902" y="5729"/>
                    <a:pt x="7049" y="5729"/>
                  </a:cubicBezTo>
                  <a:cubicBezTo>
                    <a:pt x="7196" y="5729"/>
                    <a:pt x="7315" y="5610"/>
                    <a:pt x="7315" y="5463"/>
                  </a:cubicBezTo>
                  <a:lnTo>
                    <a:pt x="7315" y="4930"/>
                  </a:lnTo>
                  <a:lnTo>
                    <a:pt x="7951" y="4930"/>
                  </a:lnTo>
                  <a:lnTo>
                    <a:pt x="7951" y="5479"/>
                  </a:lnTo>
                  <a:cubicBezTo>
                    <a:pt x="7951" y="5626"/>
                    <a:pt x="8071" y="5745"/>
                    <a:pt x="8217" y="5745"/>
                  </a:cubicBezTo>
                  <a:cubicBezTo>
                    <a:pt x="8363" y="5745"/>
                    <a:pt x="8482" y="5626"/>
                    <a:pt x="8482" y="5479"/>
                  </a:cubicBezTo>
                  <a:lnTo>
                    <a:pt x="8482" y="4930"/>
                  </a:lnTo>
                  <a:close/>
                  <a:moveTo>
                    <a:pt x="443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320"/>
                  </a:lnTo>
                  <a:cubicBezTo>
                    <a:pt x="0" y="1563"/>
                    <a:pt x="199" y="1763"/>
                    <a:pt x="443" y="1763"/>
                  </a:cubicBezTo>
                  <a:lnTo>
                    <a:pt x="617" y="1763"/>
                  </a:lnTo>
                  <a:lnTo>
                    <a:pt x="617" y="2714"/>
                  </a:lnTo>
                  <a:cubicBezTo>
                    <a:pt x="617" y="2959"/>
                    <a:pt x="817" y="3157"/>
                    <a:pt x="1061" y="3157"/>
                  </a:cubicBezTo>
                  <a:lnTo>
                    <a:pt x="3077" y="3157"/>
                  </a:lnTo>
                  <a:lnTo>
                    <a:pt x="3077" y="4398"/>
                  </a:lnTo>
                  <a:lnTo>
                    <a:pt x="2491" y="4398"/>
                  </a:lnTo>
                  <a:cubicBezTo>
                    <a:pt x="2247" y="4398"/>
                    <a:pt x="2049" y="4596"/>
                    <a:pt x="2049" y="4841"/>
                  </a:cubicBezTo>
                  <a:lnTo>
                    <a:pt x="2049" y="5809"/>
                  </a:lnTo>
                  <a:cubicBezTo>
                    <a:pt x="2049" y="6001"/>
                    <a:pt x="2169" y="6209"/>
                    <a:pt x="2335" y="6305"/>
                  </a:cubicBezTo>
                  <a:lnTo>
                    <a:pt x="5006" y="7841"/>
                  </a:lnTo>
                  <a:cubicBezTo>
                    <a:pt x="5015" y="7849"/>
                    <a:pt x="5027" y="7870"/>
                    <a:pt x="5029" y="7881"/>
                  </a:cubicBezTo>
                  <a:lnTo>
                    <a:pt x="5029" y="9041"/>
                  </a:lnTo>
                  <a:cubicBezTo>
                    <a:pt x="5029" y="9184"/>
                    <a:pt x="5097" y="9311"/>
                    <a:pt x="5202" y="9392"/>
                  </a:cubicBezTo>
                  <a:lnTo>
                    <a:pt x="4920" y="9673"/>
                  </a:lnTo>
                  <a:cubicBezTo>
                    <a:pt x="4899" y="9693"/>
                    <a:pt x="4833" y="9720"/>
                    <a:pt x="4805" y="9721"/>
                  </a:cubicBezTo>
                  <a:lnTo>
                    <a:pt x="464" y="9721"/>
                  </a:lnTo>
                  <a:cubicBezTo>
                    <a:pt x="220" y="9721"/>
                    <a:pt x="21" y="9919"/>
                    <a:pt x="21" y="10163"/>
                  </a:cubicBezTo>
                  <a:lnTo>
                    <a:pt x="21" y="15564"/>
                  </a:lnTo>
                  <a:cubicBezTo>
                    <a:pt x="21" y="15809"/>
                    <a:pt x="220" y="16007"/>
                    <a:pt x="464" y="16007"/>
                  </a:cubicBezTo>
                  <a:lnTo>
                    <a:pt x="11253" y="16007"/>
                  </a:lnTo>
                  <a:cubicBezTo>
                    <a:pt x="11498" y="16007"/>
                    <a:pt x="11696" y="15809"/>
                    <a:pt x="11696" y="15564"/>
                  </a:cubicBezTo>
                  <a:lnTo>
                    <a:pt x="11696" y="14483"/>
                  </a:lnTo>
                  <a:cubicBezTo>
                    <a:pt x="11696" y="14336"/>
                    <a:pt x="11577" y="14217"/>
                    <a:pt x="11430" y="14217"/>
                  </a:cubicBezTo>
                  <a:cubicBezTo>
                    <a:pt x="11283" y="14217"/>
                    <a:pt x="11165" y="14336"/>
                    <a:pt x="11165" y="14483"/>
                  </a:cubicBezTo>
                  <a:lnTo>
                    <a:pt x="11165" y="15476"/>
                  </a:lnTo>
                  <a:lnTo>
                    <a:pt x="553" y="15476"/>
                  </a:lnTo>
                  <a:lnTo>
                    <a:pt x="553" y="10253"/>
                  </a:lnTo>
                  <a:lnTo>
                    <a:pt x="4805" y="10253"/>
                  </a:lnTo>
                  <a:cubicBezTo>
                    <a:pt x="4974" y="10253"/>
                    <a:pt x="5175" y="10170"/>
                    <a:pt x="5295" y="10050"/>
                  </a:cubicBezTo>
                  <a:lnTo>
                    <a:pt x="5859" y="9489"/>
                  </a:lnTo>
                  <a:lnTo>
                    <a:pt x="6423" y="10050"/>
                  </a:lnTo>
                  <a:cubicBezTo>
                    <a:pt x="6542" y="10170"/>
                    <a:pt x="6744" y="10253"/>
                    <a:pt x="6913" y="10253"/>
                  </a:cubicBezTo>
                  <a:lnTo>
                    <a:pt x="11165" y="10253"/>
                  </a:lnTo>
                  <a:lnTo>
                    <a:pt x="11165" y="12711"/>
                  </a:lnTo>
                  <a:cubicBezTo>
                    <a:pt x="11165" y="12858"/>
                    <a:pt x="11284" y="12977"/>
                    <a:pt x="11431" y="12977"/>
                  </a:cubicBezTo>
                  <a:cubicBezTo>
                    <a:pt x="11578" y="12977"/>
                    <a:pt x="11696" y="12858"/>
                    <a:pt x="11696" y="12711"/>
                  </a:cubicBezTo>
                  <a:lnTo>
                    <a:pt x="11696" y="10164"/>
                  </a:lnTo>
                  <a:cubicBezTo>
                    <a:pt x="11696" y="9920"/>
                    <a:pt x="11498" y="9721"/>
                    <a:pt x="11253" y="9721"/>
                  </a:cubicBezTo>
                  <a:lnTo>
                    <a:pt x="6913" y="9721"/>
                  </a:lnTo>
                  <a:cubicBezTo>
                    <a:pt x="6885" y="9721"/>
                    <a:pt x="6819" y="9693"/>
                    <a:pt x="6797" y="9674"/>
                  </a:cubicBezTo>
                  <a:lnTo>
                    <a:pt x="6515" y="9391"/>
                  </a:lnTo>
                  <a:cubicBezTo>
                    <a:pt x="6621" y="9311"/>
                    <a:pt x="6689" y="9184"/>
                    <a:pt x="6689" y="9041"/>
                  </a:cubicBezTo>
                  <a:lnTo>
                    <a:pt x="6689" y="7881"/>
                  </a:lnTo>
                  <a:cubicBezTo>
                    <a:pt x="6691" y="7870"/>
                    <a:pt x="6703" y="7849"/>
                    <a:pt x="6712" y="7841"/>
                  </a:cubicBezTo>
                  <a:lnTo>
                    <a:pt x="9383" y="6305"/>
                  </a:lnTo>
                  <a:cubicBezTo>
                    <a:pt x="9549" y="6208"/>
                    <a:pt x="9669" y="6000"/>
                    <a:pt x="9669" y="5809"/>
                  </a:cubicBezTo>
                  <a:lnTo>
                    <a:pt x="9669" y="4841"/>
                  </a:lnTo>
                  <a:cubicBezTo>
                    <a:pt x="9669" y="4596"/>
                    <a:pt x="9471" y="4398"/>
                    <a:pt x="9227" y="4398"/>
                  </a:cubicBezTo>
                  <a:lnTo>
                    <a:pt x="8482" y="4398"/>
                  </a:lnTo>
                  <a:lnTo>
                    <a:pt x="8482" y="3347"/>
                  </a:lnTo>
                  <a:lnTo>
                    <a:pt x="8766" y="3347"/>
                  </a:lnTo>
                  <a:cubicBezTo>
                    <a:pt x="8913" y="3347"/>
                    <a:pt x="9032" y="3228"/>
                    <a:pt x="9032" y="3081"/>
                  </a:cubicBezTo>
                  <a:cubicBezTo>
                    <a:pt x="9032" y="2934"/>
                    <a:pt x="8913" y="2815"/>
                    <a:pt x="8766" y="2815"/>
                  </a:cubicBezTo>
                  <a:lnTo>
                    <a:pt x="8394" y="2815"/>
                  </a:lnTo>
                  <a:cubicBezTo>
                    <a:pt x="8150" y="2815"/>
                    <a:pt x="7950" y="3014"/>
                    <a:pt x="7950" y="3259"/>
                  </a:cubicBezTo>
                  <a:lnTo>
                    <a:pt x="7950" y="4398"/>
                  </a:lnTo>
                  <a:lnTo>
                    <a:pt x="7315" y="4398"/>
                  </a:lnTo>
                  <a:lnTo>
                    <a:pt x="7315" y="2267"/>
                  </a:lnTo>
                  <a:lnTo>
                    <a:pt x="7489" y="2267"/>
                  </a:lnTo>
                  <a:cubicBezTo>
                    <a:pt x="7734" y="2267"/>
                    <a:pt x="7933" y="2069"/>
                    <a:pt x="7933" y="1824"/>
                  </a:cubicBezTo>
                  <a:lnTo>
                    <a:pt x="7933" y="948"/>
                  </a:lnTo>
                  <a:cubicBezTo>
                    <a:pt x="7933" y="704"/>
                    <a:pt x="7734" y="506"/>
                    <a:pt x="7489" y="506"/>
                  </a:cubicBezTo>
                  <a:lnTo>
                    <a:pt x="6609" y="506"/>
                  </a:lnTo>
                  <a:cubicBezTo>
                    <a:pt x="6364" y="506"/>
                    <a:pt x="6165" y="704"/>
                    <a:pt x="6165" y="948"/>
                  </a:cubicBezTo>
                  <a:lnTo>
                    <a:pt x="6165" y="1824"/>
                  </a:lnTo>
                  <a:cubicBezTo>
                    <a:pt x="6165" y="2069"/>
                    <a:pt x="6364" y="2267"/>
                    <a:pt x="6609" y="2267"/>
                  </a:cubicBezTo>
                  <a:lnTo>
                    <a:pt x="6783" y="2267"/>
                  </a:lnTo>
                  <a:lnTo>
                    <a:pt x="6783" y="4398"/>
                  </a:lnTo>
                  <a:lnTo>
                    <a:pt x="5593" y="4398"/>
                  </a:lnTo>
                  <a:lnTo>
                    <a:pt x="5593" y="3478"/>
                  </a:lnTo>
                  <a:cubicBezTo>
                    <a:pt x="5593" y="3234"/>
                    <a:pt x="5395" y="3035"/>
                    <a:pt x="5151" y="3035"/>
                  </a:cubicBezTo>
                  <a:lnTo>
                    <a:pt x="3606" y="3035"/>
                  </a:lnTo>
                  <a:cubicBezTo>
                    <a:pt x="3589" y="2807"/>
                    <a:pt x="3398" y="2626"/>
                    <a:pt x="3165" y="2626"/>
                  </a:cubicBezTo>
                  <a:lnTo>
                    <a:pt x="1149" y="2626"/>
                  </a:lnTo>
                  <a:lnTo>
                    <a:pt x="1149" y="1763"/>
                  </a:lnTo>
                  <a:lnTo>
                    <a:pt x="1324" y="1763"/>
                  </a:lnTo>
                  <a:cubicBezTo>
                    <a:pt x="1568" y="1763"/>
                    <a:pt x="1767" y="1564"/>
                    <a:pt x="1767" y="1320"/>
                  </a:cubicBezTo>
                  <a:lnTo>
                    <a:pt x="1767" y="444"/>
                  </a:lnTo>
                  <a:cubicBezTo>
                    <a:pt x="1767" y="200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5" name="Google Shape;2045;p58"/>
            <p:cNvSpPr/>
            <p:nvPr/>
          </p:nvSpPr>
          <p:spPr>
            <a:xfrm>
              <a:off x="3418576" y="3584181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1"/>
                  </a:moveTo>
                  <a:cubicBezTo>
                    <a:pt x="118" y="1"/>
                    <a:pt x="0" y="119"/>
                    <a:pt x="0" y="266"/>
                  </a:cubicBezTo>
                  <a:cubicBezTo>
                    <a:pt x="0" y="412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2"/>
                    <a:pt x="1918" y="266"/>
                  </a:cubicBezTo>
                  <a:cubicBezTo>
                    <a:pt x="1919" y="119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6" name="Google Shape;2046;p58"/>
            <p:cNvSpPr/>
            <p:nvPr/>
          </p:nvSpPr>
          <p:spPr>
            <a:xfrm>
              <a:off x="3418576" y="3617879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6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7" name="Google Shape;2047;p58"/>
            <p:cNvSpPr/>
            <p:nvPr/>
          </p:nvSpPr>
          <p:spPr>
            <a:xfrm>
              <a:off x="3418576" y="3651578"/>
              <a:ext cx="63682" cy="17678"/>
            </a:xfrm>
            <a:custGeom>
              <a:avLst/>
              <a:gdLst/>
              <a:ahLst/>
              <a:cxnLst/>
              <a:rect l="l" t="t" r="r" b="b"/>
              <a:pathLst>
                <a:path w="1920" h="533" extrusionOk="0">
                  <a:moveTo>
                    <a:pt x="265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7"/>
                  </a:cubicBezTo>
                  <a:cubicBezTo>
                    <a:pt x="1919" y="120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8" name="Google Shape;2048;p58"/>
            <p:cNvSpPr/>
            <p:nvPr/>
          </p:nvSpPr>
          <p:spPr>
            <a:xfrm>
              <a:off x="3418576" y="3685309"/>
              <a:ext cx="63682" cy="17612"/>
            </a:xfrm>
            <a:custGeom>
              <a:avLst/>
              <a:gdLst/>
              <a:ahLst/>
              <a:cxnLst/>
              <a:rect l="l" t="t" r="r" b="b"/>
              <a:pathLst>
                <a:path w="1920" h="531" extrusionOk="0">
                  <a:moveTo>
                    <a:pt x="265" y="0"/>
                  </a:moveTo>
                  <a:cubicBezTo>
                    <a:pt x="118" y="0"/>
                    <a:pt x="0" y="119"/>
                    <a:pt x="0" y="265"/>
                  </a:cubicBezTo>
                  <a:cubicBezTo>
                    <a:pt x="0" y="412"/>
                    <a:pt x="118" y="531"/>
                    <a:pt x="265" y="531"/>
                  </a:cubicBezTo>
                  <a:lnTo>
                    <a:pt x="1653" y="531"/>
                  </a:lnTo>
                  <a:cubicBezTo>
                    <a:pt x="1799" y="531"/>
                    <a:pt x="1918" y="412"/>
                    <a:pt x="1918" y="265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49" name="Google Shape;2049;p58"/>
            <p:cNvSpPr/>
            <p:nvPr/>
          </p:nvSpPr>
          <p:spPr>
            <a:xfrm>
              <a:off x="3501096" y="3584181"/>
              <a:ext cx="112471" cy="17645"/>
            </a:xfrm>
            <a:custGeom>
              <a:avLst/>
              <a:gdLst/>
              <a:ahLst/>
              <a:cxnLst/>
              <a:rect l="l" t="t" r="r" b="b"/>
              <a:pathLst>
                <a:path w="3391" h="532" extrusionOk="0">
                  <a:moveTo>
                    <a:pt x="267" y="1"/>
                  </a:moveTo>
                  <a:cubicBezTo>
                    <a:pt x="120" y="1"/>
                    <a:pt x="1" y="119"/>
                    <a:pt x="1" y="266"/>
                  </a:cubicBezTo>
                  <a:cubicBezTo>
                    <a:pt x="1" y="412"/>
                    <a:pt x="120" y="532"/>
                    <a:pt x="267" y="532"/>
                  </a:cubicBezTo>
                  <a:lnTo>
                    <a:pt x="3124" y="532"/>
                  </a:lnTo>
                  <a:cubicBezTo>
                    <a:pt x="3271" y="532"/>
                    <a:pt x="3390" y="412"/>
                    <a:pt x="3390" y="266"/>
                  </a:cubicBezTo>
                  <a:cubicBezTo>
                    <a:pt x="3390" y="119"/>
                    <a:pt x="3271" y="1"/>
                    <a:pt x="3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0" name="Google Shape;2050;p58"/>
            <p:cNvSpPr/>
            <p:nvPr/>
          </p:nvSpPr>
          <p:spPr>
            <a:xfrm>
              <a:off x="3627630" y="3584181"/>
              <a:ext cx="93731" cy="17645"/>
            </a:xfrm>
            <a:custGeom>
              <a:avLst/>
              <a:gdLst/>
              <a:ahLst/>
              <a:cxnLst/>
              <a:rect l="l" t="t" r="r" b="b"/>
              <a:pathLst>
                <a:path w="2826" h="532" extrusionOk="0">
                  <a:moveTo>
                    <a:pt x="266" y="1"/>
                  </a:moveTo>
                  <a:cubicBezTo>
                    <a:pt x="119" y="1"/>
                    <a:pt x="0" y="119"/>
                    <a:pt x="0" y="266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2560" y="532"/>
                  </a:lnTo>
                  <a:cubicBezTo>
                    <a:pt x="2707" y="532"/>
                    <a:pt x="2826" y="412"/>
                    <a:pt x="2826" y="266"/>
                  </a:cubicBezTo>
                  <a:cubicBezTo>
                    <a:pt x="2826" y="119"/>
                    <a:pt x="2707" y="1"/>
                    <a:pt x="2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1" name="Google Shape;2051;p58"/>
            <p:cNvSpPr/>
            <p:nvPr/>
          </p:nvSpPr>
          <p:spPr>
            <a:xfrm>
              <a:off x="3501096" y="3617879"/>
              <a:ext cx="218176" cy="17645"/>
            </a:xfrm>
            <a:custGeom>
              <a:avLst/>
              <a:gdLst/>
              <a:ahLst/>
              <a:cxnLst/>
              <a:rect l="l" t="t" r="r" b="b"/>
              <a:pathLst>
                <a:path w="6578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6311" y="532"/>
                  </a:lnTo>
                  <a:cubicBezTo>
                    <a:pt x="6458" y="532"/>
                    <a:pt x="6577" y="413"/>
                    <a:pt x="6577" y="266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2" name="Google Shape;2052;p58"/>
            <p:cNvSpPr/>
            <p:nvPr/>
          </p:nvSpPr>
          <p:spPr>
            <a:xfrm>
              <a:off x="3501096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8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3" name="Google Shape;2053;p58"/>
            <p:cNvSpPr/>
            <p:nvPr/>
          </p:nvSpPr>
          <p:spPr>
            <a:xfrm>
              <a:off x="3590217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7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4" name="Google Shape;2054;p58"/>
            <p:cNvSpPr/>
            <p:nvPr/>
          </p:nvSpPr>
          <p:spPr>
            <a:xfrm>
              <a:off x="3680367" y="3651578"/>
              <a:ext cx="38905" cy="17678"/>
            </a:xfrm>
            <a:custGeom>
              <a:avLst/>
              <a:gdLst/>
              <a:ahLst/>
              <a:cxnLst/>
              <a:rect l="l" t="t" r="r" b="b"/>
              <a:pathLst>
                <a:path w="1173" h="533" extrusionOk="0">
                  <a:moveTo>
                    <a:pt x="266" y="1"/>
                  </a:moveTo>
                  <a:cubicBezTo>
                    <a:pt x="119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906" y="532"/>
                  </a:lnTo>
                  <a:cubicBezTo>
                    <a:pt x="1053" y="532"/>
                    <a:pt x="1172" y="413"/>
                    <a:pt x="1172" y="267"/>
                  </a:cubicBezTo>
                  <a:cubicBezTo>
                    <a:pt x="1172" y="120"/>
                    <a:pt x="1053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5" name="Google Shape;2055;p58"/>
            <p:cNvSpPr/>
            <p:nvPr/>
          </p:nvSpPr>
          <p:spPr>
            <a:xfrm>
              <a:off x="3501096" y="3685309"/>
              <a:ext cx="218176" cy="17612"/>
            </a:xfrm>
            <a:custGeom>
              <a:avLst/>
              <a:gdLst/>
              <a:ahLst/>
              <a:cxnLst/>
              <a:rect l="l" t="t" r="r" b="b"/>
              <a:pathLst>
                <a:path w="6578" h="531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cubicBezTo>
                    <a:pt x="1" y="412"/>
                    <a:pt x="120" y="531"/>
                    <a:pt x="267" y="531"/>
                  </a:cubicBezTo>
                  <a:lnTo>
                    <a:pt x="6311" y="531"/>
                  </a:lnTo>
                  <a:cubicBezTo>
                    <a:pt x="6458" y="531"/>
                    <a:pt x="6577" y="412"/>
                    <a:pt x="6577" y="265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056" name="Google Shape;2056;p58"/>
            <p:cNvSpPr/>
            <p:nvPr/>
          </p:nvSpPr>
          <p:spPr>
            <a:xfrm>
              <a:off x="3704546" y="3221495"/>
              <a:ext cx="59735" cy="105771"/>
            </a:xfrm>
            <a:custGeom>
              <a:avLst/>
              <a:gdLst/>
              <a:ahLst/>
              <a:cxnLst/>
              <a:rect l="l" t="t" r="r" b="b"/>
              <a:pathLst>
                <a:path w="1801" h="3189" extrusionOk="0">
                  <a:moveTo>
                    <a:pt x="1270" y="533"/>
                  </a:moveTo>
                  <a:lnTo>
                    <a:pt x="1270" y="1231"/>
                  </a:lnTo>
                  <a:lnTo>
                    <a:pt x="565" y="1231"/>
                  </a:lnTo>
                  <a:lnTo>
                    <a:pt x="565" y="533"/>
                  </a:lnTo>
                  <a:close/>
                  <a:moveTo>
                    <a:pt x="476" y="1"/>
                  </a:moveTo>
                  <a:cubicBezTo>
                    <a:pt x="233" y="1"/>
                    <a:pt x="34" y="200"/>
                    <a:pt x="34" y="444"/>
                  </a:cubicBezTo>
                  <a:lnTo>
                    <a:pt x="34" y="1320"/>
                  </a:lnTo>
                  <a:cubicBezTo>
                    <a:pt x="34" y="1564"/>
                    <a:pt x="233" y="1763"/>
                    <a:pt x="476" y="1763"/>
                  </a:cubicBezTo>
                  <a:lnTo>
                    <a:pt x="626" y="1763"/>
                  </a:lnTo>
                  <a:lnTo>
                    <a:pt x="626" y="2657"/>
                  </a:lnTo>
                  <a:lnTo>
                    <a:pt x="267" y="2657"/>
                  </a:lnTo>
                  <a:cubicBezTo>
                    <a:pt x="120" y="2657"/>
                    <a:pt x="1" y="2776"/>
                    <a:pt x="1" y="2923"/>
                  </a:cubicBezTo>
                  <a:cubicBezTo>
                    <a:pt x="1" y="3070"/>
                    <a:pt x="120" y="3189"/>
                    <a:pt x="267" y="3189"/>
                  </a:cubicBezTo>
                  <a:lnTo>
                    <a:pt x="714" y="3189"/>
                  </a:lnTo>
                  <a:cubicBezTo>
                    <a:pt x="959" y="3189"/>
                    <a:pt x="1157" y="2991"/>
                    <a:pt x="1157" y="2746"/>
                  </a:cubicBezTo>
                  <a:lnTo>
                    <a:pt x="1157" y="1763"/>
                  </a:lnTo>
                  <a:lnTo>
                    <a:pt x="1358" y="1763"/>
                  </a:lnTo>
                  <a:cubicBezTo>
                    <a:pt x="1602" y="1763"/>
                    <a:pt x="1801" y="1564"/>
                    <a:pt x="1801" y="1320"/>
                  </a:cubicBezTo>
                  <a:lnTo>
                    <a:pt x="1801" y="444"/>
                  </a:lnTo>
                  <a:cubicBezTo>
                    <a:pt x="1801" y="200"/>
                    <a:pt x="1602" y="1"/>
                    <a:pt x="1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MODELS’ PERFORMANCE</a:t>
            </a:r>
          </a:p>
        </p:txBody>
      </p:sp>
      <p:graphicFrame>
        <p:nvGraphicFramePr>
          <p:cNvPr id="1978" name="Google Shape;1978;p57"/>
          <p:cNvGraphicFramePr/>
          <p:nvPr>
            <p:extLst>
              <p:ext uri="{D42A27DB-BD31-4B8C-83A1-F6EECF244321}">
                <p14:modId xmlns:p14="http://schemas.microsoft.com/office/powerpoint/2010/main" val="2217030094"/>
              </p:ext>
            </p:extLst>
          </p:nvPr>
        </p:nvGraphicFramePr>
        <p:xfrm>
          <a:off x="810527" y="1497923"/>
          <a:ext cx="2878126" cy="2470458"/>
        </p:xfrm>
        <a:graphic>
          <a:graphicData uri="http://schemas.openxmlformats.org/drawingml/2006/table">
            <a:tbl>
              <a:tblPr>
                <a:noFill/>
                <a:tableStyleId>{383C08AE-442E-47A8-9BE5-366777A7F655}</a:tableStyleId>
              </a:tblPr>
              <a:tblGrid>
                <a:gridCol w="143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7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model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noProof="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RMSE on validation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E8A">
                        <a:alpha val="3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7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OLS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103 926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7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Lasso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93 509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7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Ridge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93 450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7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Elastic Net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noProof="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93 508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79" name="Google Shape;1979;p57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9204102">
            <a:off x="7736099" y="366137"/>
            <a:ext cx="939550" cy="887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3" name="Google Shape;1983;p57"/>
          <p:cNvGrpSpPr/>
          <p:nvPr/>
        </p:nvGrpSpPr>
        <p:grpSpPr>
          <a:xfrm>
            <a:off x="2432050" y="867400"/>
            <a:ext cx="76825" cy="76800"/>
            <a:chOff x="3104875" y="1099400"/>
            <a:chExt cx="76825" cy="76800"/>
          </a:xfrm>
        </p:grpSpPr>
        <p:sp>
          <p:nvSpPr>
            <p:cNvPr id="1984" name="Google Shape;1984;p5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985" name="Google Shape;1985;p5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986" name="Google Shape;1986;p57"/>
          <p:cNvGrpSpPr/>
          <p:nvPr/>
        </p:nvGrpSpPr>
        <p:grpSpPr>
          <a:xfrm>
            <a:off x="1174750" y="4349550"/>
            <a:ext cx="76825" cy="76800"/>
            <a:chOff x="3104875" y="1099400"/>
            <a:chExt cx="76825" cy="76800"/>
          </a:xfrm>
        </p:grpSpPr>
        <p:sp>
          <p:nvSpPr>
            <p:cNvPr id="1987" name="Google Shape;1987;p5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988" name="Google Shape;1988;p5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989" name="Google Shape;1989;p57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9084173">
            <a:off x="370366" y="4222386"/>
            <a:ext cx="1175231" cy="763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Łącznik łamany 8">
            <a:extLst>
              <a:ext uri="{FF2B5EF4-FFF2-40B4-BE49-F238E27FC236}">
                <a16:creationId xmlns:a16="http://schemas.microsoft.com/office/drawing/2014/main" id="{D644B681-D4FA-6072-F02C-0A5FE29AA5A3}"/>
              </a:ext>
            </a:extLst>
          </p:cNvPr>
          <p:cNvCxnSpPr>
            <a:cxnSpLocks/>
          </p:cNvCxnSpPr>
          <p:nvPr/>
        </p:nvCxnSpPr>
        <p:spPr>
          <a:xfrm>
            <a:off x="3828422" y="3326004"/>
            <a:ext cx="1626927" cy="102354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rostokąt 11">
            <a:extLst>
              <a:ext uri="{FF2B5EF4-FFF2-40B4-BE49-F238E27FC236}">
                <a16:creationId xmlns:a16="http://schemas.microsoft.com/office/drawing/2014/main" id="{CEC9D5BF-339F-D5AB-881C-6F9759291731}"/>
              </a:ext>
            </a:extLst>
          </p:cNvPr>
          <p:cNvSpPr/>
          <p:nvPr/>
        </p:nvSpPr>
        <p:spPr>
          <a:xfrm>
            <a:off x="5637627" y="3878664"/>
            <a:ext cx="2331623" cy="834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noProof="0" dirty="0">
                <a:solidFill>
                  <a:schemeClr val="accent6"/>
                </a:solidFill>
              </a:rPr>
              <a:t>RMSE on test</a:t>
            </a:r>
          </a:p>
          <a:p>
            <a:pPr algn="ctr"/>
            <a:r>
              <a:rPr lang="en-GB" sz="2000" b="1" noProof="0" dirty="0">
                <a:solidFill>
                  <a:schemeClr val="accent6"/>
                </a:solidFill>
              </a:rPr>
              <a:t>96 196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51020127-2C09-5CD6-3E64-7FED253E6B00}"/>
              </a:ext>
            </a:extLst>
          </p:cNvPr>
          <p:cNvSpPr txBox="1"/>
          <p:nvPr/>
        </p:nvSpPr>
        <p:spPr>
          <a:xfrm>
            <a:off x="4916296" y="1900848"/>
            <a:ext cx="36147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6"/>
                </a:solidFill>
                <a:latin typeface="Montserrat" pitchFamily="2" charset="0"/>
              </a:rPr>
              <a:t>OLS model performed the worst</a:t>
            </a:r>
          </a:p>
          <a:p>
            <a:endParaRPr lang="en-GB" noProof="0" dirty="0">
              <a:solidFill>
                <a:schemeClr val="accent6"/>
              </a:solidFill>
              <a:latin typeface="Montserrat" pitchFamily="2" charset="0"/>
            </a:endParaRPr>
          </a:p>
          <a:p>
            <a:r>
              <a:rPr lang="en-GB" noProof="0" dirty="0">
                <a:solidFill>
                  <a:schemeClr val="accent6"/>
                </a:solidFill>
                <a:latin typeface="Montserrat" pitchFamily="2" charset="0"/>
              </a:rPr>
              <a:t>3 other models had really close results, but we chose </a:t>
            </a:r>
            <a:r>
              <a:rPr lang="en-GB" b="1" noProof="0" dirty="0">
                <a:solidFill>
                  <a:schemeClr val="accent6"/>
                </a:solidFill>
                <a:latin typeface="Montserrat" pitchFamily="2" charset="0"/>
              </a:rPr>
              <a:t>Ridge regression </a:t>
            </a:r>
            <a:r>
              <a:rPr lang="en-GB" noProof="0" dirty="0">
                <a:solidFill>
                  <a:schemeClr val="accent6"/>
                </a:solidFill>
                <a:latin typeface="Montserrat" pitchFamily="2" charset="0"/>
              </a:rPr>
              <a:t>as our final one</a:t>
            </a:r>
            <a:endParaRPr lang="en-GB" b="1" noProof="0" dirty="0">
              <a:solidFill>
                <a:schemeClr val="accent6"/>
              </a:solidFill>
              <a:latin typeface="Montserra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682C7F8F-05F5-DE26-591B-C80B1B8BAC1A}"/>
              </a:ext>
            </a:extLst>
          </p:cNvPr>
          <p:cNvSpPr/>
          <p:nvPr/>
        </p:nvSpPr>
        <p:spPr>
          <a:xfrm>
            <a:off x="4174162" y="2373173"/>
            <a:ext cx="1075812" cy="400709"/>
          </a:xfrm>
          <a:prstGeom prst="rect">
            <a:avLst/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GB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33A61110-D31A-0A45-0148-329898E3A51D}"/>
              </a:ext>
            </a:extLst>
          </p:cNvPr>
          <p:cNvSpPr/>
          <p:nvPr/>
        </p:nvSpPr>
        <p:spPr>
          <a:xfrm>
            <a:off x="4131960" y="3162369"/>
            <a:ext cx="1191425" cy="400709"/>
          </a:xfrm>
          <a:prstGeom prst="rect">
            <a:avLst/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GB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8F1F37E7-FAFF-BF72-C3B4-EBD75968BCD8}"/>
              </a:ext>
            </a:extLst>
          </p:cNvPr>
          <p:cNvSpPr/>
          <p:nvPr/>
        </p:nvSpPr>
        <p:spPr>
          <a:xfrm>
            <a:off x="3930751" y="1606958"/>
            <a:ext cx="1539445" cy="400709"/>
          </a:xfrm>
          <a:prstGeom prst="rect">
            <a:avLst/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GB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1816" name="Google Shape;1816;p51"/>
          <p:cNvCxnSpPr>
            <a:cxnSpLocks/>
            <a:stCxn id="4" idx="1"/>
            <a:endCxn id="1744" idx="3"/>
          </p:cNvCxnSpPr>
          <p:nvPr/>
        </p:nvCxnSpPr>
        <p:spPr>
          <a:xfrm rot="10800000" flipV="1">
            <a:off x="1877439" y="1807312"/>
            <a:ext cx="2053313" cy="45179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42" name="Google Shape;1742;p51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-65388" y="3340199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51"/>
          <p:cNvSpPr txBox="1">
            <a:spLocks noGrp="1"/>
          </p:cNvSpPr>
          <p:nvPr>
            <p:ph type="title"/>
          </p:nvPr>
        </p:nvSpPr>
        <p:spPr>
          <a:xfrm>
            <a:off x="720000" y="23058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FINAL RIDGE MODEL PARAMETERS</a:t>
            </a:r>
          </a:p>
        </p:txBody>
      </p:sp>
      <p:sp>
        <p:nvSpPr>
          <p:cNvPr id="1744" name="Google Shape;1744;p51"/>
          <p:cNvSpPr/>
          <p:nvPr/>
        </p:nvSpPr>
        <p:spPr>
          <a:xfrm rot="5400000">
            <a:off x="1130138" y="1952092"/>
            <a:ext cx="1494600" cy="12954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grpSp>
        <p:nvGrpSpPr>
          <p:cNvPr id="1745" name="Google Shape;1745;p51"/>
          <p:cNvGrpSpPr/>
          <p:nvPr/>
        </p:nvGrpSpPr>
        <p:grpSpPr>
          <a:xfrm>
            <a:off x="1539327" y="2232106"/>
            <a:ext cx="676221" cy="735371"/>
            <a:chOff x="5417581" y="4001528"/>
            <a:chExt cx="553599" cy="602023"/>
          </a:xfrm>
        </p:grpSpPr>
        <p:sp>
          <p:nvSpPr>
            <p:cNvPr id="1746" name="Google Shape;1746;p51"/>
            <p:cNvSpPr/>
            <p:nvPr/>
          </p:nvSpPr>
          <p:spPr>
            <a:xfrm>
              <a:off x="5840931" y="4132871"/>
              <a:ext cx="120365" cy="120398"/>
            </a:xfrm>
            <a:custGeom>
              <a:avLst/>
              <a:gdLst/>
              <a:ahLst/>
              <a:cxnLst/>
              <a:rect l="l" t="t" r="r" b="b"/>
              <a:pathLst>
                <a:path w="3629" h="3630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097" y="532"/>
                  </a:lnTo>
                  <a:lnTo>
                    <a:pt x="3097" y="3363"/>
                  </a:lnTo>
                  <a:cubicBezTo>
                    <a:pt x="3097" y="3510"/>
                    <a:pt x="3216" y="3629"/>
                    <a:pt x="3363" y="3629"/>
                  </a:cubicBezTo>
                  <a:cubicBezTo>
                    <a:pt x="3510" y="3629"/>
                    <a:pt x="3629" y="3510"/>
                    <a:pt x="3629" y="3363"/>
                  </a:cubicBezTo>
                  <a:lnTo>
                    <a:pt x="3629" y="267"/>
                  </a:lnTo>
                  <a:cubicBezTo>
                    <a:pt x="3629" y="120"/>
                    <a:pt x="3510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47" name="Google Shape;1747;p51"/>
            <p:cNvSpPr/>
            <p:nvPr/>
          </p:nvSpPr>
          <p:spPr>
            <a:xfrm>
              <a:off x="5427432" y="4132871"/>
              <a:ext cx="120398" cy="120398"/>
            </a:xfrm>
            <a:custGeom>
              <a:avLst/>
              <a:gdLst/>
              <a:ahLst/>
              <a:cxnLst/>
              <a:rect l="l" t="t" r="r" b="b"/>
              <a:pathLst>
                <a:path w="3630" h="3630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3363"/>
                  </a:lnTo>
                  <a:cubicBezTo>
                    <a:pt x="1" y="3510"/>
                    <a:pt x="120" y="3629"/>
                    <a:pt x="267" y="3629"/>
                  </a:cubicBezTo>
                  <a:cubicBezTo>
                    <a:pt x="413" y="3629"/>
                    <a:pt x="532" y="3510"/>
                    <a:pt x="532" y="3363"/>
                  </a:cubicBezTo>
                  <a:lnTo>
                    <a:pt x="532" y="532"/>
                  </a:lnTo>
                  <a:lnTo>
                    <a:pt x="3363" y="532"/>
                  </a:lnTo>
                  <a:cubicBezTo>
                    <a:pt x="3510" y="532"/>
                    <a:pt x="3629" y="413"/>
                    <a:pt x="3629" y="267"/>
                  </a:cubicBezTo>
                  <a:cubicBezTo>
                    <a:pt x="3629" y="120"/>
                    <a:pt x="3511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48" name="Google Shape;1748;p51"/>
            <p:cNvSpPr/>
            <p:nvPr/>
          </p:nvSpPr>
          <p:spPr>
            <a:xfrm>
              <a:off x="5427432" y="4483153"/>
              <a:ext cx="120398" cy="120398"/>
            </a:xfrm>
            <a:custGeom>
              <a:avLst/>
              <a:gdLst/>
              <a:ahLst/>
              <a:cxnLst/>
              <a:rect l="l" t="t" r="r" b="b"/>
              <a:pathLst>
                <a:path w="3630" h="3630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3363"/>
                  </a:lnTo>
                  <a:cubicBezTo>
                    <a:pt x="1" y="3510"/>
                    <a:pt x="120" y="3629"/>
                    <a:pt x="267" y="3629"/>
                  </a:cubicBezTo>
                  <a:lnTo>
                    <a:pt x="3363" y="3629"/>
                  </a:lnTo>
                  <a:cubicBezTo>
                    <a:pt x="3511" y="3629"/>
                    <a:pt x="3629" y="3510"/>
                    <a:pt x="3629" y="3363"/>
                  </a:cubicBezTo>
                  <a:cubicBezTo>
                    <a:pt x="3629" y="3216"/>
                    <a:pt x="3510" y="3097"/>
                    <a:pt x="3363" y="3097"/>
                  </a:cubicBezTo>
                  <a:lnTo>
                    <a:pt x="532" y="3097"/>
                  </a:lnTo>
                  <a:lnTo>
                    <a:pt x="532" y="267"/>
                  </a:lnTo>
                  <a:cubicBezTo>
                    <a:pt x="532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49" name="Google Shape;1749;p51"/>
            <p:cNvSpPr/>
            <p:nvPr/>
          </p:nvSpPr>
          <p:spPr>
            <a:xfrm>
              <a:off x="5427432" y="4086337"/>
              <a:ext cx="176982" cy="54527"/>
            </a:xfrm>
            <a:custGeom>
              <a:avLst/>
              <a:gdLst/>
              <a:ahLst/>
              <a:cxnLst/>
              <a:rect l="l" t="t" r="r" b="b"/>
              <a:pathLst>
                <a:path w="5336" h="1644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986" y="532"/>
                  </a:lnTo>
                  <a:cubicBezTo>
                    <a:pt x="4008" y="533"/>
                    <a:pt x="4052" y="554"/>
                    <a:pt x="4065" y="569"/>
                  </a:cubicBezTo>
                  <a:lnTo>
                    <a:pt x="4826" y="1542"/>
                  </a:lnTo>
                  <a:cubicBezTo>
                    <a:pt x="4879" y="1609"/>
                    <a:pt x="4957" y="1644"/>
                    <a:pt x="5036" y="1644"/>
                  </a:cubicBezTo>
                  <a:cubicBezTo>
                    <a:pt x="5093" y="1644"/>
                    <a:pt x="5151" y="1625"/>
                    <a:pt x="5200" y="1587"/>
                  </a:cubicBezTo>
                  <a:cubicBezTo>
                    <a:pt x="5315" y="1497"/>
                    <a:pt x="5336" y="1330"/>
                    <a:pt x="5245" y="1215"/>
                  </a:cubicBezTo>
                  <a:lnTo>
                    <a:pt x="4484" y="242"/>
                  </a:lnTo>
                  <a:cubicBezTo>
                    <a:pt x="4372" y="100"/>
                    <a:pt x="4169" y="0"/>
                    <a:pt x="3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0" name="Google Shape;1750;p51"/>
            <p:cNvSpPr/>
            <p:nvPr/>
          </p:nvSpPr>
          <p:spPr>
            <a:xfrm>
              <a:off x="5612075" y="4158476"/>
              <a:ext cx="38541" cy="41493"/>
            </a:xfrm>
            <a:custGeom>
              <a:avLst/>
              <a:gdLst/>
              <a:ahLst/>
              <a:cxnLst/>
              <a:rect l="l" t="t" r="r" b="b"/>
              <a:pathLst>
                <a:path w="1162" h="1251" extrusionOk="0">
                  <a:moveTo>
                    <a:pt x="300" y="1"/>
                  </a:moveTo>
                  <a:cubicBezTo>
                    <a:pt x="243" y="1"/>
                    <a:pt x="186" y="19"/>
                    <a:pt x="137" y="57"/>
                  </a:cubicBezTo>
                  <a:cubicBezTo>
                    <a:pt x="21" y="148"/>
                    <a:pt x="1" y="315"/>
                    <a:pt x="91" y="431"/>
                  </a:cubicBezTo>
                  <a:lnTo>
                    <a:pt x="653" y="1148"/>
                  </a:lnTo>
                  <a:cubicBezTo>
                    <a:pt x="705" y="1215"/>
                    <a:pt x="783" y="1250"/>
                    <a:pt x="862" y="1250"/>
                  </a:cubicBezTo>
                  <a:cubicBezTo>
                    <a:pt x="920" y="1250"/>
                    <a:pt x="977" y="1232"/>
                    <a:pt x="1026" y="1194"/>
                  </a:cubicBezTo>
                  <a:cubicBezTo>
                    <a:pt x="1141" y="1103"/>
                    <a:pt x="1162" y="936"/>
                    <a:pt x="1072" y="820"/>
                  </a:cubicBezTo>
                  <a:lnTo>
                    <a:pt x="510" y="102"/>
                  </a:lnTo>
                  <a:cubicBezTo>
                    <a:pt x="458" y="36"/>
                    <a:pt x="37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1" name="Google Shape;1751;p51"/>
            <p:cNvSpPr/>
            <p:nvPr/>
          </p:nvSpPr>
          <p:spPr>
            <a:xfrm>
              <a:off x="5427432" y="4055127"/>
              <a:ext cx="112239" cy="17678"/>
            </a:xfrm>
            <a:custGeom>
              <a:avLst/>
              <a:gdLst/>
              <a:ahLst/>
              <a:cxnLst/>
              <a:rect l="l" t="t" r="r" b="b"/>
              <a:pathLst>
                <a:path w="338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118" y="532"/>
                  </a:lnTo>
                  <a:cubicBezTo>
                    <a:pt x="3265" y="532"/>
                    <a:pt x="3384" y="413"/>
                    <a:pt x="3384" y="266"/>
                  </a:cubicBezTo>
                  <a:cubicBezTo>
                    <a:pt x="3384" y="120"/>
                    <a:pt x="3265" y="1"/>
                    <a:pt x="3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2" name="Google Shape;1752;p51"/>
            <p:cNvSpPr/>
            <p:nvPr/>
          </p:nvSpPr>
          <p:spPr>
            <a:xfrm>
              <a:off x="5427432" y="4026337"/>
              <a:ext cx="112239" cy="17678"/>
            </a:xfrm>
            <a:custGeom>
              <a:avLst/>
              <a:gdLst/>
              <a:ahLst/>
              <a:cxnLst/>
              <a:rect l="l" t="t" r="r" b="b"/>
              <a:pathLst>
                <a:path w="338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3118" y="533"/>
                  </a:lnTo>
                  <a:cubicBezTo>
                    <a:pt x="3265" y="533"/>
                    <a:pt x="3384" y="414"/>
                    <a:pt x="3384" y="267"/>
                  </a:cubicBezTo>
                  <a:cubicBezTo>
                    <a:pt x="3384" y="120"/>
                    <a:pt x="3265" y="1"/>
                    <a:pt x="3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3" name="Google Shape;1753;p51"/>
            <p:cNvSpPr/>
            <p:nvPr/>
          </p:nvSpPr>
          <p:spPr>
            <a:xfrm>
              <a:off x="5417581" y="4209554"/>
              <a:ext cx="553599" cy="146501"/>
            </a:xfrm>
            <a:custGeom>
              <a:avLst/>
              <a:gdLst/>
              <a:ahLst/>
              <a:cxnLst/>
              <a:rect l="l" t="t" r="r" b="b"/>
              <a:pathLst>
                <a:path w="16691" h="4417" extrusionOk="0">
                  <a:moveTo>
                    <a:pt x="8345" y="1"/>
                  </a:moveTo>
                  <a:cubicBezTo>
                    <a:pt x="5045" y="1"/>
                    <a:pt x="1959" y="1493"/>
                    <a:pt x="88" y="3991"/>
                  </a:cubicBezTo>
                  <a:cubicBezTo>
                    <a:pt x="1" y="4109"/>
                    <a:pt x="25" y="4275"/>
                    <a:pt x="143" y="4363"/>
                  </a:cubicBezTo>
                  <a:cubicBezTo>
                    <a:pt x="190" y="4399"/>
                    <a:pt x="246" y="4417"/>
                    <a:pt x="301" y="4417"/>
                  </a:cubicBezTo>
                  <a:cubicBezTo>
                    <a:pt x="382" y="4417"/>
                    <a:pt x="462" y="4380"/>
                    <a:pt x="514" y="4310"/>
                  </a:cubicBezTo>
                  <a:cubicBezTo>
                    <a:pt x="2284" y="1944"/>
                    <a:pt x="5212" y="533"/>
                    <a:pt x="8345" y="533"/>
                  </a:cubicBezTo>
                  <a:cubicBezTo>
                    <a:pt x="11479" y="533"/>
                    <a:pt x="14406" y="1944"/>
                    <a:pt x="16176" y="4310"/>
                  </a:cubicBezTo>
                  <a:cubicBezTo>
                    <a:pt x="16229" y="4379"/>
                    <a:pt x="16309" y="4416"/>
                    <a:pt x="16390" y="4416"/>
                  </a:cubicBezTo>
                  <a:cubicBezTo>
                    <a:pt x="16445" y="4416"/>
                    <a:pt x="16501" y="4398"/>
                    <a:pt x="16549" y="4363"/>
                  </a:cubicBezTo>
                  <a:cubicBezTo>
                    <a:pt x="16666" y="4275"/>
                    <a:pt x="16691" y="4109"/>
                    <a:pt x="16602" y="3991"/>
                  </a:cubicBezTo>
                  <a:cubicBezTo>
                    <a:pt x="14733" y="1493"/>
                    <a:pt x="11645" y="1"/>
                    <a:pt x="8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4" name="Google Shape;1754;p51"/>
            <p:cNvSpPr/>
            <p:nvPr/>
          </p:nvSpPr>
          <p:spPr>
            <a:xfrm>
              <a:off x="5620234" y="4311976"/>
              <a:ext cx="157877" cy="157048"/>
            </a:xfrm>
            <a:custGeom>
              <a:avLst/>
              <a:gdLst/>
              <a:ahLst/>
              <a:cxnLst/>
              <a:rect l="l" t="t" r="r" b="b"/>
              <a:pathLst>
                <a:path w="4760" h="4735" extrusionOk="0">
                  <a:moveTo>
                    <a:pt x="3584" y="3055"/>
                  </a:moveTo>
                  <a:cubicBezTo>
                    <a:pt x="3863" y="3055"/>
                    <a:pt x="4088" y="3281"/>
                    <a:pt x="4088" y="3559"/>
                  </a:cubicBezTo>
                  <a:cubicBezTo>
                    <a:pt x="4088" y="3837"/>
                    <a:pt x="3863" y="4063"/>
                    <a:pt x="3584" y="4063"/>
                  </a:cubicBezTo>
                  <a:cubicBezTo>
                    <a:pt x="3306" y="4063"/>
                    <a:pt x="3080" y="3837"/>
                    <a:pt x="3080" y="3559"/>
                  </a:cubicBezTo>
                  <a:cubicBezTo>
                    <a:pt x="3080" y="3281"/>
                    <a:pt x="3306" y="3055"/>
                    <a:pt x="3584" y="3055"/>
                  </a:cubicBezTo>
                  <a:close/>
                  <a:moveTo>
                    <a:pt x="3324" y="0"/>
                  </a:moveTo>
                  <a:cubicBezTo>
                    <a:pt x="3238" y="0"/>
                    <a:pt x="3154" y="22"/>
                    <a:pt x="3080" y="64"/>
                  </a:cubicBezTo>
                  <a:cubicBezTo>
                    <a:pt x="2922" y="153"/>
                    <a:pt x="2826" y="322"/>
                    <a:pt x="2829" y="503"/>
                  </a:cubicBezTo>
                  <a:cubicBezTo>
                    <a:pt x="2838" y="1042"/>
                    <a:pt x="2627" y="1595"/>
                    <a:pt x="2252" y="2021"/>
                  </a:cubicBezTo>
                  <a:cubicBezTo>
                    <a:pt x="2154" y="2131"/>
                    <a:pt x="2164" y="2298"/>
                    <a:pt x="2274" y="2396"/>
                  </a:cubicBezTo>
                  <a:cubicBezTo>
                    <a:pt x="2325" y="2441"/>
                    <a:pt x="2388" y="2463"/>
                    <a:pt x="2450" y="2463"/>
                  </a:cubicBezTo>
                  <a:cubicBezTo>
                    <a:pt x="2524" y="2463"/>
                    <a:pt x="2597" y="2432"/>
                    <a:pt x="2649" y="2373"/>
                  </a:cubicBezTo>
                  <a:cubicBezTo>
                    <a:pt x="3104" y="1860"/>
                    <a:pt x="3354" y="1220"/>
                    <a:pt x="3361" y="563"/>
                  </a:cubicBezTo>
                  <a:cubicBezTo>
                    <a:pt x="3906" y="933"/>
                    <a:pt x="4228" y="1543"/>
                    <a:pt x="4228" y="2210"/>
                  </a:cubicBezTo>
                  <a:cubicBezTo>
                    <a:pt x="4228" y="2379"/>
                    <a:pt x="4207" y="2544"/>
                    <a:pt x="4167" y="2703"/>
                  </a:cubicBezTo>
                  <a:cubicBezTo>
                    <a:pt x="4000" y="2590"/>
                    <a:pt x="3800" y="2523"/>
                    <a:pt x="3584" y="2523"/>
                  </a:cubicBezTo>
                  <a:cubicBezTo>
                    <a:pt x="3013" y="2523"/>
                    <a:pt x="2548" y="2988"/>
                    <a:pt x="2548" y="3559"/>
                  </a:cubicBezTo>
                  <a:cubicBezTo>
                    <a:pt x="2548" y="3775"/>
                    <a:pt x="2615" y="3975"/>
                    <a:pt x="2728" y="4141"/>
                  </a:cubicBezTo>
                  <a:cubicBezTo>
                    <a:pt x="2570" y="4181"/>
                    <a:pt x="2406" y="4203"/>
                    <a:pt x="2235" y="4203"/>
                  </a:cubicBezTo>
                  <a:cubicBezTo>
                    <a:pt x="1569" y="4203"/>
                    <a:pt x="958" y="3879"/>
                    <a:pt x="588" y="3334"/>
                  </a:cubicBezTo>
                  <a:cubicBezTo>
                    <a:pt x="819" y="3332"/>
                    <a:pt x="1051" y="3298"/>
                    <a:pt x="1279" y="3234"/>
                  </a:cubicBezTo>
                  <a:cubicBezTo>
                    <a:pt x="1421" y="3195"/>
                    <a:pt x="1503" y="3049"/>
                    <a:pt x="1464" y="2907"/>
                  </a:cubicBezTo>
                  <a:cubicBezTo>
                    <a:pt x="1431" y="2789"/>
                    <a:pt x="1324" y="2712"/>
                    <a:pt x="1207" y="2712"/>
                  </a:cubicBezTo>
                  <a:cubicBezTo>
                    <a:pt x="1183" y="2712"/>
                    <a:pt x="1159" y="2716"/>
                    <a:pt x="1136" y="2722"/>
                  </a:cubicBezTo>
                  <a:cubicBezTo>
                    <a:pt x="946" y="2776"/>
                    <a:pt x="753" y="2802"/>
                    <a:pt x="564" y="2802"/>
                  </a:cubicBezTo>
                  <a:lnTo>
                    <a:pt x="521" y="2802"/>
                  </a:lnTo>
                  <a:cubicBezTo>
                    <a:pt x="342" y="2802"/>
                    <a:pt x="177" y="2899"/>
                    <a:pt x="89" y="3055"/>
                  </a:cubicBezTo>
                  <a:cubicBezTo>
                    <a:pt x="0" y="3213"/>
                    <a:pt x="5" y="3407"/>
                    <a:pt x="102" y="3560"/>
                  </a:cubicBezTo>
                  <a:cubicBezTo>
                    <a:pt x="565" y="4295"/>
                    <a:pt x="1362" y="4735"/>
                    <a:pt x="2236" y="4735"/>
                  </a:cubicBezTo>
                  <a:cubicBezTo>
                    <a:pt x="2587" y="4735"/>
                    <a:pt x="2922" y="4662"/>
                    <a:pt x="3227" y="4531"/>
                  </a:cubicBezTo>
                  <a:cubicBezTo>
                    <a:pt x="3339" y="4572"/>
                    <a:pt x="3459" y="4595"/>
                    <a:pt x="3585" y="4595"/>
                  </a:cubicBezTo>
                  <a:cubicBezTo>
                    <a:pt x="4156" y="4595"/>
                    <a:pt x="4620" y="4130"/>
                    <a:pt x="4620" y="3559"/>
                  </a:cubicBezTo>
                  <a:cubicBezTo>
                    <a:pt x="4620" y="3433"/>
                    <a:pt x="4599" y="3312"/>
                    <a:pt x="4557" y="3201"/>
                  </a:cubicBezTo>
                  <a:cubicBezTo>
                    <a:pt x="4688" y="2897"/>
                    <a:pt x="4760" y="2562"/>
                    <a:pt x="4760" y="2210"/>
                  </a:cubicBezTo>
                  <a:cubicBezTo>
                    <a:pt x="4760" y="1336"/>
                    <a:pt x="4322" y="538"/>
                    <a:pt x="3586" y="76"/>
                  </a:cubicBezTo>
                  <a:cubicBezTo>
                    <a:pt x="3508" y="26"/>
                    <a:pt x="3417" y="0"/>
                    <a:pt x="3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5" name="Google Shape;1755;p51"/>
            <p:cNvSpPr/>
            <p:nvPr/>
          </p:nvSpPr>
          <p:spPr>
            <a:xfrm>
              <a:off x="5617282" y="4308195"/>
              <a:ext cx="74826" cy="74793"/>
            </a:xfrm>
            <a:custGeom>
              <a:avLst/>
              <a:gdLst/>
              <a:ahLst/>
              <a:cxnLst/>
              <a:rect l="l" t="t" r="r" b="b"/>
              <a:pathLst>
                <a:path w="2256" h="2255" extrusionOk="0">
                  <a:moveTo>
                    <a:pt x="1128" y="531"/>
                  </a:moveTo>
                  <a:cubicBezTo>
                    <a:pt x="1457" y="531"/>
                    <a:pt x="1724" y="799"/>
                    <a:pt x="1724" y="1128"/>
                  </a:cubicBezTo>
                  <a:cubicBezTo>
                    <a:pt x="1724" y="1456"/>
                    <a:pt x="1457" y="1723"/>
                    <a:pt x="1128" y="1723"/>
                  </a:cubicBezTo>
                  <a:cubicBezTo>
                    <a:pt x="800" y="1723"/>
                    <a:pt x="533" y="1456"/>
                    <a:pt x="533" y="1128"/>
                  </a:cubicBezTo>
                  <a:cubicBezTo>
                    <a:pt x="533" y="799"/>
                    <a:pt x="800" y="531"/>
                    <a:pt x="1128" y="531"/>
                  </a:cubicBezTo>
                  <a:close/>
                  <a:moveTo>
                    <a:pt x="1128" y="0"/>
                  </a:moveTo>
                  <a:cubicBezTo>
                    <a:pt x="506" y="0"/>
                    <a:pt x="1" y="505"/>
                    <a:pt x="1" y="1128"/>
                  </a:cubicBezTo>
                  <a:cubicBezTo>
                    <a:pt x="1" y="1749"/>
                    <a:pt x="506" y="2255"/>
                    <a:pt x="1128" y="2255"/>
                  </a:cubicBezTo>
                  <a:cubicBezTo>
                    <a:pt x="1749" y="2255"/>
                    <a:pt x="2255" y="1749"/>
                    <a:pt x="2255" y="1128"/>
                  </a:cubicBezTo>
                  <a:cubicBezTo>
                    <a:pt x="2255" y="505"/>
                    <a:pt x="1749" y="0"/>
                    <a:pt x="1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6" name="Google Shape;1756;p51"/>
            <p:cNvSpPr/>
            <p:nvPr/>
          </p:nvSpPr>
          <p:spPr>
            <a:xfrm>
              <a:off x="5457249" y="4520400"/>
              <a:ext cx="52670" cy="52703"/>
            </a:xfrm>
            <a:custGeom>
              <a:avLst/>
              <a:gdLst/>
              <a:ahLst/>
              <a:cxnLst/>
              <a:rect l="l" t="t" r="r" b="b"/>
              <a:pathLst>
                <a:path w="1588" h="1589" extrusionOk="0">
                  <a:moveTo>
                    <a:pt x="1056" y="533"/>
                  </a:moveTo>
                  <a:lnTo>
                    <a:pt x="1056" y="1056"/>
                  </a:lnTo>
                  <a:lnTo>
                    <a:pt x="531" y="1056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145"/>
                  </a:lnTo>
                  <a:cubicBezTo>
                    <a:pt x="0" y="1389"/>
                    <a:pt x="198" y="1588"/>
                    <a:pt x="443" y="1588"/>
                  </a:cubicBezTo>
                  <a:lnTo>
                    <a:pt x="1144" y="1588"/>
                  </a:lnTo>
                  <a:cubicBezTo>
                    <a:pt x="1388" y="1588"/>
                    <a:pt x="1587" y="1390"/>
                    <a:pt x="1587" y="1145"/>
                  </a:cubicBezTo>
                  <a:lnTo>
                    <a:pt x="1587" y="443"/>
                  </a:lnTo>
                  <a:cubicBezTo>
                    <a:pt x="1587" y="199"/>
                    <a:pt x="1388" y="1"/>
                    <a:pt x="1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7" name="Google Shape;1757;p51"/>
            <p:cNvSpPr/>
            <p:nvPr/>
          </p:nvSpPr>
          <p:spPr>
            <a:xfrm>
              <a:off x="5514131" y="4520400"/>
              <a:ext cx="52703" cy="52703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1056" y="533"/>
                  </a:moveTo>
                  <a:lnTo>
                    <a:pt x="1056" y="1056"/>
                  </a:lnTo>
                  <a:lnTo>
                    <a:pt x="533" y="1056"/>
                  </a:lnTo>
                  <a:lnTo>
                    <a:pt x="533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45"/>
                  </a:lnTo>
                  <a:cubicBezTo>
                    <a:pt x="1" y="1389"/>
                    <a:pt x="199" y="1588"/>
                    <a:pt x="443" y="1588"/>
                  </a:cubicBezTo>
                  <a:lnTo>
                    <a:pt x="1144" y="1588"/>
                  </a:lnTo>
                  <a:cubicBezTo>
                    <a:pt x="1389" y="1588"/>
                    <a:pt x="1588" y="1390"/>
                    <a:pt x="1588" y="1145"/>
                  </a:cubicBezTo>
                  <a:lnTo>
                    <a:pt x="1588" y="443"/>
                  </a:lnTo>
                  <a:cubicBezTo>
                    <a:pt x="1588" y="199"/>
                    <a:pt x="1389" y="1"/>
                    <a:pt x="1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8" name="Google Shape;1758;p51"/>
            <p:cNvSpPr/>
            <p:nvPr/>
          </p:nvSpPr>
          <p:spPr>
            <a:xfrm>
              <a:off x="5839604" y="4001528"/>
              <a:ext cx="121692" cy="65008"/>
            </a:xfrm>
            <a:custGeom>
              <a:avLst/>
              <a:gdLst/>
              <a:ahLst/>
              <a:cxnLst/>
              <a:rect l="l" t="t" r="r" b="b"/>
              <a:pathLst>
                <a:path w="3669" h="1960" extrusionOk="0">
                  <a:moveTo>
                    <a:pt x="2524" y="0"/>
                  </a:moveTo>
                  <a:cubicBezTo>
                    <a:pt x="2377" y="0"/>
                    <a:pt x="2258" y="120"/>
                    <a:pt x="2258" y="266"/>
                  </a:cubicBezTo>
                  <a:lnTo>
                    <a:pt x="2258" y="1428"/>
                  </a:lnTo>
                  <a:lnTo>
                    <a:pt x="1910" y="1428"/>
                  </a:lnTo>
                  <a:lnTo>
                    <a:pt x="1910" y="826"/>
                  </a:lnTo>
                  <a:cubicBezTo>
                    <a:pt x="1910" y="679"/>
                    <a:pt x="1791" y="560"/>
                    <a:pt x="1644" y="560"/>
                  </a:cubicBezTo>
                  <a:cubicBezTo>
                    <a:pt x="1497" y="560"/>
                    <a:pt x="1378" y="679"/>
                    <a:pt x="1378" y="826"/>
                  </a:cubicBezTo>
                  <a:lnTo>
                    <a:pt x="1378" y="1428"/>
                  </a:lnTo>
                  <a:lnTo>
                    <a:pt x="1030" y="1428"/>
                  </a:lnTo>
                  <a:lnTo>
                    <a:pt x="1030" y="1230"/>
                  </a:lnTo>
                  <a:cubicBezTo>
                    <a:pt x="1030" y="1084"/>
                    <a:pt x="912" y="965"/>
                    <a:pt x="765" y="965"/>
                  </a:cubicBezTo>
                  <a:cubicBezTo>
                    <a:pt x="618" y="965"/>
                    <a:pt x="499" y="1085"/>
                    <a:pt x="499" y="1230"/>
                  </a:cubicBezTo>
                  <a:lnTo>
                    <a:pt x="499" y="1428"/>
                  </a:lnTo>
                  <a:lnTo>
                    <a:pt x="266" y="1428"/>
                  </a:lnTo>
                  <a:cubicBezTo>
                    <a:pt x="119" y="1428"/>
                    <a:pt x="0" y="1547"/>
                    <a:pt x="0" y="1694"/>
                  </a:cubicBezTo>
                  <a:cubicBezTo>
                    <a:pt x="0" y="1840"/>
                    <a:pt x="119" y="1959"/>
                    <a:pt x="266" y="1959"/>
                  </a:cubicBezTo>
                  <a:lnTo>
                    <a:pt x="3404" y="1959"/>
                  </a:lnTo>
                  <a:cubicBezTo>
                    <a:pt x="3543" y="1959"/>
                    <a:pt x="3655" y="1854"/>
                    <a:pt x="3668" y="1718"/>
                  </a:cubicBezTo>
                  <a:cubicBezTo>
                    <a:pt x="3669" y="1710"/>
                    <a:pt x="3669" y="1702"/>
                    <a:pt x="3669" y="1694"/>
                  </a:cubicBezTo>
                  <a:lnTo>
                    <a:pt x="3669" y="574"/>
                  </a:lnTo>
                  <a:cubicBezTo>
                    <a:pt x="3669" y="429"/>
                    <a:pt x="3550" y="309"/>
                    <a:pt x="3403" y="309"/>
                  </a:cubicBezTo>
                  <a:cubicBezTo>
                    <a:pt x="3256" y="309"/>
                    <a:pt x="3137" y="429"/>
                    <a:pt x="3137" y="575"/>
                  </a:cubicBezTo>
                  <a:lnTo>
                    <a:pt x="3137" y="1428"/>
                  </a:lnTo>
                  <a:lnTo>
                    <a:pt x="2790" y="1428"/>
                  </a:lnTo>
                  <a:lnTo>
                    <a:pt x="2790" y="266"/>
                  </a:lnTo>
                  <a:cubicBezTo>
                    <a:pt x="2790" y="120"/>
                    <a:pt x="2671" y="0"/>
                    <a:pt x="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59" name="Google Shape;1759;p51"/>
            <p:cNvSpPr/>
            <p:nvPr/>
          </p:nvSpPr>
          <p:spPr>
            <a:xfrm>
              <a:off x="5870019" y="4089057"/>
              <a:ext cx="17711" cy="17678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6" y="0"/>
                  </a:moveTo>
                  <a:cubicBezTo>
                    <a:pt x="196" y="0"/>
                    <a:pt x="127" y="29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3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60" name="Google Shape;1760;p51"/>
            <p:cNvSpPr/>
            <p:nvPr/>
          </p:nvSpPr>
          <p:spPr>
            <a:xfrm>
              <a:off x="5906835" y="408905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0"/>
                  </a:moveTo>
                  <a:cubicBezTo>
                    <a:pt x="196" y="0"/>
                    <a:pt x="127" y="29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8" y="503"/>
                    <a:pt x="196" y="532"/>
                    <a:pt x="266" y="532"/>
                  </a:cubicBezTo>
                  <a:cubicBezTo>
                    <a:pt x="337" y="532"/>
                    <a:pt x="405" y="503"/>
                    <a:pt x="455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5" y="78"/>
                  </a:cubicBezTo>
                  <a:cubicBezTo>
                    <a:pt x="405" y="29"/>
                    <a:pt x="337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61" name="Google Shape;1761;p51"/>
            <p:cNvSpPr/>
            <p:nvPr/>
          </p:nvSpPr>
          <p:spPr>
            <a:xfrm>
              <a:off x="5943617" y="4089057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0"/>
                  </a:moveTo>
                  <a:cubicBezTo>
                    <a:pt x="197" y="0"/>
                    <a:pt x="129" y="29"/>
                    <a:pt x="79" y="78"/>
                  </a:cubicBezTo>
                  <a:cubicBezTo>
                    <a:pt x="30" y="127"/>
                    <a:pt x="1" y="196"/>
                    <a:pt x="1" y="266"/>
                  </a:cubicBezTo>
                  <a:cubicBezTo>
                    <a:pt x="1" y="336"/>
                    <a:pt x="30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8" y="532"/>
                    <a:pt x="406" y="503"/>
                    <a:pt x="456" y="454"/>
                  </a:cubicBezTo>
                  <a:cubicBezTo>
                    <a:pt x="505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6" y="78"/>
                  </a:cubicBezTo>
                  <a:cubicBezTo>
                    <a:pt x="406" y="29"/>
                    <a:pt x="337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62" name="Google Shape;1762;p51"/>
            <p:cNvSpPr/>
            <p:nvPr/>
          </p:nvSpPr>
          <p:spPr>
            <a:xfrm>
              <a:off x="5439405" y="4243717"/>
              <a:ext cx="521891" cy="283118"/>
            </a:xfrm>
            <a:custGeom>
              <a:avLst/>
              <a:gdLst/>
              <a:ahLst/>
              <a:cxnLst/>
              <a:rect l="l" t="t" r="r" b="b"/>
              <a:pathLst>
                <a:path w="15735" h="8536" extrusionOk="0">
                  <a:moveTo>
                    <a:pt x="9236" y="672"/>
                  </a:moveTo>
                  <a:lnTo>
                    <a:pt x="9236" y="672"/>
                  </a:lnTo>
                  <a:cubicBezTo>
                    <a:pt x="11475" y="1079"/>
                    <a:pt x="13485" y="2359"/>
                    <a:pt x="14805" y="4268"/>
                  </a:cubicBezTo>
                  <a:cubicBezTo>
                    <a:pt x="14158" y="5203"/>
                    <a:pt x="13346" y="5987"/>
                    <a:pt x="12422" y="6591"/>
                  </a:cubicBezTo>
                  <a:lnTo>
                    <a:pt x="11930" y="5982"/>
                  </a:lnTo>
                  <a:cubicBezTo>
                    <a:pt x="11877" y="5918"/>
                    <a:pt x="11800" y="5884"/>
                    <a:pt x="11723" y="5884"/>
                  </a:cubicBezTo>
                  <a:cubicBezTo>
                    <a:pt x="11664" y="5884"/>
                    <a:pt x="11605" y="5903"/>
                    <a:pt x="11556" y="5942"/>
                  </a:cubicBezTo>
                  <a:cubicBezTo>
                    <a:pt x="11441" y="6035"/>
                    <a:pt x="11424" y="6202"/>
                    <a:pt x="11516" y="6316"/>
                  </a:cubicBezTo>
                  <a:lnTo>
                    <a:pt x="11964" y="6872"/>
                  </a:lnTo>
                  <a:cubicBezTo>
                    <a:pt x="11123" y="7350"/>
                    <a:pt x="10203" y="7687"/>
                    <a:pt x="9241" y="7862"/>
                  </a:cubicBezTo>
                  <a:cubicBezTo>
                    <a:pt x="10630" y="7261"/>
                    <a:pt x="11604" y="5876"/>
                    <a:pt x="11604" y="4268"/>
                  </a:cubicBezTo>
                  <a:cubicBezTo>
                    <a:pt x="11604" y="3901"/>
                    <a:pt x="11554" y="3538"/>
                    <a:pt x="11453" y="3189"/>
                  </a:cubicBezTo>
                  <a:cubicBezTo>
                    <a:pt x="11420" y="3073"/>
                    <a:pt x="11314" y="2996"/>
                    <a:pt x="11199" y="2996"/>
                  </a:cubicBezTo>
                  <a:cubicBezTo>
                    <a:pt x="11174" y="2996"/>
                    <a:pt x="11150" y="3000"/>
                    <a:pt x="11125" y="3007"/>
                  </a:cubicBezTo>
                  <a:cubicBezTo>
                    <a:pt x="10984" y="3047"/>
                    <a:pt x="10902" y="3194"/>
                    <a:pt x="10943" y="3335"/>
                  </a:cubicBezTo>
                  <a:cubicBezTo>
                    <a:pt x="11029" y="3637"/>
                    <a:pt x="11072" y="3951"/>
                    <a:pt x="11072" y="4268"/>
                  </a:cubicBezTo>
                  <a:cubicBezTo>
                    <a:pt x="11072" y="6134"/>
                    <a:pt x="9554" y="7653"/>
                    <a:pt x="7688" y="7653"/>
                  </a:cubicBezTo>
                  <a:cubicBezTo>
                    <a:pt x="5822" y="7653"/>
                    <a:pt x="4303" y="6134"/>
                    <a:pt x="4303" y="4268"/>
                  </a:cubicBezTo>
                  <a:cubicBezTo>
                    <a:pt x="4303" y="2401"/>
                    <a:pt x="5822" y="883"/>
                    <a:pt x="7688" y="883"/>
                  </a:cubicBezTo>
                  <a:cubicBezTo>
                    <a:pt x="8634" y="883"/>
                    <a:pt x="9512" y="1264"/>
                    <a:pt x="10160" y="1956"/>
                  </a:cubicBezTo>
                  <a:cubicBezTo>
                    <a:pt x="10212" y="2011"/>
                    <a:pt x="10282" y="2039"/>
                    <a:pt x="10353" y="2039"/>
                  </a:cubicBezTo>
                  <a:cubicBezTo>
                    <a:pt x="10418" y="2039"/>
                    <a:pt x="10484" y="2016"/>
                    <a:pt x="10535" y="1968"/>
                  </a:cubicBezTo>
                  <a:cubicBezTo>
                    <a:pt x="10642" y="1867"/>
                    <a:pt x="10648" y="1699"/>
                    <a:pt x="10548" y="1592"/>
                  </a:cubicBezTo>
                  <a:cubicBezTo>
                    <a:pt x="10176" y="1195"/>
                    <a:pt x="9727" y="884"/>
                    <a:pt x="9236" y="672"/>
                  </a:cubicBezTo>
                  <a:close/>
                  <a:moveTo>
                    <a:pt x="6135" y="672"/>
                  </a:moveTo>
                  <a:lnTo>
                    <a:pt x="6135" y="672"/>
                  </a:lnTo>
                  <a:cubicBezTo>
                    <a:pt x="4746" y="1275"/>
                    <a:pt x="3771" y="2660"/>
                    <a:pt x="3771" y="4268"/>
                  </a:cubicBezTo>
                  <a:cubicBezTo>
                    <a:pt x="3771" y="5876"/>
                    <a:pt x="4746" y="7261"/>
                    <a:pt x="6135" y="7863"/>
                  </a:cubicBezTo>
                  <a:cubicBezTo>
                    <a:pt x="3898" y="7455"/>
                    <a:pt x="1889" y="6174"/>
                    <a:pt x="571" y="4268"/>
                  </a:cubicBezTo>
                  <a:cubicBezTo>
                    <a:pt x="1889" y="2361"/>
                    <a:pt x="3898" y="1081"/>
                    <a:pt x="6135" y="672"/>
                  </a:cubicBezTo>
                  <a:close/>
                  <a:moveTo>
                    <a:pt x="7687" y="1"/>
                  </a:moveTo>
                  <a:cubicBezTo>
                    <a:pt x="4657" y="1"/>
                    <a:pt x="1825" y="1496"/>
                    <a:pt x="110" y="4000"/>
                  </a:cubicBezTo>
                  <a:cubicBezTo>
                    <a:pt x="0" y="4160"/>
                    <a:pt x="0" y="4376"/>
                    <a:pt x="110" y="4537"/>
                  </a:cubicBezTo>
                  <a:cubicBezTo>
                    <a:pt x="1825" y="7041"/>
                    <a:pt x="4657" y="8536"/>
                    <a:pt x="7687" y="8536"/>
                  </a:cubicBezTo>
                  <a:cubicBezTo>
                    <a:pt x="9333" y="8536"/>
                    <a:pt x="10920" y="8094"/>
                    <a:pt x="12302" y="7291"/>
                  </a:cubicBezTo>
                  <a:lnTo>
                    <a:pt x="13047" y="8214"/>
                  </a:lnTo>
                  <a:cubicBezTo>
                    <a:pt x="13160" y="8352"/>
                    <a:pt x="13363" y="8450"/>
                    <a:pt x="13543" y="8450"/>
                  </a:cubicBezTo>
                  <a:lnTo>
                    <a:pt x="15470" y="8450"/>
                  </a:lnTo>
                  <a:cubicBezTo>
                    <a:pt x="15616" y="8450"/>
                    <a:pt x="15735" y="8331"/>
                    <a:pt x="15735" y="8184"/>
                  </a:cubicBezTo>
                  <a:cubicBezTo>
                    <a:pt x="15735" y="8037"/>
                    <a:pt x="15616" y="7918"/>
                    <a:pt x="15469" y="7918"/>
                  </a:cubicBezTo>
                  <a:lnTo>
                    <a:pt x="13544" y="7918"/>
                  </a:lnTo>
                  <a:cubicBezTo>
                    <a:pt x="13522" y="7916"/>
                    <a:pt x="13475" y="7894"/>
                    <a:pt x="13461" y="7879"/>
                  </a:cubicBezTo>
                  <a:lnTo>
                    <a:pt x="12757" y="7007"/>
                  </a:lnTo>
                  <a:cubicBezTo>
                    <a:pt x="13731" y="6362"/>
                    <a:pt x="14586" y="5529"/>
                    <a:pt x="15265" y="4536"/>
                  </a:cubicBezTo>
                  <a:cubicBezTo>
                    <a:pt x="15376" y="4374"/>
                    <a:pt x="15376" y="4162"/>
                    <a:pt x="15265" y="4000"/>
                  </a:cubicBezTo>
                  <a:cubicBezTo>
                    <a:pt x="13551" y="1496"/>
                    <a:pt x="10718" y="1"/>
                    <a:pt x="7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63" name="Google Shape;1763;p51"/>
            <p:cNvSpPr/>
            <p:nvPr/>
          </p:nvSpPr>
          <p:spPr>
            <a:xfrm>
              <a:off x="5873866" y="4532341"/>
              <a:ext cx="87430" cy="17678"/>
            </a:xfrm>
            <a:custGeom>
              <a:avLst/>
              <a:gdLst/>
              <a:ahLst/>
              <a:cxnLst/>
              <a:rect l="l" t="t" r="r" b="b"/>
              <a:pathLst>
                <a:path w="2636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370" y="532"/>
                  </a:lnTo>
                  <a:cubicBezTo>
                    <a:pt x="2517" y="532"/>
                    <a:pt x="2636" y="413"/>
                    <a:pt x="2636" y="266"/>
                  </a:cubicBezTo>
                  <a:cubicBezTo>
                    <a:pt x="2636" y="119"/>
                    <a:pt x="2517" y="0"/>
                    <a:pt x="2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64" name="Google Shape;1764;p51"/>
            <p:cNvSpPr/>
            <p:nvPr/>
          </p:nvSpPr>
          <p:spPr>
            <a:xfrm>
              <a:off x="5873866" y="4558377"/>
              <a:ext cx="87430" cy="17678"/>
            </a:xfrm>
            <a:custGeom>
              <a:avLst/>
              <a:gdLst/>
              <a:ahLst/>
              <a:cxnLst/>
              <a:rect l="l" t="t" r="r" b="b"/>
              <a:pathLst>
                <a:path w="2636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3"/>
                    <a:pt x="266" y="533"/>
                  </a:cubicBezTo>
                  <a:lnTo>
                    <a:pt x="2370" y="533"/>
                  </a:lnTo>
                  <a:cubicBezTo>
                    <a:pt x="2517" y="533"/>
                    <a:pt x="2636" y="413"/>
                    <a:pt x="2636" y="267"/>
                  </a:cubicBezTo>
                  <a:cubicBezTo>
                    <a:pt x="2636" y="120"/>
                    <a:pt x="2517" y="1"/>
                    <a:pt x="2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765" name="Google Shape;1765;p51"/>
            <p:cNvSpPr/>
            <p:nvPr/>
          </p:nvSpPr>
          <p:spPr>
            <a:xfrm>
              <a:off x="5873866" y="4584447"/>
              <a:ext cx="87430" cy="17645"/>
            </a:xfrm>
            <a:custGeom>
              <a:avLst/>
              <a:gdLst/>
              <a:ahLst/>
              <a:cxnLst/>
              <a:rect l="l" t="t" r="r" b="b"/>
              <a:pathLst>
                <a:path w="2636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5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2370" y="531"/>
                  </a:lnTo>
                  <a:cubicBezTo>
                    <a:pt x="2517" y="531"/>
                    <a:pt x="2636" y="412"/>
                    <a:pt x="2636" y="265"/>
                  </a:cubicBezTo>
                  <a:cubicBezTo>
                    <a:pt x="2636" y="119"/>
                    <a:pt x="2517" y="0"/>
                    <a:pt x="2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sp>
        <p:nvSpPr>
          <p:cNvPr id="1766" name="Google Shape;1766;p51"/>
          <p:cNvSpPr txBox="1"/>
          <p:nvPr/>
        </p:nvSpPr>
        <p:spPr>
          <a:xfrm>
            <a:off x="4076396" y="1565061"/>
            <a:ext cx="13938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0.00001</a:t>
            </a:r>
          </a:p>
        </p:txBody>
      </p:sp>
      <p:sp>
        <p:nvSpPr>
          <p:cNvPr id="1767" name="Google Shape;1767;p51"/>
          <p:cNvSpPr txBox="1"/>
          <p:nvPr/>
        </p:nvSpPr>
        <p:spPr>
          <a:xfrm>
            <a:off x="5507079" y="1607068"/>
            <a:ext cx="23547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alpha</a:t>
            </a:r>
          </a:p>
        </p:txBody>
      </p:sp>
      <p:sp>
        <p:nvSpPr>
          <p:cNvPr id="1768" name="Google Shape;1768;p51"/>
          <p:cNvSpPr txBox="1"/>
          <p:nvPr/>
        </p:nvSpPr>
        <p:spPr>
          <a:xfrm>
            <a:off x="4250375" y="2347819"/>
            <a:ext cx="13938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Auto</a:t>
            </a:r>
          </a:p>
        </p:txBody>
      </p:sp>
      <p:sp>
        <p:nvSpPr>
          <p:cNvPr id="1769" name="Google Shape;1769;p51"/>
          <p:cNvSpPr txBox="1"/>
          <p:nvPr/>
        </p:nvSpPr>
        <p:spPr>
          <a:xfrm>
            <a:off x="5249973" y="2347819"/>
            <a:ext cx="23547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Solver</a:t>
            </a:r>
          </a:p>
        </p:txBody>
      </p:sp>
      <p:sp>
        <p:nvSpPr>
          <p:cNvPr id="1770" name="Google Shape;1770;p51"/>
          <p:cNvSpPr txBox="1"/>
          <p:nvPr/>
        </p:nvSpPr>
        <p:spPr>
          <a:xfrm>
            <a:off x="4318150" y="3126217"/>
            <a:ext cx="13938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True</a:t>
            </a:r>
          </a:p>
        </p:txBody>
      </p:sp>
      <p:sp>
        <p:nvSpPr>
          <p:cNvPr id="1771" name="Google Shape;1771;p51"/>
          <p:cNvSpPr txBox="1"/>
          <p:nvPr/>
        </p:nvSpPr>
        <p:spPr>
          <a:xfrm>
            <a:off x="5397373" y="3126217"/>
            <a:ext cx="23547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Intercept</a:t>
            </a:r>
          </a:p>
        </p:txBody>
      </p:sp>
      <p:cxnSp>
        <p:nvCxnSpPr>
          <p:cNvPr id="1817" name="Google Shape;1817;p51"/>
          <p:cNvCxnSpPr>
            <a:cxnSpLocks/>
            <a:stCxn id="1744" idx="0"/>
            <a:endCxn id="9" idx="1"/>
          </p:cNvCxnSpPr>
          <p:nvPr/>
        </p:nvCxnSpPr>
        <p:spPr>
          <a:xfrm rot="16200000" flipH="1">
            <a:off x="2996883" y="2227647"/>
            <a:ext cx="15632" cy="2254522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8" name="Google Shape;1818;p51"/>
          <p:cNvCxnSpPr>
            <a:cxnSpLocks/>
            <a:stCxn id="8" idx="1"/>
            <a:endCxn id="1744" idx="5"/>
          </p:cNvCxnSpPr>
          <p:nvPr/>
        </p:nvCxnSpPr>
        <p:spPr>
          <a:xfrm rot="10800000" flipV="1">
            <a:off x="2525138" y="2573528"/>
            <a:ext cx="1649024" cy="44971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19" name="Google Shape;1819;p51"/>
          <p:cNvGrpSpPr/>
          <p:nvPr/>
        </p:nvGrpSpPr>
        <p:grpSpPr>
          <a:xfrm>
            <a:off x="7106825" y="1312225"/>
            <a:ext cx="76825" cy="76800"/>
            <a:chOff x="3104875" y="1099400"/>
            <a:chExt cx="76825" cy="76800"/>
          </a:xfrm>
        </p:grpSpPr>
        <p:sp>
          <p:nvSpPr>
            <p:cNvPr id="1820" name="Google Shape;1820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821" name="Google Shape;1821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1825" name="Google Shape;1825;p51"/>
          <p:cNvGrpSpPr/>
          <p:nvPr/>
        </p:nvGrpSpPr>
        <p:grpSpPr>
          <a:xfrm>
            <a:off x="4870450" y="3955992"/>
            <a:ext cx="76825" cy="76800"/>
            <a:chOff x="3104875" y="1099400"/>
            <a:chExt cx="76825" cy="76800"/>
          </a:xfrm>
        </p:grpSpPr>
        <p:sp>
          <p:nvSpPr>
            <p:cNvPr id="1826" name="Google Shape;1826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1827" name="Google Shape;1827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pic>
        <p:nvPicPr>
          <p:cNvPr id="1828" name="Google Shape;1828;p51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5">
            <a:off x="7756876" y="513650"/>
            <a:ext cx="1272639" cy="120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51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406513">
            <a:off x="1032294" y="4301271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Prostokąt 14">
            <a:extLst>
              <a:ext uri="{FF2B5EF4-FFF2-40B4-BE49-F238E27FC236}">
                <a16:creationId xmlns:a16="http://schemas.microsoft.com/office/drawing/2014/main" id="{69443CD8-2253-CCAB-15F5-DB0A016D22F4}"/>
              </a:ext>
            </a:extLst>
          </p:cNvPr>
          <p:cNvSpPr/>
          <p:nvPr/>
        </p:nvSpPr>
        <p:spPr>
          <a:xfrm>
            <a:off x="4662435" y="3856367"/>
            <a:ext cx="1100990" cy="400709"/>
          </a:xfrm>
          <a:prstGeom prst="rect">
            <a:avLst/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GB" noProof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Google Shape;1770;p51">
            <a:extLst>
              <a:ext uri="{FF2B5EF4-FFF2-40B4-BE49-F238E27FC236}">
                <a16:creationId xmlns:a16="http://schemas.microsoft.com/office/drawing/2014/main" id="{61BED843-A106-222C-A746-989C184B7EAB}"/>
              </a:ext>
            </a:extLst>
          </p:cNvPr>
          <p:cNvSpPr txBox="1"/>
          <p:nvPr/>
        </p:nvSpPr>
        <p:spPr>
          <a:xfrm>
            <a:off x="4740665" y="3804500"/>
            <a:ext cx="13938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noProof="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False</a:t>
            </a:r>
          </a:p>
        </p:txBody>
      </p:sp>
      <p:cxnSp>
        <p:nvCxnSpPr>
          <p:cNvPr id="17" name="Google Shape;1817;p51">
            <a:extLst>
              <a:ext uri="{FF2B5EF4-FFF2-40B4-BE49-F238E27FC236}">
                <a16:creationId xmlns:a16="http://schemas.microsoft.com/office/drawing/2014/main" id="{C0761401-61B7-BD5E-7C7D-0FDA89AD0146}"/>
              </a:ext>
            </a:extLst>
          </p:cNvPr>
          <p:cNvCxnSpPr>
            <a:cxnSpLocks/>
            <a:stCxn id="1744" idx="0"/>
            <a:endCxn id="15" idx="1"/>
          </p:cNvCxnSpPr>
          <p:nvPr/>
        </p:nvCxnSpPr>
        <p:spPr>
          <a:xfrm rot="16200000" flipH="1">
            <a:off x="2915121" y="2309408"/>
            <a:ext cx="709630" cy="2784997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771;p51">
            <a:extLst>
              <a:ext uri="{FF2B5EF4-FFF2-40B4-BE49-F238E27FC236}">
                <a16:creationId xmlns:a16="http://schemas.microsoft.com/office/drawing/2014/main" id="{5C4258D6-82C0-8E2D-DC85-D0850D291528}"/>
              </a:ext>
            </a:extLst>
          </p:cNvPr>
          <p:cNvSpPr txBox="1"/>
          <p:nvPr/>
        </p:nvSpPr>
        <p:spPr>
          <a:xfrm>
            <a:off x="5761864" y="3824596"/>
            <a:ext cx="23547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 positive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63"/>
          <p:cNvSpPr txBox="1">
            <a:spLocks noGrp="1"/>
          </p:cNvSpPr>
          <p:nvPr>
            <p:ph type="title"/>
          </p:nvPr>
        </p:nvSpPr>
        <p:spPr>
          <a:xfrm>
            <a:off x="2317942" y="141659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THANKS!</a:t>
            </a:r>
          </a:p>
        </p:txBody>
      </p:sp>
      <p:sp>
        <p:nvSpPr>
          <p:cNvPr id="2279" name="Google Shape;2279;p63"/>
          <p:cNvSpPr txBox="1">
            <a:spLocks noGrp="1"/>
          </p:cNvSpPr>
          <p:nvPr>
            <p:ph type="subTitle" idx="1"/>
          </p:nvPr>
        </p:nvSpPr>
        <p:spPr>
          <a:xfrm>
            <a:off x="2281873" y="2647497"/>
            <a:ext cx="4448100" cy="619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noProof="0" dirty="0">
                <a:solidFill>
                  <a:schemeClr val="dk2"/>
                </a:solidFill>
              </a:rPr>
              <a:t>DO YOU HAVE ANY QUESTIONS?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pic>
        <p:nvPicPr>
          <p:cNvPr id="2294" name="Google Shape;2294;p63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5" name="Google Shape;2295;p63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1099310" y="5512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6" name="Google Shape;2296;p63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63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63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9" name="Google Shape;2299;p63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2300" name="Google Shape;2300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301" name="Google Shape;2301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302" name="Google Shape;2302;p63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2303" name="Google Shape;2303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304" name="Google Shape;2304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  <p:grpSp>
        <p:nvGrpSpPr>
          <p:cNvPr id="2305" name="Google Shape;2305;p63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2306" name="Google Shape;2306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  <p:sp>
          <p:nvSpPr>
            <p:cNvPr id="2307" name="Google Shape;2307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625</Words>
  <Application>Microsoft Macintosh PowerPoint</Application>
  <PresentationFormat>Pokaz na ekranie (16:9)</PresentationFormat>
  <Paragraphs>181</Paragraphs>
  <Slides>21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8" baseType="lpstr">
      <vt:lpstr>Montserrat Black</vt:lpstr>
      <vt:lpstr>Bebas Neue</vt:lpstr>
      <vt:lpstr>Montserrat</vt:lpstr>
      <vt:lpstr>Arial</vt:lpstr>
      <vt:lpstr>Anaheim</vt:lpstr>
      <vt:lpstr>Nunito Light</vt:lpstr>
      <vt:lpstr>Artificial Intelligence (AI) Technology Consulting by Slidesgo</vt:lpstr>
      <vt:lpstr>Predicting apartments prices  Regression Project, Machine Learning I</vt:lpstr>
      <vt:lpstr>TABLE OF CONTENTS</vt:lpstr>
      <vt:lpstr>INTRODUCTION</vt:lpstr>
      <vt:lpstr>PROJECT PROCESS</vt:lpstr>
      <vt:lpstr>01</vt:lpstr>
      <vt:lpstr>Correlation matrix</vt:lpstr>
      <vt:lpstr>Target variable (price_z)</vt:lpstr>
      <vt:lpstr>NEW Target variable (log_price)</vt:lpstr>
      <vt:lpstr>Impact of the number of rooms</vt:lpstr>
      <vt:lpstr>Effect of apartment’s amenities</vt:lpstr>
      <vt:lpstr>Dive into built years</vt:lpstr>
      <vt:lpstr>02</vt:lpstr>
      <vt:lpstr>EXAMPLES OF  FEATURE ENGINEERING</vt:lpstr>
      <vt:lpstr>DIVE INTO FEATURES</vt:lpstr>
      <vt:lpstr>03</vt:lpstr>
      <vt:lpstr>TRAIN DATASET SPLIT</vt:lpstr>
      <vt:lpstr>ML MODELS</vt:lpstr>
      <vt:lpstr>MODELLING STEPS</vt:lpstr>
      <vt:lpstr>MODELS’ PERFORMANCE</vt:lpstr>
      <vt:lpstr>FINAL RIDGE MODEL PARAMETERS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Cezary Kuźmowicz</cp:lastModifiedBy>
  <cp:revision>80</cp:revision>
  <dcterms:modified xsi:type="dcterms:W3CDTF">2025-05-30T14:57:16Z</dcterms:modified>
</cp:coreProperties>
</file>